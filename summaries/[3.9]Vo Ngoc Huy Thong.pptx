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66" r:id="rId3"/>
    <p:sldId id="267" r:id="rId4"/>
    <p:sldId id="268" r:id="rId5"/>
    <p:sldId id="269" r:id="rId6"/>
    <p:sldId id="270" r:id="rId7"/>
    <p:sldId id="274" r:id="rId8"/>
    <p:sldId id="271" r:id="rId9"/>
    <p:sldId id="275" r:id="rId10"/>
    <p:sldId id="272" r:id="rId11"/>
    <p:sldId id="273" r:id="rId12"/>
    <p:sldId id="277" r:id="rId13"/>
    <p:sldId id="276" r:id="rId14"/>
    <p:sldId id="278" r:id="rId15"/>
    <p:sldId id="279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BAAA98-7665-4948-B5B6-2241D6DA24DE}" v="197" dt="2024-10-07T04:15:05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432" autoAdjust="0"/>
  </p:normalViewPr>
  <p:slideViewPr>
    <p:cSldViewPr snapToGrid="0">
      <p:cViewPr varScale="1">
        <p:scale>
          <a:sx n="81" d="100"/>
          <a:sy n="81" d="100"/>
        </p:scale>
        <p:origin x="10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 Ngoc Huy Thong" userId="935b312d-1033-489d-b0d3-08b237a997c5" providerId="ADAL" clId="{1ABAAA98-7665-4948-B5B6-2241D6DA24DE}"/>
    <pc:docChg chg="undo custSel addSld delSld modSld modMainMaster">
      <pc:chgData name="Vo Ngoc Huy Thong" userId="935b312d-1033-489d-b0d3-08b237a997c5" providerId="ADAL" clId="{1ABAAA98-7665-4948-B5B6-2241D6DA24DE}" dt="2024-10-07T07:59:39.511" v="2542" actId="113"/>
      <pc:docMkLst>
        <pc:docMk/>
      </pc:docMkLst>
      <pc:sldChg chg="addSp delSp modSp mod">
        <pc:chgData name="Vo Ngoc Huy Thong" userId="935b312d-1033-489d-b0d3-08b237a997c5" providerId="ADAL" clId="{1ABAAA98-7665-4948-B5B6-2241D6DA24DE}" dt="2024-10-07T04:20:25.145" v="2520" actId="14100"/>
        <pc:sldMkLst>
          <pc:docMk/>
          <pc:sldMk cId="3153800038" sldId="256"/>
        </pc:sldMkLst>
        <pc:spChg chg="mod">
          <ac:chgData name="Vo Ngoc Huy Thong" userId="935b312d-1033-489d-b0d3-08b237a997c5" providerId="ADAL" clId="{1ABAAA98-7665-4948-B5B6-2241D6DA24DE}" dt="2024-10-07T04:20:20.790" v="2519" actId="255"/>
          <ac:spMkLst>
            <pc:docMk/>
            <pc:sldMk cId="3153800038" sldId="256"/>
            <ac:spMk id="2" creationId="{C09AEFAC-8B07-243B-31E2-D5F78D3C80A7}"/>
          </ac:spMkLst>
        </pc:spChg>
        <pc:spChg chg="mod">
          <ac:chgData name="Vo Ngoc Huy Thong" userId="935b312d-1033-489d-b0d3-08b237a997c5" providerId="ADAL" clId="{1ABAAA98-7665-4948-B5B6-2241D6DA24DE}" dt="2024-10-07T04:20:25.145" v="2520" actId="14100"/>
          <ac:spMkLst>
            <pc:docMk/>
            <pc:sldMk cId="3153800038" sldId="256"/>
            <ac:spMk id="3" creationId="{1FE7C767-14DA-5673-BCB8-0002CBE004DD}"/>
          </ac:spMkLst>
        </pc:spChg>
        <pc:graphicFrameChg chg="add del modGraphic">
          <ac:chgData name="Vo Ngoc Huy Thong" userId="935b312d-1033-489d-b0d3-08b237a997c5" providerId="ADAL" clId="{1ABAAA98-7665-4948-B5B6-2241D6DA24DE}" dt="2024-10-05T14:30:43.323" v="11" actId="1032"/>
          <ac:graphicFrameMkLst>
            <pc:docMk/>
            <pc:sldMk cId="3153800038" sldId="256"/>
            <ac:graphicFrameMk id="4" creationId="{6FF4C56C-4198-702C-EAE9-4596F7359476}"/>
          </ac:graphicFrameMkLst>
        </pc:graphicFrameChg>
        <pc:graphicFrameChg chg="add del modGraphic">
          <ac:chgData name="Vo Ngoc Huy Thong" userId="935b312d-1033-489d-b0d3-08b237a997c5" providerId="ADAL" clId="{1ABAAA98-7665-4948-B5B6-2241D6DA24DE}" dt="2024-10-05T14:31:35.762" v="13" actId="478"/>
          <ac:graphicFrameMkLst>
            <pc:docMk/>
            <pc:sldMk cId="3153800038" sldId="256"/>
            <ac:graphicFrameMk id="5" creationId="{89C3B19F-906B-9100-4ECE-3C9CD44A4E38}"/>
          </ac:graphicFrameMkLst>
        </pc:graphicFrameChg>
      </pc:sldChg>
      <pc:sldChg chg="addSp delSp modSp del mod">
        <pc:chgData name="Vo Ngoc Huy Thong" userId="935b312d-1033-489d-b0d3-08b237a997c5" providerId="ADAL" clId="{1ABAAA98-7665-4948-B5B6-2241D6DA24DE}" dt="2024-10-05T14:34:50.218" v="33" actId="47"/>
        <pc:sldMkLst>
          <pc:docMk/>
          <pc:sldMk cId="3172585156" sldId="257"/>
        </pc:sldMkLst>
        <pc:spChg chg="mod">
          <ac:chgData name="Vo Ngoc Huy Thong" userId="935b312d-1033-489d-b0d3-08b237a997c5" providerId="ADAL" clId="{1ABAAA98-7665-4948-B5B6-2241D6DA24DE}" dt="2024-10-05T14:34:42.984" v="32" actId="21"/>
          <ac:spMkLst>
            <pc:docMk/>
            <pc:sldMk cId="3172585156" sldId="257"/>
            <ac:spMk id="2" creationId="{B58008F5-EDB4-BC55-507F-D0ED6EAF377F}"/>
          </ac:spMkLst>
        </pc:spChg>
        <pc:graphicFrameChg chg="add del mod modGraphic">
          <ac:chgData name="Vo Ngoc Huy Thong" userId="935b312d-1033-489d-b0d3-08b237a997c5" providerId="ADAL" clId="{1ABAAA98-7665-4948-B5B6-2241D6DA24DE}" dt="2024-10-05T14:32:12.310" v="17" actId="478"/>
          <ac:graphicFrameMkLst>
            <pc:docMk/>
            <pc:sldMk cId="3172585156" sldId="257"/>
            <ac:graphicFrameMk id="4" creationId="{C22CD88B-69A8-3D6D-0D9C-6372B1202C64}"/>
          </ac:graphicFrameMkLst>
        </pc:graphicFrameChg>
        <pc:graphicFrameChg chg="del mod">
          <ac:chgData name="Vo Ngoc Huy Thong" userId="935b312d-1033-489d-b0d3-08b237a997c5" providerId="ADAL" clId="{1ABAAA98-7665-4948-B5B6-2241D6DA24DE}" dt="2024-10-05T14:31:40.285" v="14" actId="478"/>
          <ac:graphicFrameMkLst>
            <pc:docMk/>
            <pc:sldMk cId="3172585156" sldId="257"/>
            <ac:graphicFrameMk id="5" creationId="{880AE5A7-F1C9-FAA5-BFE2-0118CE35DD88}"/>
          </ac:graphicFrameMkLst>
        </pc:graphicFrameChg>
        <pc:graphicFrameChg chg="add del modGraphic">
          <ac:chgData name="Vo Ngoc Huy Thong" userId="935b312d-1033-489d-b0d3-08b237a997c5" providerId="ADAL" clId="{1ABAAA98-7665-4948-B5B6-2241D6DA24DE}" dt="2024-10-05T14:33:09.529" v="19" actId="1032"/>
          <ac:graphicFrameMkLst>
            <pc:docMk/>
            <pc:sldMk cId="3172585156" sldId="257"/>
            <ac:graphicFrameMk id="6" creationId="{7AAAEEF3-F252-FA33-479A-785FB9D1DB34}"/>
          </ac:graphicFrameMkLst>
        </pc:graphicFrameChg>
        <pc:graphicFrameChg chg="add del mod modGraphic">
          <ac:chgData name="Vo Ngoc Huy Thong" userId="935b312d-1033-489d-b0d3-08b237a997c5" providerId="ADAL" clId="{1ABAAA98-7665-4948-B5B6-2241D6DA24DE}" dt="2024-10-05T14:34:26.183" v="31" actId="478"/>
          <ac:graphicFrameMkLst>
            <pc:docMk/>
            <pc:sldMk cId="3172585156" sldId="257"/>
            <ac:graphicFrameMk id="7" creationId="{6584F27D-FA95-F31C-7335-89C3BEC7E2CE}"/>
          </ac:graphicFrameMkLst>
        </pc:graphicFrame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1321757329" sldId="258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510823664" sldId="259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3912670935" sldId="260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1282838363" sldId="263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2169735165" sldId="264"/>
        </pc:sldMkLst>
      </pc:sldChg>
      <pc:sldChg chg="addSp delSp modSp new mod">
        <pc:chgData name="Vo Ngoc Huy Thong" userId="935b312d-1033-489d-b0d3-08b237a997c5" providerId="ADAL" clId="{1ABAAA98-7665-4948-B5B6-2241D6DA24DE}" dt="2024-10-05T15:37:07.581" v="422" actId="1076"/>
        <pc:sldMkLst>
          <pc:docMk/>
          <pc:sldMk cId="1300308961" sldId="266"/>
        </pc:sldMkLst>
        <pc:spChg chg="mod">
          <ac:chgData name="Vo Ngoc Huy Thong" userId="935b312d-1033-489d-b0d3-08b237a997c5" providerId="ADAL" clId="{1ABAAA98-7665-4948-B5B6-2241D6DA24DE}" dt="2024-10-05T14:34:55.294" v="35"/>
          <ac:spMkLst>
            <pc:docMk/>
            <pc:sldMk cId="1300308961" sldId="266"/>
            <ac:spMk id="2" creationId="{BE587240-8800-8065-1DE5-779A3C032615}"/>
          </ac:spMkLst>
        </pc:spChg>
        <pc:spChg chg="del mod">
          <ac:chgData name="Vo Ngoc Huy Thong" userId="935b312d-1033-489d-b0d3-08b237a997c5" providerId="ADAL" clId="{1ABAAA98-7665-4948-B5B6-2241D6DA24DE}" dt="2024-10-05T14:35:37.744" v="50" actId="478"/>
          <ac:spMkLst>
            <pc:docMk/>
            <pc:sldMk cId="1300308961" sldId="266"/>
            <ac:spMk id="4" creationId="{A4283F5D-EF67-B23F-3DF9-A75CFC35AA11}"/>
          </ac:spMkLst>
        </pc:spChg>
        <pc:spChg chg="add del mod">
          <ac:chgData name="Vo Ngoc Huy Thong" userId="935b312d-1033-489d-b0d3-08b237a997c5" providerId="ADAL" clId="{1ABAAA98-7665-4948-B5B6-2241D6DA24DE}" dt="2024-10-05T14:35:39.825" v="51" actId="478"/>
          <ac:spMkLst>
            <pc:docMk/>
            <pc:sldMk cId="1300308961" sldId="266"/>
            <ac:spMk id="6" creationId="{C597465A-776E-AA37-4B07-33B380FB3F8B}"/>
          </ac:spMkLst>
        </pc:spChg>
        <pc:graphicFrameChg chg="add mod modGraphic">
          <ac:chgData name="Vo Ngoc Huy Thong" userId="935b312d-1033-489d-b0d3-08b237a997c5" providerId="ADAL" clId="{1ABAAA98-7665-4948-B5B6-2241D6DA24DE}" dt="2024-10-05T15:37:07.581" v="422" actId="1076"/>
          <ac:graphicFrameMkLst>
            <pc:docMk/>
            <pc:sldMk cId="1300308961" sldId="266"/>
            <ac:graphicFrameMk id="7" creationId="{3095EA42-22AD-3E67-44EA-CCFF5CB478E0}"/>
          </ac:graphicFrameMkLst>
        </pc:graphicFrame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1428207256" sldId="266"/>
        </pc:sldMkLst>
      </pc:sldChg>
      <pc:sldChg chg="addSp modSp new mod">
        <pc:chgData name="Vo Ngoc Huy Thong" userId="935b312d-1033-489d-b0d3-08b237a997c5" providerId="ADAL" clId="{1ABAAA98-7665-4948-B5B6-2241D6DA24DE}" dt="2024-10-06T12:41:34.233" v="1297" actId="15"/>
        <pc:sldMkLst>
          <pc:docMk/>
          <pc:sldMk cId="1496861468" sldId="267"/>
        </pc:sldMkLst>
        <pc:spChg chg="mod">
          <ac:chgData name="Vo Ngoc Huy Thong" userId="935b312d-1033-489d-b0d3-08b237a997c5" providerId="ADAL" clId="{1ABAAA98-7665-4948-B5B6-2241D6DA24DE}" dt="2024-10-05T15:06:11.348" v="292" actId="27636"/>
          <ac:spMkLst>
            <pc:docMk/>
            <pc:sldMk cId="1496861468" sldId="267"/>
            <ac:spMk id="2" creationId="{2463B356-9653-4F65-AC55-79837CAEFB3D}"/>
          </ac:spMkLst>
        </pc:spChg>
        <pc:spChg chg="mod">
          <ac:chgData name="Vo Ngoc Huy Thong" userId="935b312d-1033-489d-b0d3-08b237a997c5" providerId="ADAL" clId="{1ABAAA98-7665-4948-B5B6-2241D6DA24DE}" dt="2024-10-06T12:41:34.233" v="1297" actId="15"/>
          <ac:spMkLst>
            <pc:docMk/>
            <pc:sldMk cId="1496861468" sldId="267"/>
            <ac:spMk id="4" creationId="{B9BF4DC9-349D-4A6E-FC75-6DDC6B84B551}"/>
          </ac:spMkLst>
        </pc:spChg>
        <pc:spChg chg="add">
          <ac:chgData name="Vo Ngoc Huy Thong" userId="935b312d-1033-489d-b0d3-08b237a997c5" providerId="ADAL" clId="{1ABAAA98-7665-4948-B5B6-2241D6DA24DE}" dt="2024-10-05T15:12:00.246" v="376"/>
          <ac:spMkLst>
            <pc:docMk/>
            <pc:sldMk cId="1496861468" sldId="267"/>
            <ac:spMk id="5" creationId="{C3CA869A-B00F-F4EA-9D82-009006EEAD80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3718486586" sldId="267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362898852" sldId="268"/>
        </pc:sldMkLst>
      </pc:sldChg>
      <pc:sldChg chg="modSp new mod">
        <pc:chgData name="Vo Ngoc Huy Thong" userId="935b312d-1033-489d-b0d3-08b237a997c5" providerId="ADAL" clId="{1ABAAA98-7665-4948-B5B6-2241D6DA24DE}" dt="2024-10-07T07:34:38.787" v="2539" actId="113"/>
        <pc:sldMkLst>
          <pc:docMk/>
          <pc:sldMk cId="1201239978" sldId="268"/>
        </pc:sldMkLst>
        <pc:spChg chg="mod">
          <ac:chgData name="Vo Ngoc Huy Thong" userId="935b312d-1033-489d-b0d3-08b237a997c5" providerId="ADAL" clId="{1ABAAA98-7665-4948-B5B6-2241D6DA24DE}" dt="2024-10-05T14:47:36.295" v="228" actId="27636"/>
          <ac:spMkLst>
            <pc:docMk/>
            <pc:sldMk cId="1201239978" sldId="268"/>
            <ac:spMk id="2" creationId="{C5F3B7B6-E3A2-64BF-9065-0AD0B2CA0161}"/>
          </ac:spMkLst>
        </pc:spChg>
        <pc:spChg chg="mod">
          <ac:chgData name="Vo Ngoc Huy Thong" userId="935b312d-1033-489d-b0d3-08b237a997c5" providerId="ADAL" clId="{1ABAAA98-7665-4948-B5B6-2241D6DA24DE}" dt="2024-10-07T07:34:38.787" v="2539" actId="113"/>
          <ac:spMkLst>
            <pc:docMk/>
            <pc:sldMk cId="1201239978" sldId="268"/>
            <ac:spMk id="4" creationId="{43C43EA5-DC82-154A-81FD-DC26D77C42B7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491042272" sldId="269"/>
        </pc:sldMkLst>
      </pc:sldChg>
      <pc:sldChg chg="modSp new mod">
        <pc:chgData name="Vo Ngoc Huy Thong" userId="935b312d-1033-489d-b0d3-08b237a997c5" providerId="ADAL" clId="{1ABAAA98-7665-4948-B5B6-2241D6DA24DE}" dt="2024-10-07T04:27:55.685" v="2522" actId="113"/>
        <pc:sldMkLst>
          <pc:docMk/>
          <pc:sldMk cId="694595024" sldId="269"/>
        </pc:sldMkLst>
        <pc:spChg chg="mod">
          <ac:chgData name="Vo Ngoc Huy Thong" userId="935b312d-1033-489d-b0d3-08b237a997c5" providerId="ADAL" clId="{1ABAAA98-7665-4948-B5B6-2241D6DA24DE}" dt="2024-10-05T14:47:52.330" v="236" actId="27636"/>
          <ac:spMkLst>
            <pc:docMk/>
            <pc:sldMk cId="694595024" sldId="269"/>
            <ac:spMk id="2" creationId="{006BF27B-74A0-C0C0-09D5-01C4132775DA}"/>
          </ac:spMkLst>
        </pc:spChg>
        <pc:spChg chg="mod">
          <ac:chgData name="Vo Ngoc Huy Thong" userId="935b312d-1033-489d-b0d3-08b237a997c5" providerId="ADAL" clId="{1ABAAA98-7665-4948-B5B6-2241D6DA24DE}" dt="2024-10-07T04:27:55.685" v="2522" actId="113"/>
          <ac:spMkLst>
            <pc:docMk/>
            <pc:sldMk cId="694595024" sldId="269"/>
            <ac:spMk id="4" creationId="{C8A0475C-C44C-2F52-92FE-762AD03297A6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2229923021" sldId="270"/>
        </pc:sldMkLst>
      </pc:sldChg>
      <pc:sldChg chg="modSp new mod">
        <pc:chgData name="Vo Ngoc Huy Thong" userId="935b312d-1033-489d-b0d3-08b237a997c5" providerId="ADAL" clId="{1ABAAA98-7665-4948-B5B6-2241D6DA24DE}" dt="2024-10-06T09:37:57.838" v="841" actId="20577"/>
        <pc:sldMkLst>
          <pc:docMk/>
          <pc:sldMk cId="2391295374" sldId="270"/>
        </pc:sldMkLst>
        <pc:spChg chg="mod">
          <ac:chgData name="Vo Ngoc Huy Thong" userId="935b312d-1033-489d-b0d3-08b237a997c5" providerId="ADAL" clId="{1ABAAA98-7665-4948-B5B6-2241D6DA24DE}" dt="2024-10-05T14:48:13.845" v="244" actId="27636"/>
          <ac:spMkLst>
            <pc:docMk/>
            <pc:sldMk cId="2391295374" sldId="270"/>
            <ac:spMk id="2" creationId="{605A663B-2890-653D-325A-EE199C553FF7}"/>
          </ac:spMkLst>
        </pc:spChg>
        <pc:spChg chg="mod">
          <ac:chgData name="Vo Ngoc Huy Thong" userId="935b312d-1033-489d-b0d3-08b237a997c5" providerId="ADAL" clId="{1ABAAA98-7665-4948-B5B6-2241D6DA24DE}" dt="2024-10-06T09:37:57.838" v="841" actId="20577"/>
          <ac:spMkLst>
            <pc:docMk/>
            <pc:sldMk cId="2391295374" sldId="270"/>
            <ac:spMk id="4" creationId="{AFD5180F-C955-3160-755E-A66104DCABCD}"/>
          </ac:spMkLst>
        </pc:spChg>
      </pc:sldChg>
      <pc:sldChg chg="modSp new mod">
        <pc:chgData name="Vo Ngoc Huy Thong" userId="935b312d-1033-489d-b0d3-08b237a997c5" providerId="ADAL" clId="{1ABAAA98-7665-4948-B5B6-2241D6DA24DE}" dt="2024-10-06T14:26:07.479" v="1680" actId="113"/>
        <pc:sldMkLst>
          <pc:docMk/>
          <pc:sldMk cId="21736182" sldId="271"/>
        </pc:sldMkLst>
        <pc:spChg chg="mod">
          <ac:chgData name="Vo Ngoc Huy Thong" userId="935b312d-1033-489d-b0d3-08b237a997c5" providerId="ADAL" clId="{1ABAAA98-7665-4948-B5B6-2241D6DA24DE}" dt="2024-10-05T14:48:29.021" v="252" actId="27636"/>
          <ac:spMkLst>
            <pc:docMk/>
            <pc:sldMk cId="21736182" sldId="271"/>
            <ac:spMk id="2" creationId="{43348E33-608C-B36D-2B8F-A52516AD2173}"/>
          </ac:spMkLst>
        </pc:spChg>
        <pc:spChg chg="mod">
          <ac:chgData name="Vo Ngoc Huy Thong" userId="935b312d-1033-489d-b0d3-08b237a997c5" providerId="ADAL" clId="{1ABAAA98-7665-4948-B5B6-2241D6DA24DE}" dt="2024-10-06T14:26:07.479" v="1680" actId="113"/>
          <ac:spMkLst>
            <pc:docMk/>
            <pc:sldMk cId="21736182" sldId="271"/>
            <ac:spMk id="4" creationId="{BA18A9C2-9974-55B3-BDEB-3C732BE36BCC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4067116527" sldId="271"/>
        </pc:sldMkLst>
      </pc:sldChg>
      <pc:sldChg chg="modSp new mod">
        <pc:chgData name="Vo Ngoc Huy Thong" userId="935b312d-1033-489d-b0d3-08b237a997c5" providerId="ADAL" clId="{1ABAAA98-7665-4948-B5B6-2241D6DA24DE}" dt="2024-10-06T14:34:10.414" v="1732" actId="113"/>
        <pc:sldMkLst>
          <pc:docMk/>
          <pc:sldMk cId="1326321535" sldId="272"/>
        </pc:sldMkLst>
        <pc:spChg chg="mod">
          <ac:chgData name="Vo Ngoc Huy Thong" userId="935b312d-1033-489d-b0d3-08b237a997c5" providerId="ADAL" clId="{1ABAAA98-7665-4948-B5B6-2241D6DA24DE}" dt="2024-10-05T14:48:43.312" v="260" actId="27636"/>
          <ac:spMkLst>
            <pc:docMk/>
            <pc:sldMk cId="1326321535" sldId="272"/>
            <ac:spMk id="2" creationId="{4F3EAB63-37E0-7490-DBF4-38E73898EA2B}"/>
          </ac:spMkLst>
        </pc:spChg>
        <pc:spChg chg="mod">
          <ac:chgData name="Vo Ngoc Huy Thong" userId="935b312d-1033-489d-b0d3-08b237a997c5" providerId="ADAL" clId="{1ABAAA98-7665-4948-B5B6-2241D6DA24DE}" dt="2024-10-06T14:34:10.414" v="1732" actId="113"/>
          <ac:spMkLst>
            <pc:docMk/>
            <pc:sldMk cId="1326321535" sldId="272"/>
            <ac:spMk id="4" creationId="{57A66088-E3A0-0606-F82A-6252BAA545A3}"/>
          </ac:spMkLst>
        </pc:spChg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3636459791" sldId="272"/>
        </pc:sldMkLst>
      </pc:sldChg>
      <pc:sldChg chg="del">
        <pc:chgData name="Vo Ngoc Huy Thong" userId="935b312d-1033-489d-b0d3-08b237a997c5" providerId="ADAL" clId="{1ABAAA98-7665-4948-B5B6-2241D6DA24DE}" dt="2024-10-05T14:34:50.218" v="33" actId="47"/>
        <pc:sldMkLst>
          <pc:docMk/>
          <pc:sldMk cId="814871980" sldId="273"/>
        </pc:sldMkLst>
      </pc:sldChg>
      <pc:sldChg chg="addSp modSp new mod">
        <pc:chgData name="Vo Ngoc Huy Thong" userId="935b312d-1033-489d-b0d3-08b237a997c5" providerId="ADAL" clId="{1ABAAA98-7665-4948-B5B6-2241D6DA24DE}" dt="2024-10-07T07:59:39.511" v="2542" actId="113"/>
        <pc:sldMkLst>
          <pc:docMk/>
          <pc:sldMk cId="3033925159" sldId="273"/>
        </pc:sldMkLst>
        <pc:spChg chg="mod">
          <ac:chgData name="Vo Ngoc Huy Thong" userId="935b312d-1033-489d-b0d3-08b237a997c5" providerId="ADAL" clId="{1ABAAA98-7665-4948-B5B6-2241D6DA24DE}" dt="2024-10-06T13:04:47.434" v="1453"/>
          <ac:spMkLst>
            <pc:docMk/>
            <pc:sldMk cId="3033925159" sldId="273"/>
            <ac:spMk id="2" creationId="{D1205FDA-135A-1271-D416-173A6BD848E7}"/>
          </ac:spMkLst>
        </pc:spChg>
        <pc:spChg chg="mod">
          <ac:chgData name="Vo Ngoc Huy Thong" userId="935b312d-1033-489d-b0d3-08b237a997c5" providerId="ADAL" clId="{1ABAAA98-7665-4948-B5B6-2241D6DA24DE}" dt="2024-10-07T07:59:39.511" v="2542" actId="113"/>
          <ac:spMkLst>
            <pc:docMk/>
            <pc:sldMk cId="3033925159" sldId="273"/>
            <ac:spMk id="4" creationId="{C9E9BF43-B9BC-973C-2FBA-3BF58AE1855E}"/>
          </ac:spMkLst>
        </pc:spChg>
        <pc:picChg chg="add mod">
          <ac:chgData name="Vo Ngoc Huy Thong" userId="935b312d-1033-489d-b0d3-08b237a997c5" providerId="ADAL" clId="{1ABAAA98-7665-4948-B5B6-2241D6DA24DE}" dt="2024-10-06T13:00:13.624" v="1438" actId="1076"/>
          <ac:picMkLst>
            <pc:docMk/>
            <pc:sldMk cId="3033925159" sldId="273"/>
            <ac:picMk id="5" creationId="{77ED0B99-8D44-5B58-F9B0-1747C2ED5D28}"/>
          </ac:picMkLst>
        </pc:picChg>
      </pc:sldChg>
      <pc:sldChg chg="modSp new mod">
        <pc:chgData name="Vo Ngoc Huy Thong" userId="935b312d-1033-489d-b0d3-08b237a997c5" providerId="ADAL" clId="{1ABAAA98-7665-4948-B5B6-2241D6DA24DE}" dt="2024-10-06T14:42:33.768" v="1749" actId="20577"/>
        <pc:sldMkLst>
          <pc:docMk/>
          <pc:sldMk cId="2411050615" sldId="274"/>
        </pc:sldMkLst>
        <pc:spChg chg="mod">
          <ac:chgData name="Vo Ngoc Huy Thong" userId="935b312d-1033-489d-b0d3-08b237a997c5" providerId="ADAL" clId="{1ABAAA98-7665-4948-B5B6-2241D6DA24DE}" dt="2024-10-06T09:38:18.614" v="843"/>
          <ac:spMkLst>
            <pc:docMk/>
            <pc:sldMk cId="2411050615" sldId="274"/>
            <ac:spMk id="2" creationId="{3923B072-AD7F-602D-3D94-E1E096A4668A}"/>
          </ac:spMkLst>
        </pc:spChg>
        <pc:spChg chg="mod">
          <ac:chgData name="Vo Ngoc Huy Thong" userId="935b312d-1033-489d-b0d3-08b237a997c5" providerId="ADAL" clId="{1ABAAA98-7665-4948-B5B6-2241D6DA24DE}" dt="2024-10-06T14:42:33.768" v="1749" actId="20577"/>
          <ac:spMkLst>
            <pc:docMk/>
            <pc:sldMk cId="2411050615" sldId="274"/>
            <ac:spMk id="3" creationId="{7B4B08DF-3AAC-F6FB-2EAB-AC9C72227DFD}"/>
          </ac:spMkLst>
        </pc:spChg>
      </pc:sldChg>
      <pc:sldChg chg="modSp new mod">
        <pc:chgData name="Vo Ngoc Huy Thong" userId="935b312d-1033-489d-b0d3-08b237a997c5" providerId="ADAL" clId="{1ABAAA98-7665-4948-B5B6-2241D6DA24DE}" dt="2024-10-07T07:41:22.484" v="2541" actId="20577"/>
        <pc:sldMkLst>
          <pc:docMk/>
          <pc:sldMk cId="2558279977" sldId="275"/>
        </pc:sldMkLst>
        <pc:spChg chg="mod">
          <ac:chgData name="Vo Ngoc Huy Thong" userId="935b312d-1033-489d-b0d3-08b237a997c5" providerId="ADAL" clId="{1ABAAA98-7665-4948-B5B6-2241D6DA24DE}" dt="2024-10-06T11:23:04.392" v="1066"/>
          <ac:spMkLst>
            <pc:docMk/>
            <pc:sldMk cId="2558279977" sldId="275"/>
            <ac:spMk id="2" creationId="{E273D8BD-64ED-86CE-9E8A-DDC05E3FBD87}"/>
          </ac:spMkLst>
        </pc:spChg>
        <pc:spChg chg="mod">
          <ac:chgData name="Vo Ngoc Huy Thong" userId="935b312d-1033-489d-b0d3-08b237a997c5" providerId="ADAL" clId="{1ABAAA98-7665-4948-B5B6-2241D6DA24DE}" dt="2024-10-07T07:41:22.484" v="2541" actId="20577"/>
          <ac:spMkLst>
            <pc:docMk/>
            <pc:sldMk cId="2558279977" sldId="275"/>
            <ac:spMk id="3" creationId="{F3CA28DD-AA22-E659-06CE-51BE39A5E374}"/>
          </ac:spMkLst>
        </pc:spChg>
      </pc:sldChg>
      <pc:sldChg chg="addSp modSp new mod">
        <pc:chgData name="Vo Ngoc Huy Thong" userId="935b312d-1033-489d-b0d3-08b237a997c5" providerId="ADAL" clId="{1ABAAA98-7665-4948-B5B6-2241D6DA24DE}" dt="2024-10-07T03:05:01.355" v="2003" actId="113"/>
        <pc:sldMkLst>
          <pc:docMk/>
          <pc:sldMk cId="2255255667" sldId="276"/>
        </pc:sldMkLst>
        <pc:spChg chg="mod">
          <ac:chgData name="Vo Ngoc Huy Thong" userId="935b312d-1033-489d-b0d3-08b237a997c5" providerId="ADAL" clId="{1ABAAA98-7665-4948-B5B6-2241D6DA24DE}" dt="2024-10-06T13:04:42.550" v="1452"/>
          <ac:spMkLst>
            <pc:docMk/>
            <pc:sldMk cId="2255255667" sldId="276"/>
            <ac:spMk id="2" creationId="{9D5CDFD7-9027-A984-29B9-B74B15631566}"/>
          </ac:spMkLst>
        </pc:spChg>
        <pc:spChg chg="mod">
          <ac:chgData name="Vo Ngoc Huy Thong" userId="935b312d-1033-489d-b0d3-08b237a997c5" providerId="ADAL" clId="{1ABAAA98-7665-4948-B5B6-2241D6DA24DE}" dt="2024-10-07T03:05:01.355" v="2003" actId="113"/>
          <ac:spMkLst>
            <pc:docMk/>
            <pc:sldMk cId="2255255667" sldId="276"/>
            <ac:spMk id="3" creationId="{EF219624-892E-BBBE-E276-527F3FBA1626}"/>
          </ac:spMkLst>
        </pc:spChg>
        <pc:picChg chg="add mod">
          <ac:chgData name="Vo Ngoc Huy Thong" userId="935b312d-1033-489d-b0d3-08b237a997c5" providerId="ADAL" clId="{1ABAAA98-7665-4948-B5B6-2241D6DA24DE}" dt="2024-10-07T03:04:21.199" v="1992" actId="1076"/>
          <ac:picMkLst>
            <pc:docMk/>
            <pc:sldMk cId="2255255667" sldId="276"/>
            <ac:picMk id="4" creationId="{24F92CA4-4AFB-5B29-5DFF-4729B9453F75}"/>
          </ac:picMkLst>
        </pc:picChg>
      </pc:sldChg>
      <pc:sldChg chg="modSp new mod">
        <pc:chgData name="Vo Ngoc Huy Thong" userId="935b312d-1033-489d-b0d3-08b237a997c5" providerId="ADAL" clId="{1ABAAA98-7665-4948-B5B6-2241D6DA24DE}" dt="2024-10-06T14:36:13.235" v="1748" actId="113"/>
        <pc:sldMkLst>
          <pc:docMk/>
          <pc:sldMk cId="1403491077" sldId="277"/>
        </pc:sldMkLst>
        <pc:spChg chg="mod">
          <ac:chgData name="Vo Ngoc Huy Thong" userId="935b312d-1033-489d-b0d3-08b237a997c5" providerId="ADAL" clId="{1ABAAA98-7665-4948-B5B6-2241D6DA24DE}" dt="2024-10-06T13:04:48.958" v="1454"/>
          <ac:spMkLst>
            <pc:docMk/>
            <pc:sldMk cId="1403491077" sldId="277"/>
            <ac:spMk id="2" creationId="{79E81416-4D74-C233-9574-D227E1A083D3}"/>
          </ac:spMkLst>
        </pc:spChg>
        <pc:spChg chg="mod">
          <ac:chgData name="Vo Ngoc Huy Thong" userId="935b312d-1033-489d-b0d3-08b237a997c5" providerId="ADAL" clId="{1ABAAA98-7665-4948-B5B6-2241D6DA24DE}" dt="2024-10-06T14:36:13.235" v="1748" actId="113"/>
          <ac:spMkLst>
            <pc:docMk/>
            <pc:sldMk cId="1403491077" sldId="277"/>
            <ac:spMk id="3" creationId="{D4874A22-B73D-04BF-DA0E-8B3CFF9310BF}"/>
          </ac:spMkLst>
        </pc:spChg>
      </pc:sldChg>
      <pc:sldChg chg="modSp new mod">
        <pc:chgData name="Vo Ngoc Huy Thong" userId="935b312d-1033-489d-b0d3-08b237a997c5" providerId="ADAL" clId="{1ABAAA98-7665-4948-B5B6-2241D6DA24DE}" dt="2024-10-07T03:52:23.757" v="2119"/>
        <pc:sldMkLst>
          <pc:docMk/>
          <pc:sldMk cId="1931358490" sldId="278"/>
        </pc:sldMkLst>
        <pc:spChg chg="mod">
          <ac:chgData name="Vo Ngoc Huy Thong" userId="935b312d-1033-489d-b0d3-08b237a997c5" providerId="ADAL" clId="{1ABAAA98-7665-4948-B5B6-2241D6DA24DE}" dt="2024-10-07T03:52:23.757" v="2119"/>
          <ac:spMkLst>
            <pc:docMk/>
            <pc:sldMk cId="1931358490" sldId="278"/>
            <ac:spMk id="2" creationId="{7C51B956-B223-1A72-A852-82AC71F46C9D}"/>
          </ac:spMkLst>
        </pc:spChg>
        <pc:spChg chg="mod">
          <ac:chgData name="Vo Ngoc Huy Thong" userId="935b312d-1033-489d-b0d3-08b237a997c5" providerId="ADAL" clId="{1ABAAA98-7665-4948-B5B6-2241D6DA24DE}" dt="2024-10-07T03:13:00.602" v="2118" actId="255"/>
          <ac:spMkLst>
            <pc:docMk/>
            <pc:sldMk cId="1931358490" sldId="278"/>
            <ac:spMk id="3" creationId="{6B3CEE01-3D25-5D69-FE8A-F10912C4082F}"/>
          </ac:spMkLst>
        </pc:spChg>
      </pc:sldChg>
      <pc:sldChg chg="addSp delSp modSp new mod">
        <pc:chgData name="Vo Ngoc Huy Thong" userId="935b312d-1033-489d-b0d3-08b237a997c5" providerId="ADAL" clId="{1ABAAA98-7665-4948-B5B6-2241D6DA24DE}" dt="2024-10-07T04:18:58.104" v="2517" actId="207"/>
        <pc:sldMkLst>
          <pc:docMk/>
          <pc:sldMk cId="1858633924" sldId="279"/>
        </pc:sldMkLst>
        <pc:spChg chg="mod">
          <ac:chgData name="Vo Ngoc Huy Thong" userId="935b312d-1033-489d-b0d3-08b237a997c5" providerId="ADAL" clId="{1ABAAA98-7665-4948-B5B6-2241D6DA24DE}" dt="2024-10-07T03:52:28.645" v="2121"/>
          <ac:spMkLst>
            <pc:docMk/>
            <pc:sldMk cId="1858633924" sldId="279"/>
            <ac:spMk id="2" creationId="{11E170B7-7C5B-A10B-25D2-0875A3F6DD57}"/>
          </ac:spMkLst>
        </pc:spChg>
        <pc:spChg chg="mod">
          <ac:chgData name="Vo Ngoc Huy Thong" userId="935b312d-1033-489d-b0d3-08b237a997c5" providerId="ADAL" clId="{1ABAAA98-7665-4948-B5B6-2241D6DA24DE}" dt="2024-10-07T04:17:22.233" v="2508" actId="20577"/>
          <ac:spMkLst>
            <pc:docMk/>
            <pc:sldMk cId="1858633924" sldId="279"/>
            <ac:spMk id="3" creationId="{85D51BCF-DA5D-4879-DB1C-E450AD7D6108}"/>
          </ac:spMkLst>
        </pc:spChg>
        <pc:spChg chg="add del mod">
          <ac:chgData name="Vo Ngoc Huy Thong" userId="935b312d-1033-489d-b0d3-08b237a997c5" providerId="ADAL" clId="{1ABAAA98-7665-4948-B5B6-2241D6DA24DE}" dt="2024-10-07T04:13:38.115" v="2429" actId="11529"/>
          <ac:spMkLst>
            <pc:docMk/>
            <pc:sldMk cId="1858633924" sldId="279"/>
            <ac:spMk id="4" creationId="{04570275-8782-F356-782B-3A58B88A167C}"/>
          </ac:spMkLst>
        </pc:spChg>
        <pc:spChg chg="add mod">
          <ac:chgData name="Vo Ngoc Huy Thong" userId="935b312d-1033-489d-b0d3-08b237a997c5" providerId="ADAL" clId="{1ABAAA98-7665-4948-B5B6-2241D6DA24DE}" dt="2024-10-07T04:16:35.558" v="2492" actId="1076"/>
          <ac:spMkLst>
            <pc:docMk/>
            <pc:sldMk cId="1858633924" sldId="279"/>
            <ac:spMk id="5" creationId="{ADA5DBCC-4F9E-0106-A8F5-232276249BB7}"/>
          </ac:spMkLst>
        </pc:spChg>
        <pc:spChg chg="add mod">
          <ac:chgData name="Vo Ngoc Huy Thong" userId="935b312d-1033-489d-b0d3-08b237a997c5" providerId="ADAL" clId="{1ABAAA98-7665-4948-B5B6-2241D6DA24DE}" dt="2024-10-07T04:16:30.245" v="2490" actId="1076"/>
          <ac:spMkLst>
            <pc:docMk/>
            <pc:sldMk cId="1858633924" sldId="279"/>
            <ac:spMk id="6" creationId="{FC05500D-33CE-E80E-71F8-F612BDC87200}"/>
          </ac:spMkLst>
        </pc:spChg>
        <pc:spChg chg="add mod">
          <ac:chgData name="Vo Ngoc Huy Thong" userId="935b312d-1033-489d-b0d3-08b237a997c5" providerId="ADAL" clId="{1ABAAA98-7665-4948-B5B6-2241D6DA24DE}" dt="2024-10-07T04:16:27.022" v="2489" actId="1076"/>
          <ac:spMkLst>
            <pc:docMk/>
            <pc:sldMk cId="1858633924" sldId="279"/>
            <ac:spMk id="7" creationId="{38E53184-D69E-F0F5-0B6F-6FF8E86BF324}"/>
          </ac:spMkLst>
        </pc:spChg>
        <pc:spChg chg="add mod">
          <ac:chgData name="Vo Ngoc Huy Thong" userId="935b312d-1033-489d-b0d3-08b237a997c5" providerId="ADAL" clId="{1ABAAA98-7665-4948-B5B6-2241D6DA24DE}" dt="2024-10-07T04:18:58.104" v="2517" actId="207"/>
          <ac:spMkLst>
            <pc:docMk/>
            <pc:sldMk cId="1858633924" sldId="279"/>
            <ac:spMk id="10" creationId="{A6D6110C-DFCC-B20B-6BAC-F6FD9261AE33}"/>
          </ac:spMkLst>
        </pc:spChg>
        <pc:picChg chg="add mod">
          <ac:chgData name="Vo Ngoc Huy Thong" userId="935b312d-1033-489d-b0d3-08b237a997c5" providerId="ADAL" clId="{1ABAAA98-7665-4948-B5B6-2241D6DA24DE}" dt="2024-10-07T04:17:58.842" v="2513" actId="1076"/>
          <ac:picMkLst>
            <pc:docMk/>
            <pc:sldMk cId="1858633924" sldId="279"/>
            <ac:picMk id="9" creationId="{86D8F02E-5DEB-3776-1724-39FE70C033A3}"/>
          </ac:picMkLst>
        </pc:picChg>
      </pc:sldChg>
      <pc:sldMasterChg chg="delSp modSp mod modSldLayout">
        <pc:chgData name="Vo Ngoc Huy Thong" userId="935b312d-1033-489d-b0d3-08b237a997c5" providerId="ADAL" clId="{1ABAAA98-7665-4948-B5B6-2241D6DA24DE}" dt="2024-10-05T15:40:48.765" v="446" actId="14100"/>
        <pc:sldMasterMkLst>
          <pc:docMk/>
          <pc:sldMasterMk cId="2764695151" sldId="2147483660"/>
        </pc:sldMasterMkLst>
        <pc:spChg chg="del">
          <ac:chgData name="Vo Ngoc Huy Thong" userId="935b312d-1033-489d-b0d3-08b237a997c5" providerId="ADAL" clId="{1ABAAA98-7665-4948-B5B6-2241D6DA24DE}" dt="2024-10-05T15:32:39.584" v="414" actId="478"/>
          <ac:spMkLst>
            <pc:docMk/>
            <pc:sldMasterMk cId="2764695151" sldId="2147483660"/>
            <ac:spMk id="2" creationId="{8460DAFD-2B11-53AF-F708-4B178616C02F}"/>
          </ac:spMkLst>
        </pc:spChg>
        <pc:spChg chg="del">
          <ac:chgData name="Vo Ngoc Huy Thong" userId="935b312d-1033-489d-b0d3-08b237a997c5" providerId="ADAL" clId="{1ABAAA98-7665-4948-B5B6-2241D6DA24DE}" dt="2024-10-05T15:32:38.155" v="413" actId="478"/>
          <ac:spMkLst>
            <pc:docMk/>
            <pc:sldMasterMk cId="2764695151" sldId="2147483660"/>
            <ac:spMk id="10" creationId="{00000000-0000-0000-0000-000000000000}"/>
          </ac:spMkLst>
        </pc:spChg>
        <pc:spChg chg="mod">
          <ac:chgData name="Vo Ngoc Huy Thong" userId="935b312d-1033-489d-b0d3-08b237a997c5" providerId="ADAL" clId="{1ABAAA98-7665-4948-B5B6-2241D6DA24DE}" dt="2024-10-05T15:39:34.506" v="439" actId="14100"/>
          <ac:spMkLst>
            <pc:docMk/>
            <pc:sldMasterMk cId="2764695151" sldId="2147483660"/>
            <ac:spMk id="13" creationId="{00000000-0000-0000-0000-000000000000}"/>
          </ac:spMkLst>
        </pc:spChg>
        <pc:spChg chg="del">
          <ac:chgData name="Vo Ngoc Huy Thong" userId="935b312d-1033-489d-b0d3-08b237a997c5" providerId="ADAL" clId="{1ABAAA98-7665-4948-B5B6-2241D6DA24DE}" dt="2024-10-05T15:32:41.933" v="415" actId="478"/>
          <ac:spMkLst>
            <pc:docMk/>
            <pc:sldMasterMk cId="2764695151" sldId="2147483660"/>
            <ac:spMk id="15" creationId="{00000000-0000-0000-0000-000000000000}"/>
          </ac:spMkLst>
        </pc:spChg>
        <pc:sldLayoutChg chg="delSp mod">
          <pc:chgData name="Vo Ngoc Huy Thong" userId="935b312d-1033-489d-b0d3-08b237a997c5" providerId="ADAL" clId="{1ABAAA98-7665-4948-B5B6-2241D6DA24DE}" dt="2024-10-05T15:33:17.613" v="417" actId="478"/>
          <pc:sldLayoutMkLst>
            <pc:docMk/>
            <pc:sldMasterMk cId="2764695151" sldId="2147483660"/>
            <pc:sldLayoutMk cId="2629407400" sldId="2147483663"/>
          </pc:sldLayoutMkLst>
          <pc:spChg chg="del">
            <ac:chgData name="Vo Ngoc Huy Thong" userId="935b312d-1033-489d-b0d3-08b237a997c5" providerId="ADAL" clId="{1ABAAA98-7665-4948-B5B6-2241D6DA24DE}" dt="2024-10-05T15:33:17.613" v="417" actId="478"/>
            <ac:spMkLst>
              <pc:docMk/>
              <pc:sldMasterMk cId="2764695151" sldId="2147483660"/>
              <pc:sldLayoutMk cId="2629407400" sldId="2147483663"/>
              <ac:spMk id="3" creationId="{E176AA89-B8C9-F023-9DB5-0123D798875D}"/>
            </ac:spMkLst>
          </pc:spChg>
        </pc:sldLayoutChg>
        <pc:sldLayoutChg chg="delSp modSp mod">
          <pc:chgData name="Vo Ngoc Huy Thong" userId="935b312d-1033-489d-b0d3-08b237a997c5" providerId="ADAL" clId="{1ABAAA98-7665-4948-B5B6-2241D6DA24DE}" dt="2024-10-05T15:40:48.765" v="446" actId="14100"/>
          <pc:sldLayoutMkLst>
            <pc:docMk/>
            <pc:sldMasterMk cId="2764695151" sldId="2147483660"/>
            <pc:sldLayoutMk cId="522616587" sldId="2147483664"/>
          </pc:sldLayoutMkLst>
          <pc:spChg chg="del">
            <ac:chgData name="Vo Ngoc Huy Thong" userId="935b312d-1033-489d-b0d3-08b237a997c5" providerId="ADAL" clId="{1ABAAA98-7665-4948-B5B6-2241D6DA24DE}" dt="2024-10-05T15:33:14.795" v="416" actId="478"/>
            <ac:spMkLst>
              <pc:docMk/>
              <pc:sldMasterMk cId="2764695151" sldId="2147483660"/>
              <pc:sldLayoutMk cId="522616587" sldId="2147483664"/>
              <ac:spMk id="3" creationId="{BD6A5767-0852-E4B5-E6C7-10BACD117DD9}"/>
            </ac:spMkLst>
          </pc:spChg>
          <pc:spChg chg="mod">
            <ac:chgData name="Vo Ngoc Huy Thong" userId="935b312d-1033-489d-b0d3-08b237a997c5" providerId="ADAL" clId="{1ABAAA98-7665-4948-B5B6-2241D6DA24DE}" dt="2024-10-05T15:40:48.765" v="446" actId="14100"/>
            <ac:spMkLst>
              <pc:docMk/>
              <pc:sldMasterMk cId="2764695151" sldId="2147483660"/>
              <pc:sldLayoutMk cId="522616587" sldId="2147483664"/>
              <ac:spMk id="4" creationId="{A7C5C896-E04E-26EA-00BB-8ABA167665EB}"/>
            </ac:spMkLst>
          </pc:spChg>
        </pc:sldLayoutChg>
      </pc:sldMasterChg>
    </pc:docChg>
  </pc:docChgLst>
  <pc:docChgLst>
    <pc:chgData name="Vo Ngoc Huy Thong" userId="935b312d-1033-489d-b0d3-08b237a997c5" providerId="ADAL" clId="{9CDEC197-8F40-4651-8AD3-64364CCBD929}"/>
    <pc:docChg chg="undo custSel addSld delSld modSld addMainMaster delMainMaster modMainMaster">
      <pc:chgData name="Vo Ngoc Huy Thong" userId="935b312d-1033-489d-b0d3-08b237a997c5" providerId="ADAL" clId="{9CDEC197-8F40-4651-8AD3-64364CCBD929}" dt="2024-09-26T08:16:41.089" v="3322" actId="20577"/>
      <pc:docMkLst>
        <pc:docMk/>
      </pc:docMkLst>
      <pc:sldChg chg="new del">
        <pc:chgData name="Vo Ngoc Huy Thong" userId="935b312d-1033-489d-b0d3-08b237a997c5" providerId="ADAL" clId="{9CDEC197-8F40-4651-8AD3-64364CCBD929}" dt="2024-09-20T13:49:08.466" v="1" actId="680"/>
        <pc:sldMkLst>
          <pc:docMk/>
          <pc:sldMk cId="560435987" sldId="256"/>
        </pc:sldMkLst>
      </pc:sldChg>
      <pc:sldChg chg="modSp new mod">
        <pc:chgData name="Vo Ngoc Huy Thong" userId="935b312d-1033-489d-b0d3-08b237a997c5" providerId="ADAL" clId="{9CDEC197-8F40-4651-8AD3-64364CCBD929}" dt="2024-09-22T08:50:05.381" v="394" actId="255"/>
        <pc:sldMkLst>
          <pc:docMk/>
          <pc:sldMk cId="3153800038" sldId="256"/>
        </pc:sldMkLst>
        <pc:spChg chg="mod">
          <ac:chgData name="Vo Ngoc Huy Thong" userId="935b312d-1033-489d-b0d3-08b237a997c5" providerId="ADAL" clId="{9CDEC197-8F40-4651-8AD3-64364CCBD929}" dt="2024-09-22T08:50:05.381" v="394" actId="255"/>
          <ac:spMkLst>
            <pc:docMk/>
            <pc:sldMk cId="3153800038" sldId="256"/>
            <ac:spMk id="2" creationId="{C09AEFAC-8B07-243B-31E2-D5F78D3C80A7}"/>
          </ac:spMkLst>
        </pc:spChg>
        <pc:spChg chg="mod">
          <ac:chgData name="Vo Ngoc Huy Thong" userId="935b312d-1033-489d-b0d3-08b237a997c5" providerId="ADAL" clId="{9CDEC197-8F40-4651-8AD3-64364CCBD929}" dt="2024-09-20T14:20:45.575" v="97" actId="20577"/>
          <ac:spMkLst>
            <pc:docMk/>
            <pc:sldMk cId="3153800038" sldId="256"/>
            <ac:spMk id="3" creationId="{1FE7C767-14DA-5673-BCB8-0002CBE004DD}"/>
          </ac:spMkLst>
        </pc:spChg>
      </pc:sldChg>
      <pc:sldChg chg="addSp delSp modSp new mod">
        <pc:chgData name="Vo Ngoc Huy Thong" userId="935b312d-1033-489d-b0d3-08b237a997c5" providerId="ADAL" clId="{9CDEC197-8F40-4651-8AD3-64364CCBD929}" dt="2024-09-22T12:44:25.627" v="1876" actId="962"/>
        <pc:sldMkLst>
          <pc:docMk/>
          <pc:sldMk cId="3172585156" sldId="257"/>
        </pc:sldMkLst>
        <pc:spChg chg="mod">
          <ac:chgData name="Vo Ngoc Huy Thong" userId="935b312d-1033-489d-b0d3-08b237a997c5" providerId="ADAL" clId="{9CDEC197-8F40-4651-8AD3-64364CCBD929}" dt="2024-09-20T14:23:35.332" v="105" actId="20577"/>
          <ac:spMkLst>
            <pc:docMk/>
            <pc:sldMk cId="3172585156" sldId="257"/>
            <ac:spMk id="2" creationId="{B58008F5-EDB4-BC55-507F-D0ED6EAF377F}"/>
          </ac:spMkLst>
        </pc:spChg>
        <pc:spChg chg="del">
          <ac:chgData name="Vo Ngoc Huy Thong" userId="935b312d-1033-489d-b0d3-08b237a997c5" providerId="ADAL" clId="{9CDEC197-8F40-4651-8AD3-64364CCBD929}" dt="2024-09-20T14:29:42.347" v="180" actId="478"/>
          <ac:spMkLst>
            <pc:docMk/>
            <pc:sldMk cId="3172585156" sldId="257"/>
            <ac:spMk id="4" creationId="{F4844967-4609-CFCA-9397-ED74158FEF77}"/>
          </ac:spMkLst>
        </pc:spChg>
        <pc:graphicFrameChg chg="add mod modGraphic">
          <ac:chgData name="Vo Ngoc Huy Thong" userId="935b312d-1033-489d-b0d3-08b237a997c5" providerId="ADAL" clId="{9CDEC197-8F40-4651-8AD3-64364CCBD929}" dt="2024-09-22T12:44:25.627" v="1876" actId="962"/>
          <ac:graphicFrameMkLst>
            <pc:docMk/>
            <pc:sldMk cId="3172585156" sldId="257"/>
            <ac:graphicFrameMk id="5" creationId="{880AE5A7-F1C9-FAA5-BFE2-0118CE35DD88}"/>
          </ac:graphicFrameMkLst>
        </pc:graphicFrameChg>
      </pc:sldChg>
      <pc:sldChg chg="new del">
        <pc:chgData name="Vo Ngoc Huy Thong" userId="935b312d-1033-489d-b0d3-08b237a997c5" providerId="ADAL" clId="{9CDEC197-8F40-4651-8AD3-64364CCBD929}" dt="2024-09-20T14:20:56.192" v="99" actId="680"/>
        <pc:sldMkLst>
          <pc:docMk/>
          <pc:sldMk cId="4216739154" sldId="257"/>
        </pc:sldMkLst>
      </pc:sldChg>
      <pc:sldChg chg="addSp modSp new mod modNotesTx">
        <pc:chgData name="Vo Ngoc Huy Thong" userId="935b312d-1033-489d-b0d3-08b237a997c5" providerId="ADAL" clId="{9CDEC197-8F40-4651-8AD3-64364CCBD929}" dt="2024-09-25T07:16:56.031" v="1992" actId="20577"/>
        <pc:sldMkLst>
          <pc:docMk/>
          <pc:sldMk cId="1321757329" sldId="258"/>
        </pc:sldMkLst>
        <pc:spChg chg="mod">
          <ac:chgData name="Vo Ngoc Huy Thong" userId="935b312d-1033-489d-b0d3-08b237a997c5" providerId="ADAL" clId="{9CDEC197-8F40-4651-8AD3-64364CCBD929}" dt="2024-09-20T14:31:30.344" v="236" actId="20577"/>
          <ac:spMkLst>
            <pc:docMk/>
            <pc:sldMk cId="1321757329" sldId="258"/>
            <ac:spMk id="2" creationId="{61D2411A-9242-729F-35C7-318C8576EC31}"/>
          </ac:spMkLst>
        </pc:spChg>
        <pc:spChg chg="mod">
          <ac:chgData name="Vo Ngoc Huy Thong" userId="935b312d-1033-489d-b0d3-08b237a997c5" providerId="ADAL" clId="{9CDEC197-8F40-4651-8AD3-64364CCBD929}" dt="2024-09-22T11:07:46.107" v="1237" actId="113"/>
          <ac:spMkLst>
            <pc:docMk/>
            <pc:sldMk cId="1321757329" sldId="258"/>
            <ac:spMk id="3" creationId="{5735D144-BB79-4437-2EF9-130AF6FFF7C1}"/>
          </ac:spMkLst>
        </pc:spChg>
        <pc:spChg chg="mod">
          <ac:chgData name="Vo Ngoc Huy Thong" userId="935b312d-1033-489d-b0d3-08b237a997c5" providerId="ADAL" clId="{9CDEC197-8F40-4651-8AD3-64364CCBD929}" dt="2024-09-22T12:46:29.722" v="1877" actId="113"/>
          <ac:spMkLst>
            <pc:docMk/>
            <pc:sldMk cId="1321757329" sldId="258"/>
            <ac:spMk id="4" creationId="{4025E35D-A40F-32FE-02E2-495BB257656D}"/>
          </ac:spMkLst>
        </pc:spChg>
        <pc:picChg chg="add mod">
          <ac:chgData name="Vo Ngoc Huy Thong" userId="935b312d-1033-489d-b0d3-08b237a997c5" providerId="ADAL" clId="{9CDEC197-8F40-4651-8AD3-64364CCBD929}" dt="2024-09-22T10:54:32.306" v="805" actId="14100"/>
          <ac:picMkLst>
            <pc:docMk/>
            <pc:sldMk cId="1321757329" sldId="258"/>
            <ac:picMk id="6" creationId="{696775A1-2231-30FD-6AC0-805575FAEBA0}"/>
          </ac:picMkLst>
        </pc:picChg>
        <pc:picChg chg="add mod">
          <ac:chgData name="Vo Ngoc Huy Thong" userId="935b312d-1033-489d-b0d3-08b237a997c5" providerId="ADAL" clId="{9CDEC197-8F40-4651-8AD3-64364CCBD929}" dt="2024-09-22T10:54:34.798" v="806" actId="14100"/>
          <ac:picMkLst>
            <pc:docMk/>
            <pc:sldMk cId="1321757329" sldId="258"/>
            <ac:picMk id="8" creationId="{9EBBE63D-3D4C-0CB4-7682-A2045068DCB5}"/>
          </ac:picMkLst>
        </pc:picChg>
      </pc:sldChg>
      <pc:sldChg chg="modSp new mod modNotesTx">
        <pc:chgData name="Vo Ngoc Huy Thong" userId="935b312d-1033-489d-b0d3-08b237a997c5" providerId="ADAL" clId="{9CDEC197-8F40-4651-8AD3-64364CCBD929}" dt="2024-09-26T08:08:07.169" v="3278" actId="20577"/>
        <pc:sldMkLst>
          <pc:docMk/>
          <pc:sldMk cId="510823664" sldId="259"/>
        </pc:sldMkLst>
        <pc:spChg chg="mod">
          <ac:chgData name="Vo Ngoc Huy Thong" userId="935b312d-1033-489d-b0d3-08b237a997c5" providerId="ADAL" clId="{9CDEC197-8F40-4651-8AD3-64364CCBD929}" dt="2024-09-22T08:54:20.275" v="397" actId="20577"/>
          <ac:spMkLst>
            <pc:docMk/>
            <pc:sldMk cId="510823664" sldId="259"/>
            <ac:spMk id="2" creationId="{6F1D303F-B688-C71B-0A8C-3CED39A665E0}"/>
          </ac:spMkLst>
        </pc:spChg>
        <pc:spChg chg="mod">
          <ac:chgData name="Vo Ngoc Huy Thong" userId="935b312d-1033-489d-b0d3-08b237a997c5" providerId="ADAL" clId="{9CDEC197-8F40-4651-8AD3-64364CCBD929}" dt="2024-09-22T14:59:42.722" v="1990" actId="20577"/>
          <ac:spMkLst>
            <pc:docMk/>
            <pc:sldMk cId="510823664" sldId="259"/>
            <ac:spMk id="4" creationId="{C194C1A5-9C0D-FFC2-211E-B0FCB3D4AB87}"/>
          </ac:spMkLst>
        </pc:spChg>
      </pc:sldChg>
      <pc:sldChg chg="addSp delSp modSp new mod modNotesTx">
        <pc:chgData name="Vo Ngoc Huy Thong" userId="935b312d-1033-489d-b0d3-08b237a997c5" providerId="ADAL" clId="{9CDEC197-8F40-4651-8AD3-64364CCBD929}" dt="2024-09-25T15:02:38.112" v="3192" actId="20577"/>
        <pc:sldMkLst>
          <pc:docMk/>
          <pc:sldMk cId="3912670935" sldId="260"/>
        </pc:sldMkLst>
        <pc:spChg chg="mod">
          <ac:chgData name="Vo Ngoc Huy Thong" userId="935b312d-1033-489d-b0d3-08b237a997c5" providerId="ADAL" clId="{9CDEC197-8F40-4651-8AD3-64364CCBD929}" dt="2024-09-22T08:54:23.678" v="398" actId="20577"/>
          <ac:spMkLst>
            <pc:docMk/>
            <pc:sldMk cId="3912670935" sldId="260"/>
            <ac:spMk id="2" creationId="{5129858A-A589-E125-8357-011889F3C285}"/>
          </ac:spMkLst>
        </pc:spChg>
        <pc:spChg chg="del mod">
          <ac:chgData name="Vo Ngoc Huy Thong" userId="935b312d-1033-489d-b0d3-08b237a997c5" providerId="ADAL" clId="{9CDEC197-8F40-4651-8AD3-64364CCBD929}" dt="2024-09-25T14:57:22.084" v="3068" actId="478"/>
          <ac:spMkLst>
            <pc:docMk/>
            <pc:sldMk cId="3912670935" sldId="260"/>
            <ac:spMk id="4" creationId="{EFDD81C6-C4CE-18FD-BFA8-3EAE0B35DF5A}"/>
          </ac:spMkLst>
        </pc:spChg>
        <pc:picChg chg="add mod">
          <ac:chgData name="Vo Ngoc Huy Thong" userId="935b312d-1033-489d-b0d3-08b237a997c5" providerId="ADAL" clId="{9CDEC197-8F40-4651-8AD3-64364CCBD929}" dt="2024-09-25T14:58:01.975" v="3078" actId="1076"/>
          <ac:picMkLst>
            <pc:docMk/>
            <pc:sldMk cId="3912670935" sldId="260"/>
            <ac:picMk id="5" creationId="{1355AB6F-164B-41D4-A69B-15972740D38B}"/>
          </ac:picMkLst>
        </pc:picChg>
      </pc:sldChg>
      <pc:sldChg chg="addSp delSp modSp new mod">
        <pc:chgData name="Vo Ngoc Huy Thong" userId="935b312d-1033-489d-b0d3-08b237a997c5" providerId="ADAL" clId="{9CDEC197-8F40-4651-8AD3-64364CCBD929}" dt="2024-09-25T16:24:56.458" v="3217" actId="20577"/>
        <pc:sldMkLst>
          <pc:docMk/>
          <pc:sldMk cId="2110751147" sldId="261"/>
        </pc:sldMkLst>
        <pc:spChg chg="mod">
          <ac:chgData name="Vo Ngoc Huy Thong" userId="935b312d-1033-489d-b0d3-08b237a997c5" providerId="ADAL" clId="{9CDEC197-8F40-4651-8AD3-64364CCBD929}" dt="2024-09-20T14:32:45.607" v="281" actId="20577"/>
          <ac:spMkLst>
            <pc:docMk/>
            <pc:sldMk cId="2110751147" sldId="261"/>
            <ac:spMk id="2" creationId="{0CAF4FFD-DFB4-557B-DDA5-074411DC8A00}"/>
          </ac:spMkLst>
        </pc:spChg>
        <pc:spChg chg="add del mod">
          <ac:chgData name="Vo Ngoc Huy Thong" userId="935b312d-1033-489d-b0d3-08b237a997c5" providerId="ADAL" clId="{9CDEC197-8F40-4651-8AD3-64364CCBD929}" dt="2024-09-25T16:24:56.458" v="3217" actId="20577"/>
          <ac:spMkLst>
            <pc:docMk/>
            <pc:sldMk cId="2110751147" sldId="261"/>
            <ac:spMk id="4" creationId="{6F00F7E3-DF93-ECE4-A668-6625BF217643}"/>
          </ac:spMkLst>
        </pc:spChg>
      </pc:sldChg>
      <pc:sldChg chg="modSp new mod">
        <pc:chgData name="Vo Ngoc Huy Thong" userId="935b312d-1033-489d-b0d3-08b237a997c5" providerId="ADAL" clId="{9CDEC197-8F40-4651-8AD3-64364CCBD929}" dt="2024-09-25T16:25:21.359" v="3231" actId="20577"/>
        <pc:sldMkLst>
          <pc:docMk/>
          <pc:sldMk cId="2489943249" sldId="262"/>
        </pc:sldMkLst>
        <pc:spChg chg="mod">
          <ac:chgData name="Vo Ngoc Huy Thong" userId="935b312d-1033-489d-b0d3-08b237a997c5" providerId="ADAL" clId="{9CDEC197-8F40-4651-8AD3-64364CCBD929}" dt="2024-09-25T16:25:02.705" v="3218" actId="20577"/>
          <ac:spMkLst>
            <pc:docMk/>
            <pc:sldMk cId="2489943249" sldId="262"/>
            <ac:spMk id="2" creationId="{47C9B023-2050-B130-D146-884F2C78C448}"/>
          </ac:spMkLst>
        </pc:spChg>
        <pc:spChg chg="mod">
          <ac:chgData name="Vo Ngoc Huy Thong" userId="935b312d-1033-489d-b0d3-08b237a997c5" providerId="ADAL" clId="{9CDEC197-8F40-4651-8AD3-64364CCBD929}" dt="2024-09-25T16:25:21.359" v="3231" actId="20577"/>
          <ac:spMkLst>
            <pc:docMk/>
            <pc:sldMk cId="2489943249" sldId="262"/>
            <ac:spMk id="4" creationId="{9E31CAA8-5CD2-387C-67C2-AB8B9B37C136}"/>
          </ac:spMkLst>
        </pc:spChg>
      </pc:sldChg>
      <pc:sldChg chg="modSp new mod">
        <pc:chgData name="Vo Ngoc Huy Thong" userId="935b312d-1033-489d-b0d3-08b237a997c5" providerId="ADAL" clId="{9CDEC197-8F40-4651-8AD3-64364CCBD929}" dt="2024-09-25T16:27:56.501" v="3234" actId="5793"/>
        <pc:sldMkLst>
          <pc:docMk/>
          <pc:sldMk cId="1282838363" sldId="263"/>
        </pc:sldMkLst>
        <pc:spChg chg="mod">
          <ac:chgData name="Vo Ngoc Huy Thong" userId="935b312d-1033-489d-b0d3-08b237a997c5" providerId="ADAL" clId="{9CDEC197-8F40-4651-8AD3-64364CCBD929}" dt="2024-09-20T14:33:07.843" v="305"/>
          <ac:spMkLst>
            <pc:docMk/>
            <pc:sldMk cId="1282838363" sldId="263"/>
            <ac:spMk id="2" creationId="{88A97F93-2C6C-261C-23F4-2171A8CB76DB}"/>
          </ac:spMkLst>
        </pc:spChg>
        <pc:spChg chg="mod">
          <ac:chgData name="Vo Ngoc Huy Thong" userId="935b312d-1033-489d-b0d3-08b237a997c5" providerId="ADAL" clId="{9CDEC197-8F40-4651-8AD3-64364CCBD929}" dt="2024-09-25T16:27:56.501" v="3234" actId="5793"/>
          <ac:spMkLst>
            <pc:docMk/>
            <pc:sldMk cId="1282838363" sldId="263"/>
            <ac:spMk id="4" creationId="{ED2E0017-B98D-CB20-640F-A8AC113E93D9}"/>
          </ac:spMkLst>
        </pc:spChg>
      </pc:sldChg>
      <pc:sldChg chg="modSp new mod">
        <pc:chgData name="Vo Ngoc Huy Thong" userId="935b312d-1033-489d-b0d3-08b237a997c5" providerId="ADAL" clId="{9CDEC197-8F40-4651-8AD3-64364CCBD929}" dt="2024-09-25T16:29:36.853" v="3236" actId="20577"/>
        <pc:sldMkLst>
          <pc:docMk/>
          <pc:sldMk cId="2169735165" sldId="264"/>
        </pc:sldMkLst>
        <pc:spChg chg="mod">
          <ac:chgData name="Vo Ngoc Huy Thong" userId="935b312d-1033-489d-b0d3-08b237a997c5" providerId="ADAL" clId="{9CDEC197-8F40-4651-8AD3-64364CCBD929}" dt="2024-09-20T14:33:16.327" v="322" actId="20577"/>
          <ac:spMkLst>
            <pc:docMk/>
            <pc:sldMk cId="2169735165" sldId="264"/>
            <ac:spMk id="2" creationId="{C4F4A5EB-A5D6-4638-EABD-9ACC30202FFA}"/>
          </ac:spMkLst>
        </pc:spChg>
        <pc:spChg chg="mod">
          <ac:chgData name="Vo Ngoc Huy Thong" userId="935b312d-1033-489d-b0d3-08b237a997c5" providerId="ADAL" clId="{9CDEC197-8F40-4651-8AD3-64364CCBD929}" dt="2024-09-25T16:29:36.853" v="3236" actId="20577"/>
          <ac:spMkLst>
            <pc:docMk/>
            <pc:sldMk cId="2169735165" sldId="264"/>
            <ac:spMk id="4" creationId="{6B6221AA-69C3-199B-B8DF-8BA3EE5F5CF7}"/>
          </ac:spMkLst>
        </pc:spChg>
      </pc:sldChg>
      <pc:sldChg chg="new del">
        <pc:chgData name="Vo Ngoc Huy Thong" userId="935b312d-1033-489d-b0d3-08b237a997c5" providerId="ADAL" clId="{9CDEC197-8F40-4651-8AD3-64364CCBD929}" dt="2024-09-20T14:33:37.178" v="324" actId="47"/>
        <pc:sldMkLst>
          <pc:docMk/>
          <pc:sldMk cId="1879626032" sldId="265"/>
        </pc:sldMkLst>
      </pc:sldChg>
      <pc:sldChg chg="addSp modSp new mod">
        <pc:chgData name="Vo Ngoc Huy Thong" userId="935b312d-1033-489d-b0d3-08b237a997c5" providerId="ADAL" clId="{9CDEC197-8F40-4651-8AD3-64364CCBD929}" dt="2024-09-20T14:36:51.584" v="380" actId="1076"/>
        <pc:sldMkLst>
          <pc:docMk/>
          <pc:sldMk cId="3933634795" sldId="265"/>
        </pc:sldMkLst>
        <pc:spChg chg="add mod">
          <ac:chgData name="Vo Ngoc Huy Thong" userId="935b312d-1033-489d-b0d3-08b237a997c5" providerId="ADAL" clId="{9CDEC197-8F40-4651-8AD3-64364CCBD929}" dt="2024-09-20T14:34:03.484" v="327"/>
          <ac:spMkLst>
            <pc:docMk/>
            <pc:sldMk cId="3933634795" sldId="265"/>
            <ac:spMk id="2" creationId="{C7917C7C-A140-DDE7-76F2-DBD703D5B084}"/>
          </ac:spMkLst>
        </pc:spChg>
        <pc:spChg chg="add mod">
          <ac:chgData name="Vo Ngoc Huy Thong" userId="935b312d-1033-489d-b0d3-08b237a997c5" providerId="ADAL" clId="{9CDEC197-8F40-4651-8AD3-64364CCBD929}" dt="2024-09-20T14:36:51.584" v="380" actId="1076"/>
          <ac:spMkLst>
            <pc:docMk/>
            <pc:sldMk cId="3933634795" sldId="265"/>
            <ac:spMk id="4" creationId="{CE3879CF-F163-867A-26EB-E21CFCC7E2EC}"/>
          </ac:spMkLst>
        </pc:spChg>
        <pc:picChg chg="add">
          <ac:chgData name="Vo Ngoc Huy Thong" userId="935b312d-1033-489d-b0d3-08b237a997c5" providerId="ADAL" clId="{9CDEC197-8F40-4651-8AD3-64364CCBD929}" dt="2024-09-20T14:34:07.403" v="328"/>
          <ac:picMkLst>
            <pc:docMk/>
            <pc:sldMk cId="3933634795" sldId="265"/>
            <ac:picMk id="3" creationId="{19BB5EB3-40EB-0354-3464-E2CDF8EF6712}"/>
          </ac:picMkLst>
        </pc:picChg>
      </pc:sldChg>
      <pc:sldChg chg="addSp modSp add mod modNotesTx">
        <pc:chgData name="Vo Ngoc Huy Thong" userId="935b312d-1033-489d-b0d3-08b237a997c5" providerId="ADAL" clId="{9CDEC197-8F40-4651-8AD3-64364CCBD929}" dt="2024-09-25T07:30:40.203" v="2166" actId="20577"/>
        <pc:sldMkLst>
          <pc:docMk/>
          <pc:sldMk cId="1428207256" sldId="266"/>
        </pc:sldMkLst>
        <pc:spChg chg="mod">
          <ac:chgData name="Vo Ngoc Huy Thong" userId="935b312d-1033-489d-b0d3-08b237a997c5" providerId="ADAL" clId="{9CDEC197-8F40-4651-8AD3-64364CCBD929}" dt="2024-09-22T11:07:32.828" v="1236" actId="113"/>
          <ac:spMkLst>
            <pc:docMk/>
            <pc:sldMk cId="1428207256" sldId="266"/>
            <ac:spMk id="3" creationId="{5735D144-BB79-4437-2EF9-130AF6FFF7C1}"/>
          </ac:spMkLst>
        </pc:spChg>
        <pc:spChg chg="mod">
          <ac:chgData name="Vo Ngoc Huy Thong" userId="935b312d-1033-489d-b0d3-08b237a997c5" providerId="ADAL" clId="{9CDEC197-8F40-4651-8AD3-64364CCBD929}" dt="2024-09-22T12:46:39.370" v="1878" actId="113"/>
          <ac:spMkLst>
            <pc:docMk/>
            <pc:sldMk cId="1428207256" sldId="266"/>
            <ac:spMk id="4" creationId="{4025E35D-A40F-32FE-02E2-495BB257656D}"/>
          </ac:spMkLst>
        </pc:spChg>
        <pc:picChg chg="add mod">
          <ac:chgData name="Vo Ngoc Huy Thong" userId="935b312d-1033-489d-b0d3-08b237a997c5" providerId="ADAL" clId="{9CDEC197-8F40-4651-8AD3-64364CCBD929}" dt="2024-09-22T11:20:37.173" v="1290" actId="1076"/>
          <ac:picMkLst>
            <pc:docMk/>
            <pc:sldMk cId="1428207256" sldId="266"/>
            <ac:picMk id="6" creationId="{B02E9432-783B-80B5-EDEE-D8AB1DA85F19}"/>
          </ac:picMkLst>
        </pc:picChg>
        <pc:picChg chg="add mod">
          <ac:chgData name="Vo Ngoc Huy Thong" userId="935b312d-1033-489d-b0d3-08b237a997c5" providerId="ADAL" clId="{9CDEC197-8F40-4651-8AD3-64364CCBD929}" dt="2024-09-22T11:20:43.403" v="1291" actId="1076"/>
          <ac:picMkLst>
            <pc:docMk/>
            <pc:sldMk cId="1428207256" sldId="266"/>
            <ac:picMk id="8" creationId="{267A8614-4097-DEE7-8A0C-0795AAB57C10}"/>
          </ac:picMkLst>
        </pc:picChg>
      </pc:sldChg>
      <pc:sldChg chg="addSp delSp modSp new mod modNotesTx">
        <pc:chgData name="Vo Ngoc Huy Thong" userId="935b312d-1033-489d-b0d3-08b237a997c5" providerId="ADAL" clId="{9CDEC197-8F40-4651-8AD3-64364CCBD929}" dt="2024-09-26T08:05:46.343" v="3237" actId="20577"/>
        <pc:sldMkLst>
          <pc:docMk/>
          <pc:sldMk cId="3718486586" sldId="267"/>
        </pc:sldMkLst>
        <pc:spChg chg="mod">
          <ac:chgData name="Vo Ngoc Huy Thong" userId="935b312d-1033-489d-b0d3-08b237a997c5" providerId="ADAL" clId="{9CDEC197-8F40-4651-8AD3-64364CCBD929}" dt="2024-09-22T11:29:00.285" v="1299"/>
          <ac:spMkLst>
            <pc:docMk/>
            <pc:sldMk cId="3718486586" sldId="267"/>
            <ac:spMk id="2" creationId="{7EC2182F-462E-6D17-387D-02E94D375C95}"/>
          </ac:spMkLst>
        </pc:spChg>
        <pc:spChg chg="mod">
          <ac:chgData name="Vo Ngoc Huy Thong" userId="935b312d-1033-489d-b0d3-08b237a997c5" providerId="ADAL" clId="{9CDEC197-8F40-4651-8AD3-64364CCBD929}" dt="2024-09-22T11:48:26.058" v="1347" actId="20577"/>
          <ac:spMkLst>
            <pc:docMk/>
            <pc:sldMk cId="3718486586" sldId="267"/>
            <ac:spMk id="3" creationId="{CD62F3E7-DEC1-6869-7E04-F58B14060B4F}"/>
          </ac:spMkLst>
        </pc:spChg>
        <pc:spChg chg="del mod">
          <ac:chgData name="Vo Ngoc Huy Thong" userId="935b312d-1033-489d-b0d3-08b237a997c5" providerId="ADAL" clId="{9CDEC197-8F40-4651-8AD3-64364CCBD929}" dt="2024-09-22T11:47:26.908" v="1304" actId="478"/>
          <ac:spMkLst>
            <pc:docMk/>
            <pc:sldMk cId="3718486586" sldId="267"/>
            <ac:spMk id="4" creationId="{D8DFF055-8AEC-41D6-334A-ACA4B35D4C7B}"/>
          </ac:spMkLst>
        </pc:spChg>
        <pc:spChg chg="add del mod">
          <ac:chgData name="Vo Ngoc Huy Thong" userId="935b312d-1033-489d-b0d3-08b237a997c5" providerId="ADAL" clId="{9CDEC197-8F40-4651-8AD3-64364CCBD929}" dt="2024-09-22T11:47:29.176" v="1305" actId="478"/>
          <ac:spMkLst>
            <pc:docMk/>
            <pc:sldMk cId="3718486586" sldId="267"/>
            <ac:spMk id="6" creationId="{681FB3B8-AD40-9ECA-F6EF-2AD607DE0879}"/>
          </ac:spMkLst>
        </pc:spChg>
        <pc:picChg chg="add mod modCrop">
          <ac:chgData name="Vo Ngoc Huy Thong" userId="935b312d-1033-489d-b0d3-08b237a997c5" providerId="ADAL" clId="{9CDEC197-8F40-4651-8AD3-64364CCBD929}" dt="2024-09-22T11:50:06.655" v="1355" actId="1076"/>
          <ac:picMkLst>
            <pc:docMk/>
            <pc:sldMk cId="3718486586" sldId="267"/>
            <ac:picMk id="8" creationId="{A49795E7-A811-B52E-D55A-45C545B19FA3}"/>
          </ac:picMkLst>
        </pc:picChg>
      </pc:sldChg>
      <pc:sldChg chg="modSp add mod modNotesTx">
        <pc:chgData name="Vo Ngoc Huy Thong" userId="935b312d-1033-489d-b0d3-08b237a997c5" providerId="ADAL" clId="{9CDEC197-8F40-4651-8AD3-64364CCBD929}" dt="2024-09-25T07:34:23.887" v="2192" actId="20577"/>
        <pc:sldMkLst>
          <pc:docMk/>
          <pc:sldMk cId="362898852" sldId="268"/>
        </pc:sldMkLst>
        <pc:spChg chg="mod">
          <ac:chgData name="Vo Ngoc Huy Thong" userId="935b312d-1033-489d-b0d3-08b237a997c5" providerId="ADAL" clId="{9CDEC197-8F40-4651-8AD3-64364CCBD929}" dt="2024-09-22T13:45:09.736" v="1881" actId="20577"/>
          <ac:spMkLst>
            <pc:docMk/>
            <pc:sldMk cId="362898852" sldId="268"/>
            <ac:spMk id="4" creationId="{D8DFF055-8AEC-41D6-334A-ACA4B35D4C7B}"/>
          </ac:spMkLst>
        </pc:spChg>
      </pc:sldChg>
      <pc:sldChg chg="addSp modSp add mod modNotesTx">
        <pc:chgData name="Vo Ngoc Huy Thong" userId="935b312d-1033-489d-b0d3-08b237a997c5" providerId="ADAL" clId="{9CDEC197-8F40-4651-8AD3-64364CCBD929}" dt="2024-09-25T08:13:39.897" v="2209"/>
        <pc:sldMkLst>
          <pc:docMk/>
          <pc:sldMk cId="491042272" sldId="269"/>
        </pc:sldMkLst>
        <pc:spChg chg="mod">
          <ac:chgData name="Vo Ngoc Huy Thong" userId="935b312d-1033-489d-b0d3-08b237a997c5" providerId="ADAL" clId="{9CDEC197-8F40-4651-8AD3-64364CCBD929}" dt="2024-09-22T12:46:57.026" v="1879" actId="113"/>
          <ac:spMkLst>
            <pc:docMk/>
            <pc:sldMk cId="491042272" sldId="269"/>
            <ac:spMk id="4" creationId="{C194C1A5-9C0D-FFC2-211E-B0FCB3D4AB87}"/>
          </ac:spMkLst>
        </pc:spChg>
        <pc:picChg chg="add mod">
          <ac:chgData name="Vo Ngoc Huy Thong" userId="935b312d-1033-489d-b0d3-08b237a997c5" providerId="ADAL" clId="{9CDEC197-8F40-4651-8AD3-64364CCBD929}" dt="2024-09-22T12:31:48.721" v="1696" actId="1076"/>
          <ac:picMkLst>
            <pc:docMk/>
            <pc:sldMk cId="491042272" sldId="269"/>
            <ac:picMk id="1026" creationId="{0C2D4B9B-7B94-D2D2-DE83-AF583ADAC59D}"/>
          </ac:picMkLst>
        </pc:picChg>
      </pc:sldChg>
      <pc:sldChg chg="addSp delSp modSp add mod modNotesTx">
        <pc:chgData name="Vo Ngoc Huy Thong" userId="935b312d-1033-489d-b0d3-08b237a997c5" providerId="ADAL" clId="{9CDEC197-8F40-4651-8AD3-64364CCBD929}" dt="2024-09-26T08:11:25.443" v="3281" actId="20577"/>
        <pc:sldMkLst>
          <pc:docMk/>
          <pc:sldMk cId="2229923021" sldId="270"/>
        </pc:sldMkLst>
        <pc:spChg chg="mod">
          <ac:chgData name="Vo Ngoc Huy Thong" userId="935b312d-1033-489d-b0d3-08b237a997c5" providerId="ADAL" clId="{9CDEC197-8F40-4651-8AD3-64364CCBD929}" dt="2024-09-22T12:35:50.137" v="1749" actId="113"/>
          <ac:spMkLst>
            <pc:docMk/>
            <pc:sldMk cId="2229923021" sldId="270"/>
            <ac:spMk id="4" creationId="{C194C1A5-9C0D-FFC2-211E-B0FCB3D4AB87}"/>
          </ac:spMkLst>
        </pc:spChg>
        <pc:spChg chg="add mod">
          <ac:chgData name="Vo Ngoc Huy Thong" userId="935b312d-1033-489d-b0d3-08b237a997c5" providerId="ADAL" clId="{9CDEC197-8F40-4651-8AD3-64364CCBD929}" dt="2024-09-22T12:37:10.464" v="1770" actId="27636"/>
          <ac:spMkLst>
            <pc:docMk/>
            <pc:sldMk cId="2229923021" sldId="270"/>
            <ac:spMk id="5" creationId="{2343C10D-AF84-B1F5-11F7-A27629A49F00}"/>
          </ac:spMkLst>
        </pc:spChg>
        <pc:picChg chg="del">
          <ac:chgData name="Vo Ngoc Huy Thong" userId="935b312d-1033-489d-b0d3-08b237a997c5" providerId="ADAL" clId="{9CDEC197-8F40-4651-8AD3-64364CCBD929}" dt="2024-09-22T12:31:59.037" v="1698" actId="478"/>
          <ac:picMkLst>
            <pc:docMk/>
            <pc:sldMk cId="2229923021" sldId="270"/>
            <ac:picMk id="1026" creationId="{0C2D4B9B-7B94-D2D2-DE83-AF583ADAC59D}"/>
          </ac:picMkLst>
        </pc:picChg>
        <pc:picChg chg="add mod">
          <ac:chgData name="Vo Ngoc Huy Thong" userId="935b312d-1033-489d-b0d3-08b237a997c5" providerId="ADAL" clId="{9CDEC197-8F40-4651-8AD3-64364CCBD929}" dt="2024-09-22T12:48:47.281" v="1880" actId="1076"/>
          <ac:picMkLst>
            <pc:docMk/>
            <pc:sldMk cId="2229923021" sldId="270"/>
            <ac:picMk id="2050" creationId="{56FDB07B-811F-D39D-F14C-455E1A2FBDB4}"/>
          </ac:picMkLst>
        </pc:picChg>
      </pc:sldChg>
      <pc:sldChg chg="addSp delSp modSp new del mod">
        <pc:chgData name="Vo Ngoc Huy Thong" userId="935b312d-1033-489d-b0d3-08b237a997c5" providerId="ADAL" clId="{9CDEC197-8F40-4651-8AD3-64364CCBD929}" dt="2024-09-22T12:41:24.018" v="1787" actId="47"/>
        <pc:sldMkLst>
          <pc:docMk/>
          <pc:sldMk cId="38710793" sldId="271"/>
        </pc:sldMkLst>
        <pc:spChg chg="mod">
          <ac:chgData name="Vo Ngoc Huy Thong" userId="935b312d-1033-489d-b0d3-08b237a997c5" providerId="ADAL" clId="{9CDEC197-8F40-4651-8AD3-64364CCBD929}" dt="2024-09-22T12:37:49.932" v="1774"/>
          <ac:spMkLst>
            <pc:docMk/>
            <pc:sldMk cId="38710793" sldId="271"/>
            <ac:spMk id="2" creationId="{ECBC956B-51EB-7523-3130-A591F653AD92}"/>
          </ac:spMkLst>
        </pc:spChg>
        <pc:spChg chg="mod">
          <ac:chgData name="Vo Ngoc Huy Thong" userId="935b312d-1033-489d-b0d3-08b237a997c5" providerId="ADAL" clId="{9CDEC197-8F40-4651-8AD3-64364CCBD929}" dt="2024-09-22T12:39:21.161" v="1775"/>
          <ac:spMkLst>
            <pc:docMk/>
            <pc:sldMk cId="38710793" sldId="271"/>
            <ac:spMk id="4" creationId="{13BD6496-9071-D514-689D-B58B03F554C8}"/>
          </ac:spMkLst>
        </pc:spChg>
        <pc:picChg chg="add del mod">
          <ac:chgData name="Vo Ngoc Huy Thong" userId="935b312d-1033-489d-b0d3-08b237a997c5" providerId="ADAL" clId="{9CDEC197-8F40-4651-8AD3-64364CCBD929}" dt="2024-09-22T12:41:16.008" v="1786" actId="21"/>
          <ac:picMkLst>
            <pc:docMk/>
            <pc:sldMk cId="38710793" sldId="271"/>
            <ac:picMk id="3074" creationId="{037A6EDE-6A3C-7C8B-778C-F8808F521F02}"/>
          </ac:picMkLst>
        </pc:picChg>
      </pc:sldChg>
      <pc:sldChg chg="addSp modSp new mod modNotesTx">
        <pc:chgData name="Vo Ngoc Huy Thong" userId="935b312d-1033-489d-b0d3-08b237a997c5" providerId="ADAL" clId="{9CDEC197-8F40-4651-8AD3-64364CCBD929}" dt="2024-09-26T08:14:51.741" v="3295" actId="20577"/>
        <pc:sldMkLst>
          <pc:docMk/>
          <pc:sldMk cId="4067116527" sldId="271"/>
        </pc:sldMkLst>
        <pc:spChg chg="add mod">
          <ac:chgData name="Vo Ngoc Huy Thong" userId="935b312d-1033-489d-b0d3-08b237a997c5" providerId="ADAL" clId="{9CDEC197-8F40-4651-8AD3-64364CCBD929}" dt="2024-09-22T12:42:59.667" v="1816" actId="1076"/>
          <ac:spMkLst>
            <pc:docMk/>
            <pc:sldMk cId="4067116527" sldId="271"/>
            <ac:spMk id="2" creationId="{7279B567-741C-30E4-2E1E-BBAD586B6D7B}"/>
          </ac:spMkLst>
        </pc:spChg>
        <pc:picChg chg="add mod">
          <ac:chgData name="Vo Ngoc Huy Thong" userId="935b312d-1033-489d-b0d3-08b237a997c5" providerId="ADAL" clId="{9CDEC197-8F40-4651-8AD3-64364CCBD929}" dt="2024-09-22T14:35:41.161" v="1963" actId="14100"/>
          <ac:picMkLst>
            <pc:docMk/>
            <pc:sldMk cId="4067116527" sldId="271"/>
            <ac:picMk id="3074" creationId="{037A6EDE-6A3C-7C8B-778C-F8808F521F02}"/>
          </ac:picMkLst>
        </pc:picChg>
      </pc:sldChg>
      <pc:sldChg chg="add del">
        <pc:chgData name="Vo Ngoc Huy Thong" userId="935b312d-1033-489d-b0d3-08b237a997c5" providerId="ADAL" clId="{9CDEC197-8F40-4651-8AD3-64364CCBD929}" dt="2024-09-25T14:58:51.770" v="3081" actId="2890"/>
        <pc:sldMkLst>
          <pc:docMk/>
          <pc:sldMk cId="631695290" sldId="272"/>
        </pc:sldMkLst>
      </pc:sldChg>
      <pc:sldChg chg="addSp delSp modSp add mod modNotesTx">
        <pc:chgData name="Vo Ngoc Huy Thong" userId="935b312d-1033-489d-b0d3-08b237a997c5" providerId="ADAL" clId="{9CDEC197-8F40-4651-8AD3-64364CCBD929}" dt="2024-09-26T08:16:41.089" v="3322" actId="20577"/>
        <pc:sldMkLst>
          <pc:docMk/>
          <pc:sldMk cId="3636459791" sldId="272"/>
        </pc:sldMkLst>
        <pc:picChg chg="del">
          <ac:chgData name="Vo Ngoc Huy Thong" userId="935b312d-1033-489d-b0d3-08b237a997c5" providerId="ADAL" clId="{9CDEC197-8F40-4651-8AD3-64364CCBD929}" dt="2024-09-25T14:59:05.067" v="3084" actId="478"/>
          <ac:picMkLst>
            <pc:docMk/>
            <pc:sldMk cId="3636459791" sldId="272"/>
            <ac:picMk id="5" creationId="{1355AB6F-164B-41D4-A69B-15972740D38B}"/>
          </ac:picMkLst>
        </pc:picChg>
        <pc:picChg chg="add mod">
          <ac:chgData name="Vo Ngoc Huy Thong" userId="935b312d-1033-489d-b0d3-08b237a997c5" providerId="ADAL" clId="{9CDEC197-8F40-4651-8AD3-64364CCBD929}" dt="2024-09-25T14:59:31.444" v="3087" actId="1076"/>
          <ac:picMkLst>
            <pc:docMk/>
            <pc:sldMk cId="3636459791" sldId="272"/>
            <ac:picMk id="1026" creationId="{73B617A8-8BC9-7070-D4F2-86F7946C9FF4}"/>
          </ac:picMkLst>
        </pc:picChg>
      </pc:sldChg>
      <pc:sldMasterChg chg="del">
        <pc:chgData name="Vo Ngoc Huy Thong" userId="935b312d-1033-489d-b0d3-08b237a997c5" providerId="ADAL" clId="{9CDEC197-8F40-4651-8AD3-64364CCBD929}" dt="2024-09-20T13:49:25.981" v="2" actId="2696"/>
        <pc:sldMasterMkLst>
          <pc:docMk/>
          <pc:sldMasterMk cId="3688467982" sldId="2147483648"/>
        </pc:sldMasterMkLst>
      </pc:sldMasterChg>
      <pc:sldMasterChg chg="modSp mod modSldLayout sldLayoutOrd">
        <pc:chgData name="Vo Ngoc Huy Thong" userId="935b312d-1033-489d-b0d3-08b237a997c5" providerId="ADAL" clId="{9CDEC197-8F40-4651-8AD3-64364CCBD929}" dt="2024-09-22T11:07:03.154" v="1235" actId="113"/>
        <pc:sldMasterMkLst>
          <pc:docMk/>
          <pc:sldMasterMk cId="2764695151" sldId="2147483660"/>
        </pc:sldMasterMkLst>
        <pc:spChg chg="mod">
          <ac:chgData name="Vo Ngoc Huy Thong" userId="935b312d-1033-489d-b0d3-08b237a997c5" providerId="ADAL" clId="{9CDEC197-8F40-4651-8AD3-64364CCBD929}" dt="2024-09-20T13:55:13.816" v="14" actId="1076"/>
          <ac:spMkLst>
            <pc:docMk/>
            <pc:sldMasterMk cId="2764695151" sldId="2147483660"/>
            <ac:spMk id="10" creationId="{00000000-0000-0000-0000-000000000000}"/>
          </ac:spMkLst>
        </pc:spChg>
        <pc:spChg chg="mod">
          <ac:chgData name="Vo Ngoc Huy Thong" userId="935b312d-1033-489d-b0d3-08b237a997c5" providerId="ADAL" clId="{9CDEC197-8F40-4651-8AD3-64364CCBD929}" dt="2024-09-20T13:57:35.659" v="23" actId="207"/>
          <ac:spMkLst>
            <pc:docMk/>
            <pc:sldMasterMk cId="2764695151" sldId="2147483660"/>
            <ac:spMk id="12" creationId="{00000000-0000-0000-0000-000000000000}"/>
          </ac:spMkLst>
        </pc:spChg>
        <pc:spChg chg="mod">
          <ac:chgData name="Vo Ngoc Huy Thong" userId="935b312d-1033-489d-b0d3-08b237a997c5" providerId="ADAL" clId="{9CDEC197-8F40-4651-8AD3-64364CCBD929}" dt="2024-09-20T13:57:45.259" v="24" actId="255"/>
          <ac:spMkLst>
            <pc:docMk/>
            <pc:sldMasterMk cId="2764695151" sldId="2147483660"/>
            <ac:spMk id="13" creationId="{00000000-0000-0000-0000-000000000000}"/>
          </ac:spMkLst>
        </pc:spChg>
        <pc:spChg chg="mod">
          <ac:chgData name="Vo Ngoc Huy Thong" userId="935b312d-1033-489d-b0d3-08b237a997c5" providerId="ADAL" clId="{9CDEC197-8F40-4651-8AD3-64364CCBD929}" dt="2024-09-22T11:06:26.463" v="1233" actId="113"/>
          <ac:spMkLst>
            <pc:docMk/>
            <pc:sldMasterMk cId="2764695151" sldId="2147483660"/>
            <ac:spMk id="15" creationId="{00000000-0000-0000-0000-000000000000}"/>
          </ac:spMkLst>
        </pc:spChg>
        <pc:sldLayoutChg chg="addSp delSp modSp mod">
          <pc:chgData name="Vo Ngoc Huy Thong" userId="935b312d-1033-489d-b0d3-08b237a997c5" providerId="ADAL" clId="{9CDEC197-8F40-4651-8AD3-64364CCBD929}" dt="2024-09-20T13:58:04.204" v="26" actId="478"/>
          <pc:sldLayoutMkLst>
            <pc:docMk/>
            <pc:sldMasterMk cId="2764695151" sldId="2147483660"/>
            <pc:sldLayoutMk cId="3405875314" sldId="2147483661"/>
          </pc:sldLayoutMkLst>
          <pc:spChg chg="del">
            <ac:chgData name="Vo Ngoc Huy Thong" userId="935b312d-1033-489d-b0d3-08b237a997c5" providerId="ADAL" clId="{9CDEC197-8F40-4651-8AD3-64364CCBD929}" dt="2024-09-20T13:52:16.363" v="7" actId="478"/>
            <ac:spMkLst>
              <pc:docMk/>
              <pc:sldMasterMk cId="2764695151" sldId="2147483660"/>
              <pc:sldLayoutMk cId="3405875314" sldId="2147483661"/>
              <ac:spMk id="2" creationId="{8AAA1C39-CD13-2583-5C00-35B5D0E720B5}"/>
            </ac:spMkLst>
          </pc:spChg>
          <pc:spChg chg="add del mod">
            <ac:chgData name="Vo Ngoc Huy Thong" userId="935b312d-1033-489d-b0d3-08b237a997c5" providerId="ADAL" clId="{9CDEC197-8F40-4651-8AD3-64364CCBD929}" dt="2024-09-20T13:58:04.204" v="26" actId="478"/>
            <ac:spMkLst>
              <pc:docMk/>
              <pc:sldMasterMk cId="2764695151" sldId="2147483660"/>
              <pc:sldLayoutMk cId="3405875314" sldId="2147483661"/>
              <ac:spMk id="3" creationId="{B3E91AD6-348F-6847-B818-54E2C4EE537E}"/>
            </ac:spMkLst>
          </pc:spChg>
          <pc:spChg chg="del">
            <ac:chgData name="Vo Ngoc Huy Thong" userId="935b312d-1033-489d-b0d3-08b237a997c5" providerId="ADAL" clId="{9CDEC197-8F40-4651-8AD3-64364CCBD929}" dt="2024-09-20T13:51:26.854" v="4" actId="478"/>
            <ac:spMkLst>
              <pc:docMk/>
              <pc:sldMasterMk cId="2764695151" sldId="2147483660"/>
              <pc:sldLayoutMk cId="3405875314" sldId="2147483661"/>
              <ac:spMk id="5" creationId="{FB93D69B-0111-E933-AEED-C18E8D3919A7}"/>
            </ac:spMkLst>
          </pc:spChg>
          <pc:spChg chg="mod">
            <ac:chgData name="Vo Ngoc Huy Thong" userId="935b312d-1033-489d-b0d3-08b237a997c5" providerId="ADAL" clId="{9CDEC197-8F40-4651-8AD3-64364CCBD929}" dt="2024-09-20T13:53:56.780" v="10" actId="1076"/>
            <ac:spMkLst>
              <pc:docMk/>
              <pc:sldMasterMk cId="2764695151" sldId="2147483660"/>
              <pc:sldLayoutMk cId="3405875314" sldId="2147483661"/>
              <ac:spMk id="22" creationId="{00000000-0000-0000-0000-000000000000}"/>
            </ac:spMkLst>
          </pc:spChg>
          <pc:spChg chg="mod">
            <ac:chgData name="Vo Ngoc Huy Thong" userId="935b312d-1033-489d-b0d3-08b237a997c5" providerId="ADAL" clId="{9CDEC197-8F40-4651-8AD3-64364CCBD929}" dt="2024-09-20T13:53:56.780" v="10" actId="1076"/>
            <ac:spMkLst>
              <pc:docMk/>
              <pc:sldMasterMk cId="2764695151" sldId="2147483660"/>
              <pc:sldLayoutMk cId="3405875314" sldId="2147483661"/>
              <ac:spMk id="23" creationId="{00000000-0000-0000-0000-000000000000}"/>
            </ac:spMkLst>
          </pc:spChg>
          <pc:picChg chg="del">
            <ac:chgData name="Vo Ngoc Huy Thong" userId="935b312d-1033-489d-b0d3-08b237a997c5" providerId="ADAL" clId="{9CDEC197-8F40-4651-8AD3-64364CCBD929}" dt="2024-09-20T13:51:24.630" v="3" actId="478"/>
            <ac:picMkLst>
              <pc:docMk/>
              <pc:sldMasterMk cId="2764695151" sldId="2147483660"/>
              <pc:sldLayoutMk cId="3405875314" sldId="2147483661"/>
              <ac:picMk id="4" creationId="{9644563B-0D7C-6387-1AAD-C895F0D4B4BC}"/>
            </ac:picMkLst>
          </pc:picChg>
          <pc:cxnChg chg="mod">
            <ac:chgData name="Vo Ngoc Huy Thong" userId="935b312d-1033-489d-b0d3-08b237a997c5" providerId="ADAL" clId="{9CDEC197-8F40-4651-8AD3-64364CCBD929}" dt="2024-09-20T13:53:56.780" v="10" actId="1076"/>
            <ac:cxnSpMkLst>
              <pc:docMk/>
              <pc:sldMasterMk cId="2764695151" sldId="2147483660"/>
              <pc:sldLayoutMk cId="3405875314" sldId="2147483661"/>
              <ac:cxnSpMk id="27" creationId="{00000000-0000-0000-0000-000000000000}"/>
            </ac:cxnSpMkLst>
          </pc:cxnChg>
        </pc:sldLayoutChg>
        <pc:sldLayoutChg chg="addSp delSp modSp mod">
          <pc:chgData name="Vo Ngoc Huy Thong" userId="935b312d-1033-489d-b0d3-08b237a997c5" providerId="ADAL" clId="{9CDEC197-8F40-4651-8AD3-64364CCBD929}" dt="2024-09-20T14:18:37.499" v="44" actId="478"/>
          <pc:sldLayoutMkLst>
            <pc:docMk/>
            <pc:sldMasterMk cId="2764695151" sldId="2147483660"/>
            <pc:sldLayoutMk cId="360101120" sldId="2147483662"/>
          </pc:sldLayoutMkLst>
          <pc:spChg chg="del mod">
            <ac:chgData name="Vo Ngoc Huy Thong" userId="935b312d-1033-489d-b0d3-08b237a997c5" providerId="ADAL" clId="{9CDEC197-8F40-4651-8AD3-64364CCBD929}" dt="2024-09-20T14:17:18.989" v="39"/>
            <ac:spMkLst>
              <pc:docMk/>
              <pc:sldMasterMk cId="2764695151" sldId="2147483660"/>
              <pc:sldLayoutMk cId="360101120" sldId="2147483662"/>
              <ac:spMk id="2" creationId="{6CE007A7-64AE-11EE-820A-AD03ACFA11FB}"/>
            </ac:spMkLst>
          </pc:spChg>
          <pc:spChg chg="del mod">
            <ac:chgData name="Vo Ngoc Huy Thong" userId="935b312d-1033-489d-b0d3-08b237a997c5" providerId="ADAL" clId="{9CDEC197-8F40-4651-8AD3-64364CCBD929}" dt="2024-09-20T14:18:37.499" v="44" actId="478"/>
            <ac:spMkLst>
              <pc:docMk/>
              <pc:sldMasterMk cId="2764695151" sldId="2147483660"/>
              <pc:sldLayoutMk cId="360101120" sldId="2147483662"/>
              <ac:spMk id="3" creationId="{31803444-7F95-11AF-2591-82044D610370}"/>
            </ac:spMkLst>
          </pc:spChg>
          <pc:spChg chg="add del mod">
            <ac:chgData name="Vo Ngoc Huy Thong" userId="935b312d-1033-489d-b0d3-08b237a997c5" providerId="ADAL" clId="{9CDEC197-8F40-4651-8AD3-64364CCBD929}" dt="2024-09-20T14:18:34.658" v="42" actId="478"/>
            <ac:spMkLst>
              <pc:docMk/>
              <pc:sldMasterMk cId="2764695151" sldId="2147483660"/>
              <pc:sldLayoutMk cId="360101120" sldId="2147483662"/>
              <ac:spMk id="4" creationId="{3F12EF1F-F36D-D9DC-4EB3-61EEAB66F81F}"/>
            </ac:spMkLst>
          </pc:spChg>
          <pc:spChg chg="del mod">
            <ac:chgData name="Vo Ngoc Huy Thong" userId="935b312d-1033-489d-b0d3-08b237a997c5" providerId="ADAL" clId="{9CDEC197-8F40-4651-8AD3-64364CCBD929}" dt="2024-09-20T14:18:35.312" v="43" actId="478"/>
            <ac:spMkLst>
              <pc:docMk/>
              <pc:sldMasterMk cId="2764695151" sldId="2147483660"/>
              <pc:sldLayoutMk cId="360101120" sldId="2147483662"/>
              <ac:spMk id="5" creationId="{EBC517F8-2754-93B2-3B43-82D6BD099614}"/>
            </ac:spMkLst>
          </pc:spChg>
          <pc:spChg chg="del">
            <ac:chgData name="Vo Ngoc Huy Thong" userId="935b312d-1033-489d-b0d3-08b237a997c5" providerId="ADAL" clId="{9CDEC197-8F40-4651-8AD3-64364CCBD929}" dt="2024-09-20T13:56:27.609" v="18" actId="478"/>
            <ac:spMkLst>
              <pc:docMk/>
              <pc:sldMasterMk cId="2764695151" sldId="2147483660"/>
              <pc:sldLayoutMk cId="360101120" sldId="2147483662"/>
              <ac:spMk id="6" creationId="{4948E09A-CD56-720C-050E-65BE3E81E601}"/>
            </ac:spMkLst>
          </pc:spChg>
        </pc:sldLayoutChg>
        <pc:sldLayoutChg chg="delSp modSp mod">
          <pc:chgData name="Vo Ngoc Huy Thong" userId="935b312d-1033-489d-b0d3-08b237a997c5" providerId="ADAL" clId="{9CDEC197-8F40-4651-8AD3-64364CCBD929}" dt="2024-09-22T11:07:03.154" v="1235" actId="113"/>
          <pc:sldLayoutMkLst>
            <pc:docMk/>
            <pc:sldMasterMk cId="2764695151" sldId="2147483660"/>
            <pc:sldLayoutMk cId="2629407400" sldId="2147483663"/>
          </pc:sldLayoutMkLst>
          <pc:spChg chg="mod">
            <ac:chgData name="Vo Ngoc Huy Thong" userId="935b312d-1033-489d-b0d3-08b237a997c5" providerId="ADAL" clId="{9CDEC197-8F40-4651-8AD3-64364CCBD929}" dt="2024-09-22T11:07:03.154" v="1235" actId="113"/>
            <ac:spMkLst>
              <pc:docMk/>
              <pc:sldMasterMk cId="2764695151" sldId="2147483660"/>
              <pc:sldLayoutMk cId="2629407400" sldId="2147483663"/>
              <ac:spMk id="3" creationId="{E176AA89-B8C9-F023-9DB5-0123D798875D}"/>
            </ac:spMkLst>
          </pc:spChg>
          <pc:spChg chg="del">
            <ac:chgData name="Vo Ngoc Huy Thong" userId="935b312d-1033-489d-b0d3-08b237a997c5" providerId="ADAL" clId="{9CDEC197-8F40-4651-8AD3-64364CCBD929}" dt="2024-09-20T13:56:30.719" v="19" actId="478"/>
            <ac:spMkLst>
              <pc:docMk/>
              <pc:sldMasterMk cId="2764695151" sldId="2147483660"/>
              <pc:sldLayoutMk cId="2629407400" sldId="2147483663"/>
              <ac:spMk id="7" creationId="{13C24B8F-B657-0149-6305-9CD68AC5B54B}"/>
            </ac:spMkLst>
          </pc:spChg>
          <pc:spChg chg="mod">
            <ac:chgData name="Vo Ngoc Huy Thong" userId="935b312d-1033-489d-b0d3-08b237a997c5" providerId="ADAL" clId="{9CDEC197-8F40-4651-8AD3-64364CCBD929}" dt="2024-09-20T14:14:46.843" v="36" actId="207"/>
            <ac:spMkLst>
              <pc:docMk/>
              <pc:sldMasterMk cId="2764695151" sldId="2147483660"/>
              <pc:sldLayoutMk cId="2629407400" sldId="2147483663"/>
              <ac:spMk id="8" creationId="{C1424A16-5239-27C4-2871-37EA0CC45E07}"/>
            </ac:spMkLst>
          </pc:spChg>
          <pc:spChg chg="mod">
            <ac:chgData name="Vo Ngoc Huy Thong" userId="935b312d-1033-489d-b0d3-08b237a997c5" providerId="ADAL" clId="{9CDEC197-8F40-4651-8AD3-64364CCBD929}" dt="2024-09-20T14:14:54.056" v="37" actId="207"/>
            <ac:spMkLst>
              <pc:docMk/>
              <pc:sldMasterMk cId="2764695151" sldId="2147483660"/>
              <pc:sldLayoutMk cId="2629407400" sldId="2147483663"/>
              <ac:spMk id="9" creationId="{3FB74340-6118-7089-F358-D590B53BA886}"/>
            </ac:spMkLst>
          </pc:spChg>
        </pc:sldLayoutChg>
        <pc:sldLayoutChg chg="addSp modSp ord">
          <pc:chgData name="Vo Ngoc Huy Thong" userId="935b312d-1033-489d-b0d3-08b237a997c5" providerId="ADAL" clId="{9CDEC197-8F40-4651-8AD3-64364CCBD929}" dt="2024-09-22T11:06:59.711" v="1234" actId="113"/>
          <pc:sldLayoutMkLst>
            <pc:docMk/>
            <pc:sldMasterMk cId="2764695151" sldId="2147483660"/>
            <pc:sldLayoutMk cId="522616587" sldId="2147483664"/>
          </pc:sldLayoutMkLst>
          <pc:spChg chg="mod">
            <ac:chgData name="Vo Ngoc Huy Thong" userId="935b312d-1033-489d-b0d3-08b237a997c5" providerId="ADAL" clId="{9CDEC197-8F40-4651-8AD3-64364CCBD929}" dt="2024-09-20T14:14:34.208" v="35" actId="207"/>
            <ac:spMkLst>
              <pc:docMk/>
              <pc:sldMasterMk cId="2764695151" sldId="2147483660"/>
              <pc:sldLayoutMk cId="522616587" sldId="2147483664"/>
              <ac:spMk id="2" creationId="{6DECCE17-9E80-821F-CBB5-5158A74280E2}"/>
            </ac:spMkLst>
          </pc:spChg>
          <pc:spChg chg="mod">
            <ac:chgData name="Vo Ngoc Huy Thong" userId="935b312d-1033-489d-b0d3-08b237a997c5" providerId="ADAL" clId="{9CDEC197-8F40-4651-8AD3-64364CCBD929}" dt="2024-09-22T11:06:59.711" v="1234" actId="113"/>
            <ac:spMkLst>
              <pc:docMk/>
              <pc:sldMasterMk cId="2764695151" sldId="2147483660"/>
              <pc:sldLayoutMk cId="522616587" sldId="2147483664"/>
              <ac:spMk id="3" creationId="{BD6A5767-0852-E4B5-E6C7-10BACD117DD9}"/>
            </ac:spMkLst>
          </pc:spChg>
          <pc:spChg chg="add mod">
            <ac:chgData name="Vo Ngoc Huy Thong" userId="935b312d-1033-489d-b0d3-08b237a997c5" providerId="ADAL" clId="{9CDEC197-8F40-4651-8AD3-64364CCBD929}" dt="2024-09-20T14:14:15.443" v="34" actId="207"/>
            <ac:spMkLst>
              <pc:docMk/>
              <pc:sldMasterMk cId="2764695151" sldId="2147483660"/>
              <pc:sldLayoutMk cId="522616587" sldId="2147483664"/>
              <ac:spMk id="4" creationId="{A7C5C896-E04E-26EA-00BB-8ABA167665EB}"/>
            </ac:spMkLst>
          </pc:spChg>
        </pc:sldLayoutChg>
      </pc:sldMasterChg>
      <pc:sldMasterChg chg="new del mod addSldLayout delSldLayout">
        <pc:chgData name="Vo Ngoc Huy Thong" userId="935b312d-1033-489d-b0d3-08b237a997c5" providerId="ADAL" clId="{9CDEC197-8F40-4651-8AD3-64364CCBD929}" dt="2024-09-20T13:59:45.233" v="31" actId="6938"/>
        <pc:sldMasterMkLst>
          <pc:docMk/>
          <pc:sldMasterMk cId="3201260503" sldId="2147483664"/>
        </pc:sldMasterMkLst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3849001630" sldId="2147483665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4104592937" sldId="2147483666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4047468627" sldId="2147483667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2517982163" sldId="2147483668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2144458026" sldId="2147483669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252828105" sldId="2147483670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1139697687" sldId="2147483671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421564311" sldId="2147483672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3327527951" sldId="2147483673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3288591223" sldId="2147483674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45.233" v="31" actId="6938"/>
          <pc:sldLayoutMkLst>
            <pc:docMk/>
            <pc:sldMasterMk cId="3201260503" sldId="2147483664"/>
            <pc:sldLayoutMk cId="3786076875" sldId="2147483675"/>
          </pc:sldLayoutMkLst>
        </pc:sldLayoutChg>
      </pc:sldMasterChg>
      <pc:sldMasterChg chg="new del mod addSldLayout delSldLayout">
        <pc:chgData name="Vo Ngoc Huy Thong" userId="935b312d-1033-489d-b0d3-08b237a997c5" providerId="ADAL" clId="{9CDEC197-8F40-4651-8AD3-64364CCBD929}" dt="2024-09-20T13:59:06.008" v="29" actId="6938"/>
        <pc:sldMasterMkLst>
          <pc:docMk/>
          <pc:sldMasterMk cId="3028167036" sldId="2147483665"/>
        </pc:sldMasterMkLst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2661629826" sldId="2147483666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1582972437" sldId="2147483667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3516915741" sldId="2147483668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181349197" sldId="2147483669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3963977435" sldId="2147483670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72014176" sldId="2147483671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578857824" sldId="2147483672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2451789688" sldId="2147483673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2635794549" sldId="2147483674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1394919495" sldId="2147483675"/>
          </pc:sldLayoutMkLst>
        </pc:sldLayoutChg>
        <pc:sldLayoutChg chg="new del replId">
          <pc:chgData name="Vo Ngoc Huy Thong" userId="935b312d-1033-489d-b0d3-08b237a997c5" providerId="ADAL" clId="{9CDEC197-8F40-4651-8AD3-64364CCBD929}" dt="2024-09-20T13:59:06.008" v="29" actId="6938"/>
          <pc:sldLayoutMkLst>
            <pc:docMk/>
            <pc:sldMasterMk cId="3028167036" sldId="2147483665"/>
            <pc:sldLayoutMk cId="1300436306" sldId="2147483676"/>
          </pc:sldLayoutMkLst>
        </pc:sldLayoutChg>
      </pc:sldMasterChg>
    </pc:docChg>
  </pc:docChgLst>
  <pc:docChgLst>
    <pc:chgData name="Vo Ngoc Huy Thong" userId="935b312d-1033-489d-b0d3-08b237a997c5" providerId="ADAL" clId="{13B98E13-B02B-4599-824D-2B7D876B6029}"/>
    <pc:docChg chg="undo custSel addSld delSld modSld">
      <pc:chgData name="Vo Ngoc Huy Thong" userId="935b312d-1033-489d-b0d3-08b237a997c5" providerId="ADAL" clId="{13B98E13-B02B-4599-824D-2B7D876B6029}" dt="2024-09-26T06:56:10.243" v="406" actId="20577"/>
      <pc:docMkLst>
        <pc:docMk/>
      </pc:docMkLst>
      <pc:sldChg chg="modSp mod">
        <pc:chgData name="Vo Ngoc Huy Thong" userId="935b312d-1033-489d-b0d3-08b237a997c5" providerId="ADAL" clId="{13B98E13-B02B-4599-824D-2B7D876B6029}" dt="2024-09-26T06:55:31.810" v="403" actId="113"/>
        <pc:sldMkLst>
          <pc:docMk/>
          <pc:sldMk cId="3172585156" sldId="257"/>
        </pc:sldMkLst>
        <pc:spChg chg="mod">
          <ac:chgData name="Vo Ngoc Huy Thong" userId="935b312d-1033-489d-b0d3-08b237a997c5" providerId="ADAL" clId="{13B98E13-B02B-4599-824D-2B7D876B6029}" dt="2024-09-26T06:55:31.810" v="403" actId="113"/>
          <ac:spMkLst>
            <pc:docMk/>
            <pc:sldMk cId="3172585156" sldId="257"/>
            <ac:spMk id="3" creationId="{4BBA7179-32AA-85BD-494D-992B17F0238E}"/>
          </ac:spMkLst>
        </pc:spChg>
        <pc:graphicFrameChg chg="mod">
          <ac:chgData name="Vo Ngoc Huy Thong" userId="935b312d-1033-489d-b0d3-08b237a997c5" providerId="ADAL" clId="{13B98E13-B02B-4599-824D-2B7D876B6029}" dt="2024-09-26T06:42:42.400" v="356" actId="1076"/>
          <ac:graphicFrameMkLst>
            <pc:docMk/>
            <pc:sldMk cId="3172585156" sldId="257"/>
            <ac:graphicFrameMk id="5" creationId="{880AE5A7-F1C9-FAA5-BFE2-0118CE35DD88}"/>
          </ac:graphicFrameMkLst>
        </pc:graphicFrameChg>
      </pc:sldChg>
      <pc:sldChg chg="modNotesTx">
        <pc:chgData name="Vo Ngoc Huy Thong" userId="935b312d-1033-489d-b0d3-08b237a997c5" providerId="ADAL" clId="{13B98E13-B02B-4599-824D-2B7D876B6029}" dt="2024-09-26T06:12:05.587" v="133" actId="20577"/>
        <pc:sldMkLst>
          <pc:docMk/>
          <pc:sldMk cId="1321757329" sldId="258"/>
        </pc:sldMkLst>
      </pc:sldChg>
      <pc:sldChg chg="modSp mod">
        <pc:chgData name="Vo Ngoc Huy Thong" userId="935b312d-1033-489d-b0d3-08b237a997c5" providerId="ADAL" clId="{13B98E13-B02B-4599-824D-2B7D876B6029}" dt="2024-09-26T06:55:18.988" v="401" actId="113"/>
        <pc:sldMkLst>
          <pc:docMk/>
          <pc:sldMk cId="510823664" sldId="259"/>
        </pc:sldMkLst>
        <pc:spChg chg="mod">
          <ac:chgData name="Vo Ngoc Huy Thong" userId="935b312d-1033-489d-b0d3-08b237a997c5" providerId="ADAL" clId="{13B98E13-B02B-4599-824D-2B7D876B6029}" dt="2024-09-26T06:55:18.988" v="401" actId="113"/>
          <ac:spMkLst>
            <pc:docMk/>
            <pc:sldMk cId="510823664" sldId="259"/>
            <ac:spMk id="3" creationId="{B0EABB2D-FB93-78E6-BC10-13F8771F32B0}"/>
          </ac:spMkLst>
        </pc:spChg>
      </pc:sldChg>
      <pc:sldChg chg="modSp mod modNotesTx">
        <pc:chgData name="Vo Ngoc Huy Thong" userId="935b312d-1033-489d-b0d3-08b237a997c5" providerId="ADAL" clId="{13B98E13-B02B-4599-824D-2B7D876B6029}" dt="2024-09-26T06:55:00.858" v="398" actId="113"/>
        <pc:sldMkLst>
          <pc:docMk/>
          <pc:sldMk cId="3912670935" sldId="260"/>
        </pc:sldMkLst>
        <pc:spChg chg="mod">
          <ac:chgData name="Vo Ngoc Huy Thong" userId="935b312d-1033-489d-b0d3-08b237a997c5" providerId="ADAL" clId="{13B98E13-B02B-4599-824D-2B7D876B6029}" dt="2024-09-26T04:31:19.971" v="62"/>
          <ac:spMkLst>
            <pc:docMk/>
            <pc:sldMk cId="3912670935" sldId="260"/>
            <ac:spMk id="2" creationId="{5129858A-A589-E125-8357-011889F3C285}"/>
          </ac:spMkLst>
        </pc:spChg>
        <pc:spChg chg="mod">
          <ac:chgData name="Vo Ngoc Huy Thong" userId="935b312d-1033-489d-b0d3-08b237a997c5" providerId="ADAL" clId="{13B98E13-B02B-4599-824D-2B7D876B6029}" dt="2024-09-26T06:55:00.858" v="398" actId="113"/>
          <ac:spMkLst>
            <pc:docMk/>
            <pc:sldMk cId="3912670935" sldId="260"/>
            <ac:spMk id="3" creationId="{4A062BF7-71AC-B8A1-9658-6992CB225757}"/>
          </ac:spMkLst>
        </pc:spChg>
      </pc:sldChg>
      <pc:sldChg chg="modSp del mod">
        <pc:chgData name="Vo Ngoc Huy Thong" userId="935b312d-1033-489d-b0d3-08b237a997c5" providerId="ADAL" clId="{13B98E13-B02B-4599-824D-2B7D876B6029}" dt="2024-09-26T04:31:44.449" v="81" actId="47"/>
        <pc:sldMkLst>
          <pc:docMk/>
          <pc:sldMk cId="2110751147" sldId="261"/>
        </pc:sldMkLst>
        <pc:spChg chg="mod">
          <ac:chgData name="Vo Ngoc Huy Thong" userId="935b312d-1033-489d-b0d3-08b237a997c5" providerId="ADAL" clId="{13B98E13-B02B-4599-824D-2B7D876B6029}" dt="2024-09-26T04:31:33.147" v="73" actId="21"/>
          <ac:spMkLst>
            <pc:docMk/>
            <pc:sldMk cId="2110751147" sldId="261"/>
            <ac:spMk id="4" creationId="{6F00F7E3-DF93-ECE4-A668-6625BF217643}"/>
          </ac:spMkLst>
        </pc:spChg>
      </pc:sldChg>
      <pc:sldChg chg="del">
        <pc:chgData name="Vo Ngoc Huy Thong" userId="935b312d-1033-489d-b0d3-08b237a997c5" providerId="ADAL" clId="{13B98E13-B02B-4599-824D-2B7D876B6029}" dt="2024-09-26T05:55:34.842" v="100" actId="47"/>
        <pc:sldMkLst>
          <pc:docMk/>
          <pc:sldMk cId="2489943249" sldId="262"/>
        </pc:sldMkLst>
      </pc:sldChg>
      <pc:sldChg chg="modSp mod modNotesTx">
        <pc:chgData name="Vo Ngoc Huy Thong" userId="935b312d-1033-489d-b0d3-08b237a997c5" providerId="ADAL" clId="{13B98E13-B02B-4599-824D-2B7D876B6029}" dt="2024-09-26T06:54:49.650" v="396" actId="113"/>
        <pc:sldMkLst>
          <pc:docMk/>
          <pc:sldMk cId="1282838363" sldId="263"/>
        </pc:sldMkLst>
        <pc:spChg chg="mod">
          <ac:chgData name="Vo Ngoc Huy Thong" userId="935b312d-1033-489d-b0d3-08b237a997c5" providerId="ADAL" clId="{13B98E13-B02B-4599-824D-2B7D876B6029}" dt="2024-09-26T06:54:49.650" v="396" actId="113"/>
          <ac:spMkLst>
            <pc:docMk/>
            <pc:sldMk cId="1282838363" sldId="263"/>
            <ac:spMk id="3" creationId="{19EA8EDF-B52B-6FA5-A8A7-A4F2F6C871F4}"/>
          </ac:spMkLst>
        </pc:spChg>
        <pc:spChg chg="mod">
          <ac:chgData name="Vo Ngoc Huy Thong" userId="935b312d-1033-489d-b0d3-08b237a997c5" providerId="ADAL" clId="{13B98E13-B02B-4599-824D-2B7D876B6029}" dt="2024-09-26T05:30:02.919" v="98" actId="5793"/>
          <ac:spMkLst>
            <pc:docMk/>
            <pc:sldMk cId="1282838363" sldId="263"/>
            <ac:spMk id="4" creationId="{ED2E0017-B98D-CB20-640F-A8AC113E93D9}"/>
          </ac:spMkLst>
        </pc:spChg>
      </pc:sldChg>
      <pc:sldChg chg="modSp mod">
        <pc:chgData name="Vo Ngoc Huy Thong" userId="935b312d-1033-489d-b0d3-08b237a997c5" providerId="ADAL" clId="{13B98E13-B02B-4599-824D-2B7D876B6029}" dt="2024-09-26T06:54:46.523" v="395" actId="113"/>
        <pc:sldMkLst>
          <pc:docMk/>
          <pc:sldMk cId="2169735165" sldId="264"/>
        </pc:sldMkLst>
        <pc:spChg chg="mod">
          <ac:chgData name="Vo Ngoc Huy Thong" userId="935b312d-1033-489d-b0d3-08b237a997c5" providerId="ADAL" clId="{13B98E13-B02B-4599-824D-2B7D876B6029}" dt="2024-09-26T06:54:46.523" v="395" actId="113"/>
          <ac:spMkLst>
            <pc:docMk/>
            <pc:sldMk cId="2169735165" sldId="264"/>
            <ac:spMk id="3" creationId="{AD126003-9CD7-A67C-4A65-20791F67C8B5}"/>
          </ac:spMkLst>
        </pc:spChg>
        <pc:spChg chg="mod">
          <ac:chgData name="Vo Ngoc Huy Thong" userId="935b312d-1033-489d-b0d3-08b237a997c5" providerId="ADAL" clId="{13B98E13-B02B-4599-824D-2B7D876B6029}" dt="2024-09-26T06:39:21.105" v="353" actId="20577"/>
          <ac:spMkLst>
            <pc:docMk/>
            <pc:sldMk cId="2169735165" sldId="264"/>
            <ac:spMk id="4" creationId="{6B6221AA-69C3-199B-B8DF-8BA3EE5F5CF7}"/>
          </ac:spMkLst>
        </pc:spChg>
      </pc:sldChg>
      <pc:sldChg chg="modNotesTx">
        <pc:chgData name="Vo Ngoc Huy Thong" userId="935b312d-1033-489d-b0d3-08b237a997c5" providerId="ADAL" clId="{13B98E13-B02B-4599-824D-2B7D876B6029}" dt="2024-09-26T06:56:10.243" v="406" actId="20577"/>
        <pc:sldMkLst>
          <pc:docMk/>
          <pc:sldMk cId="3718486586" sldId="267"/>
        </pc:sldMkLst>
      </pc:sldChg>
      <pc:sldChg chg="modSp mod modNotesTx">
        <pc:chgData name="Vo Ngoc Huy Thong" userId="935b312d-1033-489d-b0d3-08b237a997c5" providerId="ADAL" clId="{13B98E13-B02B-4599-824D-2B7D876B6029}" dt="2024-09-26T06:55:22.066" v="402" actId="113"/>
        <pc:sldMkLst>
          <pc:docMk/>
          <pc:sldMk cId="362898852" sldId="268"/>
        </pc:sldMkLst>
        <pc:spChg chg="mod">
          <ac:chgData name="Vo Ngoc Huy Thong" userId="935b312d-1033-489d-b0d3-08b237a997c5" providerId="ADAL" clId="{13B98E13-B02B-4599-824D-2B7D876B6029}" dt="2024-09-26T06:55:22.066" v="402" actId="113"/>
          <ac:spMkLst>
            <pc:docMk/>
            <pc:sldMk cId="362898852" sldId="268"/>
            <ac:spMk id="3" creationId="{CD62F3E7-DEC1-6869-7E04-F58B14060B4F}"/>
          </ac:spMkLst>
        </pc:spChg>
      </pc:sldChg>
      <pc:sldChg chg="modSp mod modNotesTx">
        <pc:chgData name="Vo Ngoc Huy Thong" userId="935b312d-1033-489d-b0d3-08b237a997c5" providerId="ADAL" clId="{13B98E13-B02B-4599-824D-2B7D876B6029}" dt="2024-09-26T06:55:15.936" v="400" actId="113"/>
        <pc:sldMkLst>
          <pc:docMk/>
          <pc:sldMk cId="491042272" sldId="269"/>
        </pc:sldMkLst>
        <pc:spChg chg="mod">
          <ac:chgData name="Vo Ngoc Huy Thong" userId="935b312d-1033-489d-b0d3-08b237a997c5" providerId="ADAL" clId="{13B98E13-B02B-4599-824D-2B7D876B6029}" dt="2024-09-26T06:55:15.936" v="400" actId="113"/>
          <ac:spMkLst>
            <pc:docMk/>
            <pc:sldMk cId="491042272" sldId="269"/>
            <ac:spMk id="3" creationId="{B0EABB2D-FB93-78E6-BC10-13F8771F32B0}"/>
          </ac:spMkLst>
        </pc:spChg>
        <pc:spChg chg="mod">
          <ac:chgData name="Vo Ngoc Huy Thong" userId="935b312d-1033-489d-b0d3-08b237a997c5" providerId="ADAL" clId="{13B98E13-B02B-4599-824D-2B7D876B6029}" dt="2024-09-26T06:39:32.152" v="354" actId="20577"/>
          <ac:spMkLst>
            <pc:docMk/>
            <pc:sldMk cId="491042272" sldId="269"/>
            <ac:spMk id="4" creationId="{C194C1A5-9C0D-FFC2-211E-B0FCB3D4AB87}"/>
          </ac:spMkLst>
        </pc:spChg>
        <pc:picChg chg="mod">
          <ac:chgData name="Vo Ngoc Huy Thong" userId="935b312d-1033-489d-b0d3-08b237a997c5" providerId="ADAL" clId="{13B98E13-B02B-4599-824D-2B7D876B6029}" dt="2024-09-26T06:39:36.905" v="355" actId="1076"/>
          <ac:picMkLst>
            <pc:docMk/>
            <pc:sldMk cId="491042272" sldId="269"/>
            <ac:picMk id="1026" creationId="{0C2D4B9B-7B94-D2D2-DE83-AF583ADAC59D}"/>
          </ac:picMkLst>
        </pc:picChg>
      </pc:sldChg>
      <pc:sldChg chg="modSp mod modNotesTx">
        <pc:chgData name="Vo Ngoc Huy Thong" userId="935b312d-1033-489d-b0d3-08b237a997c5" providerId="ADAL" clId="{13B98E13-B02B-4599-824D-2B7D876B6029}" dt="2024-09-26T06:55:12.816" v="399" actId="113"/>
        <pc:sldMkLst>
          <pc:docMk/>
          <pc:sldMk cId="2229923021" sldId="270"/>
        </pc:sldMkLst>
        <pc:spChg chg="mod">
          <ac:chgData name="Vo Ngoc Huy Thong" userId="935b312d-1033-489d-b0d3-08b237a997c5" providerId="ADAL" clId="{13B98E13-B02B-4599-824D-2B7D876B6029}" dt="2024-09-26T06:55:12.816" v="399" actId="113"/>
          <ac:spMkLst>
            <pc:docMk/>
            <pc:sldMk cId="2229923021" sldId="270"/>
            <ac:spMk id="3" creationId="{B0EABB2D-FB93-78E6-BC10-13F8771F32B0}"/>
          </ac:spMkLst>
        </pc:spChg>
      </pc:sldChg>
      <pc:sldChg chg="modNotesTx">
        <pc:chgData name="Vo Ngoc Huy Thong" userId="935b312d-1033-489d-b0d3-08b237a997c5" providerId="ADAL" clId="{13B98E13-B02B-4599-824D-2B7D876B6029}" dt="2024-09-26T06:36:53.742" v="334" actId="20577"/>
        <pc:sldMkLst>
          <pc:docMk/>
          <pc:sldMk cId="4067116527" sldId="271"/>
        </pc:sldMkLst>
      </pc:sldChg>
      <pc:sldChg chg="modSp mod modNotesTx">
        <pc:chgData name="Vo Ngoc Huy Thong" userId="935b312d-1033-489d-b0d3-08b237a997c5" providerId="ADAL" clId="{13B98E13-B02B-4599-824D-2B7D876B6029}" dt="2024-09-26T06:54:55.048" v="397" actId="113"/>
        <pc:sldMkLst>
          <pc:docMk/>
          <pc:sldMk cId="3636459791" sldId="272"/>
        </pc:sldMkLst>
        <pc:spChg chg="mod">
          <ac:chgData name="Vo Ngoc Huy Thong" userId="935b312d-1033-489d-b0d3-08b237a997c5" providerId="ADAL" clId="{13B98E13-B02B-4599-824D-2B7D876B6029}" dt="2024-09-26T04:31:28.925" v="72"/>
          <ac:spMkLst>
            <pc:docMk/>
            <pc:sldMk cId="3636459791" sldId="272"/>
            <ac:spMk id="2" creationId="{5129858A-A589-E125-8357-011889F3C285}"/>
          </ac:spMkLst>
        </pc:spChg>
        <pc:spChg chg="mod">
          <ac:chgData name="Vo Ngoc Huy Thong" userId="935b312d-1033-489d-b0d3-08b237a997c5" providerId="ADAL" clId="{13B98E13-B02B-4599-824D-2B7D876B6029}" dt="2024-09-26T06:54:55.048" v="397" actId="113"/>
          <ac:spMkLst>
            <pc:docMk/>
            <pc:sldMk cId="3636459791" sldId="272"/>
            <ac:spMk id="3" creationId="{4A062BF7-71AC-B8A1-9658-6992CB225757}"/>
          </ac:spMkLst>
        </pc:spChg>
      </pc:sldChg>
      <pc:sldChg chg="modSp new mod modNotesTx">
        <pc:chgData name="Vo Ngoc Huy Thong" userId="935b312d-1033-489d-b0d3-08b237a997c5" providerId="ADAL" clId="{13B98E13-B02B-4599-824D-2B7D876B6029}" dt="2024-09-26T06:39:12.560" v="352" actId="20577"/>
        <pc:sldMkLst>
          <pc:docMk/>
          <pc:sldMk cId="814871980" sldId="273"/>
        </pc:sldMkLst>
        <pc:spChg chg="mod">
          <ac:chgData name="Vo Ngoc Huy Thong" userId="935b312d-1033-489d-b0d3-08b237a997c5" providerId="ADAL" clId="{13B98E13-B02B-4599-824D-2B7D876B6029}" dt="2024-09-26T05:14:14.834" v="83"/>
          <ac:spMkLst>
            <pc:docMk/>
            <pc:sldMk cId="814871980" sldId="273"/>
            <ac:spMk id="2" creationId="{D363A780-EB38-4D55-ADB0-D5B880032EDF}"/>
          </ac:spMkLst>
        </pc:spChg>
        <pc:spChg chg="mod">
          <ac:chgData name="Vo Ngoc Huy Thong" userId="935b312d-1033-489d-b0d3-08b237a997c5" providerId="ADAL" clId="{13B98E13-B02B-4599-824D-2B7D876B6029}" dt="2024-09-26T06:39:12.560" v="352" actId="20577"/>
          <ac:spMkLst>
            <pc:docMk/>
            <pc:sldMk cId="814871980" sldId="273"/>
            <ac:spMk id="4" creationId="{3A464942-1984-869B-0C90-E5B1C571C74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DDE3F4-10B9-442D-BC99-B3CADB1B2A76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267DDB2-F27C-454E-8B33-634D17E73239}">
      <dgm:prSet phldrT="[Text]"/>
      <dgm:spPr/>
      <dgm:t>
        <a:bodyPr/>
        <a:lstStyle/>
        <a:p>
          <a:r>
            <a:rPr lang="en-US"/>
            <a:t>1</a:t>
          </a:r>
        </a:p>
      </dgm:t>
    </dgm:pt>
    <dgm:pt modelId="{4F905388-994A-4872-AA3B-12A089E02BF4}" type="parTrans" cxnId="{FF6E219F-9726-4405-BD27-6876CAF2BB47}">
      <dgm:prSet/>
      <dgm:spPr/>
      <dgm:t>
        <a:bodyPr/>
        <a:lstStyle/>
        <a:p>
          <a:endParaRPr lang="en-US"/>
        </a:p>
      </dgm:t>
    </dgm:pt>
    <dgm:pt modelId="{619C9F4C-D2B8-4BFA-86F9-44578BFD5455}" type="sibTrans" cxnId="{FF6E219F-9726-4405-BD27-6876CAF2BB47}">
      <dgm:prSet/>
      <dgm:spPr/>
      <dgm:t>
        <a:bodyPr/>
        <a:lstStyle/>
        <a:p>
          <a:endParaRPr lang="en-US"/>
        </a:p>
      </dgm:t>
    </dgm:pt>
    <dgm:pt modelId="{7F1A6A1F-6BF6-4569-A3A5-9EBE485CE7D5}">
      <dgm:prSet phldrT="[Text]"/>
      <dgm:spPr/>
      <dgm:t>
        <a:bodyPr/>
        <a:lstStyle/>
        <a:p>
          <a:pPr>
            <a:buFontTx/>
            <a:buNone/>
          </a:pPr>
          <a:r>
            <a:rPr lang="en-US"/>
            <a:t>Introduction</a:t>
          </a:r>
        </a:p>
      </dgm:t>
    </dgm:pt>
    <dgm:pt modelId="{2936A01F-A441-4494-A908-EB6F90E84023}" type="parTrans" cxnId="{0A258FCC-60FB-44D3-8462-861B32D57A5A}">
      <dgm:prSet/>
      <dgm:spPr/>
      <dgm:t>
        <a:bodyPr/>
        <a:lstStyle/>
        <a:p>
          <a:endParaRPr lang="en-US"/>
        </a:p>
      </dgm:t>
    </dgm:pt>
    <dgm:pt modelId="{BA675E77-D6C2-4F2F-82D0-4BDD48C04168}" type="sibTrans" cxnId="{0A258FCC-60FB-44D3-8462-861B32D57A5A}">
      <dgm:prSet/>
      <dgm:spPr/>
      <dgm:t>
        <a:bodyPr/>
        <a:lstStyle/>
        <a:p>
          <a:endParaRPr lang="en-US"/>
        </a:p>
      </dgm:t>
    </dgm:pt>
    <dgm:pt modelId="{C55438AA-9081-44BD-B0F4-057AE1309B0E}">
      <dgm:prSet phldrT="[Text]"/>
      <dgm:spPr/>
      <dgm:t>
        <a:bodyPr/>
        <a:lstStyle/>
        <a:p>
          <a:r>
            <a:rPr lang="en-US"/>
            <a:t>2</a:t>
          </a:r>
        </a:p>
      </dgm:t>
    </dgm:pt>
    <dgm:pt modelId="{94712B03-1B6D-483F-97DB-184BA9F57FF0}" type="parTrans" cxnId="{EBC46204-05FB-41FB-A274-2E2B22B3BB99}">
      <dgm:prSet/>
      <dgm:spPr/>
      <dgm:t>
        <a:bodyPr/>
        <a:lstStyle/>
        <a:p>
          <a:endParaRPr lang="en-US"/>
        </a:p>
      </dgm:t>
    </dgm:pt>
    <dgm:pt modelId="{59330F67-CF49-4A08-A255-EB3C69F371D2}" type="sibTrans" cxnId="{EBC46204-05FB-41FB-A274-2E2B22B3BB99}">
      <dgm:prSet/>
      <dgm:spPr/>
      <dgm:t>
        <a:bodyPr/>
        <a:lstStyle/>
        <a:p>
          <a:endParaRPr lang="en-US"/>
        </a:p>
      </dgm:t>
    </dgm:pt>
    <dgm:pt modelId="{C4A24B0C-A2FE-4E32-BCA4-9874CFE57F42}">
      <dgm:prSet phldrT="[Text]"/>
      <dgm:spPr/>
      <dgm:t>
        <a:bodyPr/>
        <a:lstStyle/>
        <a:p>
          <a:pPr>
            <a:buFontTx/>
            <a:buNone/>
          </a:pPr>
          <a:r>
            <a:rPr lang="en-US"/>
            <a:t>Finding Identical Items</a:t>
          </a:r>
        </a:p>
      </dgm:t>
    </dgm:pt>
    <dgm:pt modelId="{302228C1-FD69-47F3-A79C-D0A6313B03DE}" type="parTrans" cxnId="{9E0CF8FB-A71A-40E5-8615-95A8C281F213}">
      <dgm:prSet/>
      <dgm:spPr/>
      <dgm:t>
        <a:bodyPr/>
        <a:lstStyle/>
        <a:p>
          <a:endParaRPr lang="en-US"/>
        </a:p>
      </dgm:t>
    </dgm:pt>
    <dgm:pt modelId="{8B042657-FC49-4577-B245-2E75DA17ADA5}" type="sibTrans" cxnId="{9E0CF8FB-A71A-40E5-8615-95A8C281F213}">
      <dgm:prSet/>
      <dgm:spPr/>
      <dgm:t>
        <a:bodyPr/>
        <a:lstStyle/>
        <a:p>
          <a:endParaRPr lang="en-US"/>
        </a:p>
      </dgm:t>
    </dgm:pt>
    <dgm:pt modelId="{6D7272A7-A5B3-4CE3-AC04-DFF23D8D6663}">
      <dgm:prSet phldrT="[Text]"/>
      <dgm:spPr/>
      <dgm:t>
        <a:bodyPr/>
        <a:lstStyle/>
        <a:p>
          <a:r>
            <a:rPr lang="en-US"/>
            <a:t>3</a:t>
          </a:r>
        </a:p>
      </dgm:t>
    </dgm:pt>
    <dgm:pt modelId="{F737DDF7-3FCB-4EA7-A9A7-3D3B6A327755}" type="parTrans" cxnId="{320E22FF-3B6C-4184-9A6D-33B3F0484B97}">
      <dgm:prSet/>
      <dgm:spPr/>
      <dgm:t>
        <a:bodyPr/>
        <a:lstStyle/>
        <a:p>
          <a:endParaRPr lang="en-US"/>
        </a:p>
      </dgm:t>
    </dgm:pt>
    <dgm:pt modelId="{701496FC-4DD1-44BC-BB3F-2A586F579077}" type="sibTrans" cxnId="{320E22FF-3B6C-4184-9A6D-33B3F0484B97}">
      <dgm:prSet/>
      <dgm:spPr/>
      <dgm:t>
        <a:bodyPr/>
        <a:lstStyle/>
        <a:p>
          <a:endParaRPr lang="en-US"/>
        </a:p>
      </dgm:t>
    </dgm:pt>
    <dgm:pt modelId="{DD873808-D267-45CD-B44E-D4FC4C548BFB}">
      <dgm:prSet phldrT="[Text]"/>
      <dgm:spPr/>
      <dgm:t>
        <a:bodyPr/>
        <a:lstStyle/>
        <a:p>
          <a:pPr>
            <a:buNone/>
          </a:pPr>
          <a:r>
            <a:rPr lang="en-US"/>
            <a:t>Representing Sets as Strings</a:t>
          </a:r>
        </a:p>
      </dgm:t>
    </dgm:pt>
    <dgm:pt modelId="{EDA6CA99-0515-490F-A195-A6C17417A9D9}" type="parTrans" cxnId="{3C28F826-F025-4C78-9CF3-FC58A43C26F9}">
      <dgm:prSet/>
      <dgm:spPr/>
      <dgm:t>
        <a:bodyPr/>
        <a:lstStyle/>
        <a:p>
          <a:endParaRPr lang="en-US"/>
        </a:p>
      </dgm:t>
    </dgm:pt>
    <dgm:pt modelId="{C0A1A271-763C-46C6-B0A3-A33978FA1274}" type="sibTrans" cxnId="{3C28F826-F025-4C78-9CF3-FC58A43C26F9}">
      <dgm:prSet/>
      <dgm:spPr/>
      <dgm:t>
        <a:bodyPr/>
        <a:lstStyle/>
        <a:p>
          <a:endParaRPr lang="en-US"/>
        </a:p>
      </dgm:t>
    </dgm:pt>
    <dgm:pt modelId="{1F93D1A5-CCF9-4F6C-84D6-32EEA38E3E7C}">
      <dgm:prSet phldrT="[Text]"/>
      <dgm:spPr/>
      <dgm:t>
        <a:bodyPr/>
        <a:lstStyle/>
        <a:p>
          <a:r>
            <a:rPr lang="en-US"/>
            <a:t>4</a:t>
          </a:r>
        </a:p>
      </dgm:t>
    </dgm:pt>
    <dgm:pt modelId="{4B55A178-0FE4-46D2-A7E1-726729EEA71B}" type="parTrans" cxnId="{C476F42E-12F8-4145-9380-E35825DB03C1}">
      <dgm:prSet/>
      <dgm:spPr/>
      <dgm:t>
        <a:bodyPr/>
        <a:lstStyle/>
        <a:p>
          <a:endParaRPr lang="en-US"/>
        </a:p>
      </dgm:t>
    </dgm:pt>
    <dgm:pt modelId="{7EA6C769-E0DE-4A34-ADB3-EDF967AADA14}" type="sibTrans" cxnId="{C476F42E-12F8-4145-9380-E35825DB03C1}">
      <dgm:prSet/>
      <dgm:spPr/>
      <dgm:t>
        <a:bodyPr/>
        <a:lstStyle/>
        <a:p>
          <a:endParaRPr lang="en-US"/>
        </a:p>
      </dgm:t>
    </dgm:pt>
    <dgm:pt modelId="{FA1338D6-E40E-4E06-B14F-1B3B302101AB}">
      <dgm:prSet phldrT="[Text]"/>
      <dgm:spPr/>
      <dgm:t>
        <a:bodyPr/>
        <a:lstStyle/>
        <a:p>
          <a:r>
            <a:rPr lang="en-US"/>
            <a:t>5</a:t>
          </a:r>
        </a:p>
      </dgm:t>
    </dgm:pt>
    <dgm:pt modelId="{CCEC227F-DB3F-49C2-8FDB-8F1CE3237081}" type="parTrans" cxnId="{7B54509E-73EF-4E38-93FA-14593E12FE4A}">
      <dgm:prSet/>
      <dgm:spPr/>
      <dgm:t>
        <a:bodyPr/>
        <a:lstStyle/>
        <a:p>
          <a:endParaRPr lang="en-US"/>
        </a:p>
      </dgm:t>
    </dgm:pt>
    <dgm:pt modelId="{4296F522-F9B3-429F-8299-43355DD6914E}" type="sibTrans" cxnId="{7B54509E-73EF-4E38-93FA-14593E12FE4A}">
      <dgm:prSet/>
      <dgm:spPr/>
      <dgm:t>
        <a:bodyPr/>
        <a:lstStyle/>
        <a:p>
          <a:endParaRPr lang="en-US"/>
        </a:p>
      </dgm:t>
    </dgm:pt>
    <dgm:pt modelId="{CD8DD9AC-EA2D-44FB-AD80-6F88DAFBADB1}">
      <dgm:prSet phldrT="[Text]"/>
      <dgm:spPr/>
      <dgm:t>
        <a:bodyPr/>
        <a:lstStyle/>
        <a:p>
          <a:r>
            <a:rPr lang="en-US"/>
            <a:t>6</a:t>
          </a:r>
        </a:p>
      </dgm:t>
    </dgm:pt>
    <dgm:pt modelId="{0583EB88-7698-4DEB-A625-5F1661E546D3}" type="parTrans" cxnId="{B9434BB6-56D0-4DAB-88A8-CFC62B50748D}">
      <dgm:prSet/>
      <dgm:spPr/>
      <dgm:t>
        <a:bodyPr/>
        <a:lstStyle/>
        <a:p>
          <a:endParaRPr lang="en-US"/>
        </a:p>
      </dgm:t>
    </dgm:pt>
    <dgm:pt modelId="{FBCF94CE-7006-4955-B213-FBF5374F7835}" type="sibTrans" cxnId="{B9434BB6-56D0-4DAB-88A8-CFC62B50748D}">
      <dgm:prSet/>
      <dgm:spPr/>
      <dgm:t>
        <a:bodyPr/>
        <a:lstStyle/>
        <a:p>
          <a:endParaRPr lang="en-US"/>
        </a:p>
      </dgm:t>
    </dgm:pt>
    <dgm:pt modelId="{FB17024D-5DE1-4E28-AA03-F8884BD7561D}">
      <dgm:prSet phldrT="[Text]"/>
      <dgm:spPr/>
      <dgm:t>
        <a:bodyPr/>
        <a:lstStyle/>
        <a:p>
          <a:r>
            <a:rPr lang="en-US"/>
            <a:t>7</a:t>
          </a:r>
        </a:p>
      </dgm:t>
    </dgm:pt>
    <dgm:pt modelId="{37734B67-4952-4A08-B34F-1A09CDB5C3FD}" type="parTrans" cxnId="{0C6FB9CD-B083-4B99-A8B0-AAD23F047605}">
      <dgm:prSet/>
      <dgm:spPr/>
      <dgm:t>
        <a:bodyPr/>
        <a:lstStyle/>
        <a:p>
          <a:endParaRPr lang="en-US"/>
        </a:p>
      </dgm:t>
    </dgm:pt>
    <dgm:pt modelId="{EA72BE2F-3651-4F31-AE4F-8D85813EAEF9}" type="sibTrans" cxnId="{0C6FB9CD-B083-4B99-A8B0-AAD23F047605}">
      <dgm:prSet/>
      <dgm:spPr/>
      <dgm:t>
        <a:bodyPr/>
        <a:lstStyle/>
        <a:p>
          <a:endParaRPr lang="en-US"/>
        </a:p>
      </dgm:t>
    </dgm:pt>
    <dgm:pt modelId="{5BD30F23-9C71-40E5-BE0F-F360182CE901}">
      <dgm:prSet phldrT="[Text]"/>
      <dgm:spPr/>
      <dgm:t>
        <a:bodyPr/>
        <a:lstStyle/>
        <a:p>
          <a:pPr>
            <a:buNone/>
          </a:pPr>
          <a:r>
            <a:rPr lang="en-US"/>
            <a:t>Length-Based Filtering</a:t>
          </a:r>
        </a:p>
      </dgm:t>
    </dgm:pt>
    <dgm:pt modelId="{EA3FAFE9-727E-4DC4-AAB4-401716DE2E7D}" type="parTrans" cxnId="{EBFAFC9F-9242-4769-AE25-51204F119767}">
      <dgm:prSet/>
      <dgm:spPr/>
      <dgm:t>
        <a:bodyPr/>
        <a:lstStyle/>
        <a:p>
          <a:endParaRPr lang="en-US"/>
        </a:p>
      </dgm:t>
    </dgm:pt>
    <dgm:pt modelId="{350E83AA-BAAA-47B2-BF7F-2E1E98922DE8}" type="sibTrans" cxnId="{EBFAFC9F-9242-4769-AE25-51204F119767}">
      <dgm:prSet/>
      <dgm:spPr/>
      <dgm:t>
        <a:bodyPr/>
        <a:lstStyle/>
        <a:p>
          <a:endParaRPr lang="en-US"/>
        </a:p>
      </dgm:t>
    </dgm:pt>
    <dgm:pt modelId="{2003E1D8-8DB3-41DC-8DC3-A65700B5313D}">
      <dgm:prSet phldrT="[Text]"/>
      <dgm:spPr/>
      <dgm:t>
        <a:bodyPr/>
        <a:lstStyle/>
        <a:p>
          <a:pPr>
            <a:buNone/>
          </a:pPr>
          <a:r>
            <a:rPr lang="en-US"/>
            <a:t>Prefix Indexing</a:t>
          </a:r>
        </a:p>
      </dgm:t>
    </dgm:pt>
    <dgm:pt modelId="{5CCD875B-5CC4-43BD-92AC-1C46ABDE6BC0}" type="parTrans" cxnId="{2A22DFE9-52A6-45A2-8157-98ACA5E92F44}">
      <dgm:prSet/>
      <dgm:spPr/>
      <dgm:t>
        <a:bodyPr/>
        <a:lstStyle/>
        <a:p>
          <a:endParaRPr lang="en-US"/>
        </a:p>
      </dgm:t>
    </dgm:pt>
    <dgm:pt modelId="{2A78C439-6085-4298-ADE1-DEDA0DAD015C}" type="sibTrans" cxnId="{2A22DFE9-52A6-45A2-8157-98ACA5E92F44}">
      <dgm:prSet/>
      <dgm:spPr/>
      <dgm:t>
        <a:bodyPr/>
        <a:lstStyle/>
        <a:p>
          <a:endParaRPr lang="en-US"/>
        </a:p>
      </dgm:t>
    </dgm:pt>
    <dgm:pt modelId="{06C54CBD-9A5E-41F7-8CD0-6C61D9DF2F60}">
      <dgm:prSet phldrT="[Text]"/>
      <dgm:spPr/>
      <dgm:t>
        <a:bodyPr/>
        <a:lstStyle/>
        <a:p>
          <a:pPr>
            <a:buNone/>
          </a:pPr>
          <a:r>
            <a:rPr lang="en-US"/>
            <a:t>Using Position Information</a:t>
          </a:r>
        </a:p>
      </dgm:t>
    </dgm:pt>
    <dgm:pt modelId="{F4C736D5-F0C8-4FC5-9344-B306ED80CF07}" type="parTrans" cxnId="{92EB4BF1-1D9A-47C2-8722-FB8EA70F42E1}">
      <dgm:prSet/>
      <dgm:spPr/>
      <dgm:t>
        <a:bodyPr/>
        <a:lstStyle/>
        <a:p>
          <a:endParaRPr lang="en-US"/>
        </a:p>
      </dgm:t>
    </dgm:pt>
    <dgm:pt modelId="{49160FA6-FD0E-46A7-AEED-3E009AC4EE99}" type="sibTrans" cxnId="{92EB4BF1-1D9A-47C2-8722-FB8EA70F42E1}">
      <dgm:prSet/>
      <dgm:spPr/>
      <dgm:t>
        <a:bodyPr/>
        <a:lstStyle/>
        <a:p>
          <a:endParaRPr lang="en-US"/>
        </a:p>
      </dgm:t>
    </dgm:pt>
    <dgm:pt modelId="{6B3B5729-F7D3-4285-BFAF-E6B83852E7E3}">
      <dgm:prSet phldrT="[Text]"/>
      <dgm:spPr/>
      <dgm:t>
        <a:bodyPr/>
        <a:lstStyle/>
        <a:p>
          <a:pPr>
            <a:buNone/>
          </a:pPr>
          <a:r>
            <a:rPr lang="en-US"/>
            <a:t>Using Position and Length in Indexes</a:t>
          </a:r>
        </a:p>
      </dgm:t>
    </dgm:pt>
    <dgm:pt modelId="{87194EB1-6074-474A-A49F-3739FF2403B3}" type="parTrans" cxnId="{080D90A1-72AF-462E-8C5E-E300E2EF37EA}">
      <dgm:prSet/>
      <dgm:spPr/>
      <dgm:t>
        <a:bodyPr/>
        <a:lstStyle/>
        <a:p>
          <a:endParaRPr lang="en-US"/>
        </a:p>
      </dgm:t>
    </dgm:pt>
    <dgm:pt modelId="{AE72FD8A-9ABB-4088-BB05-D0BE219A4555}" type="sibTrans" cxnId="{080D90A1-72AF-462E-8C5E-E300E2EF37EA}">
      <dgm:prSet/>
      <dgm:spPr/>
      <dgm:t>
        <a:bodyPr/>
        <a:lstStyle/>
        <a:p>
          <a:endParaRPr lang="en-US"/>
        </a:p>
      </dgm:t>
    </dgm:pt>
    <dgm:pt modelId="{5AAAB648-AE43-4534-ACCF-90DA8FE9879C}" type="pres">
      <dgm:prSet presAssocID="{24DDE3F4-10B9-442D-BC99-B3CADB1B2A76}" presName="Name0" presStyleCnt="0">
        <dgm:presLayoutVars>
          <dgm:dir/>
          <dgm:animLvl val="lvl"/>
          <dgm:resizeHandles val="exact"/>
        </dgm:presLayoutVars>
      </dgm:prSet>
      <dgm:spPr/>
    </dgm:pt>
    <dgm:pt modelId="{EC758758-FB41-415B-9CE3-BB1FCFDAA240}" type="pres">
      <dgm:prSet presAssocID="{3267DDB2-F27C-454E-8B33-634D17E73239}" presName="linNode" presStyleCnt="0"/>
      <dgm:spPr/>
    </dgm:pt>
    <dgm:pt modelId="{66E15CCD-E4B5-467F-9EAE-50168748C296}" type="pres">
      <dgm:prSet presAssocID="{3267DDB2-F27C-454E-8B33-634D17E73239}" presName="parentText" presStyleLbl="node1" presStyleIdx="0" presStyleCnt="7" custScaleX="34726">
        <dgm:presLayoutVars>
          <dgm:chMax val="1"/>
          <dgm:bulletEnabled val="1"/>
        </dgm:presLayoutVars>
      </dgm:prSet>
      <dgm:spPr/>
    </dgm:pt>
    <dgm:pt modelId="{780A7490-86A1-4449-A1B5-3B43A9D400B0}" type="pres">
      <dgm:prSet presAssocID="{3267DDB2-F27C-454E-8B33-634D17E73239}" presName="descendantText" presStyleLbl="alignAccFollowNode1" presStyleIdx="0" presStyleCnt="7">
        <dgm:presLayoutVars>
          <dgm:bulletEnabled val="1"/>
        </dgm:presLayoutVars>
      </dgm:prSet>
      <dgm:spPr/>
    </dgm:pt>
    <dgm:pt modelId="{1E90295C-E571-42FD-BFB3-A22DD3F6D2C3}" type="pres">
      <dgm:prSet presAssocID="{619C9F4C-D2B8-4BFA-86F9-44578BFD5455}" presName="sp" presStyleCnt="0"/>
      <dgm:spPr/>
    </dgm:pt>
    <dgm:pt modelId="{C4BA6694-6087-42B3-83D2-9C21BD459415}" type="pres">
      <dgm:prSet presAssocID="{C55438AA-9081-44BD-B0F4-057AE1309B0E}" presName="linNode" presStyleCnt="0"/>
      <dgm:spPr/>
    </dgm:pt>
    <dgm:pt modelId="{C8650D35-58E2-4D06-9774-5FCF53897621}" type="pres">
      <dgm:prSet presAssocID="{C55438AA-9081-44BD-B0F4-057AE1309B0E}" presName="parentText" presStyleLbl="node1" presStyleIdx="1" presStyleCnt="7" custScaleX="34726">
        <dgm:presLayoutVars>
          <dgm:chMax val="1"/>
          <dgm:bulletEnabled val="1"/>
        </dgm:presLayoutVars>
      </dgm:prSet>
      <dgm:spPr/>
    </dgm:pt>
    <dgm:pt modelId="{B18E3121-B11A-4862-9FB5-B06EB136338B}" type="pres">
      <dgm:prSet presAssocID="{C55438AA-9081-44BD-B0F4-057AE1309B0E}" presName="descendantText" presStyleLbl="alignAccFollowNode1" presStyleIdx="1" presStyleCnt="7">
        <dgm:presLayoutVars>
          <dgm:bulletEnabled val="1"/>
        </dgm:presLayoutVars>
      </dgm:prSet>
      <dgm:spPr/>
    </dgm:pt>
    <dgm:pt modelId="{307348A8-CBF7-4463-A86C-200C296DF5D0}" type="pres">
      <dgm:prSet presAssocID="{59330F67-CF49-4A08-A255-EB3C69F371D2}" presName="sp" presStyleCnt="0"/>
      <dgm:spPr/>
    </dgm:pt>
    <dgm:pt modelId="{D9DC71D4-73AB-40FD-B421-8D52666C3FDF}" type="pres">
      <dgm:prSet presAssocID="{6D7272A7-A5B3-4CE3-AC04-DFF23D8D6663}" presName="linNode" presStyleCnt="0"/>
      <dgm:spPr/>
    </dgm:pt>
    <dgm:pt modelId="{03BD413C-3A45-4CA8-893F-DD1BD8405BBE}" type="pres">
      <dgm:prSet presAssocID="{6D7272A7-A5B3-4CE3-AC04-DFF23D8D6663}" presName="parentText" presStyleLbl="node1" presStyleIdx="2" presStyleCnt="7" custScaleX="34726">
        <dgm:presLayoutVars>
          <dgm:chMax val="1"/>
          <dgm:bulletEnabled val="1"/>
        </dgm:presLayoutVars>
      </dgm:prSet>
      <dgm:spPr/>
    </dgm:pt>
    <dgm:pt modelId="{60E2BDDF-4CDE-457B-ABAF-C14841D29430}" type="pres">
      <dgm:prSet presAssocID="{6D7272A7-A5B3-4CE3-AC04-DFF23D8D6663}" presName="descendantText" presStyleLbl="alignAccFollowNode1" presStyleIdx="2" presStyleCnt="7">
        <dgm:presLayoutVars>
          <dgm:bulletEnabled val="1"/>
        </dgm:presLayoutVars>
      </dgm:prSet>
      <dgm:spPr/>
    </dgm:pt>
    <dgm:pt modelId="{EA3009F3-03C5-42FA-AA53-D081B4DF2697}" type="pres">
      <dgm:prSet presAssocID="{701496FC-4DD1-44BC-BB3F-2A586F579077}" presName="sp" presStyleCnt="0"/>
      <dgm:spPr/>
    </dgm:pt>
    <dgm:pt modelId="{6F29D878-D6FA-4696-A22C-B0DD1A270898}" type="pres">
      <dgm:prSet presAssocID="{1F93D1A5-CCF9-4F6C-84D6-32EEA38E3E7C}" presName="linNode" presStyleCnt="0"/>
      <dgm:spPr/>
    </dgm:pt>
    <dgm:pt modelId="{7BE04A62-6577-4DD0-97A2-AEE20D706749}" type="pres">
      <dgm:prSet presAssocID="{1F93D1A5-CCF9-4F6C-84D6-32EEA38E3E7C}" presName="parentText" presStyleLbl="node1" presStyleIdx="3" presStyleCnt="7" custScaleX="34726">
        <dgm:presLayoutVars>
          <dgm:chMax val="1"/>
          <dgm:bulletEnabled val="1"/>
        </dgm:presLayoutVars>
      </dgm:prSet>
      <dgm:spPr/>
    </dgm:pt>
    <dgm:pt modelId="{7AED8149-A276-4F88-BB62-5697C071851B}" type="pres">
      <dgm:prSet presAssocID="{1F93D1A5-CCF9-4F6C-84D6-32EEA38E3E7C}" presName="descendantText" presStyleLbl="alignAccFollowNode1" presStyleIdx="3" presStyleCnt="7">
        <dgm:presLayoutVars>
          <dgm:bulletEnabled val="1"/>
        </dgm:presLayoutVars>
      </dgm:prSet>
      <dgm:spPr/>
    </dgm:pt>
    <dgm:pt modelId="{E3E08CB4-65E6-4552-A7B5-08999D0B9E13}" type="pres">
      <dgm:prSet presAssocID="{7EA6C769-E0DE-4A34-ADB3-EDF967AADA14}" presName="sp" presStyleCnt="0"/>
      <dgm:spPr/>
    </dgm:pt>
    <dgm:pt modelId="{F54F5F8F-34F5-46FA-9652-3233692719D3}" type="pres">
      <dgm:prSet presAssocID="{FA1338D6-E40E-4E06-B14F-1B3B302101AB}" presName="linNode" presStyleCnt="0"/>
      <dgm:spPr/>
    </dgm:pt>
    <dgm:pt modelId="{A7099DA1-B6A1-4144-B72E-3070711BEA1B}" type="pres">
      <dgm:prSet presAssocID="{FA1338D6-E40E-4E06-B14F-1B3B302101AB}" presName="parentText" presStyleLbl="node1" presStyleIdx="4" presStyleCnt="7" custScaleX="34726">
        <dgm:presLayoutVars>
          <dgm:chMax val="1"/>
          <dgm:bulletEnabled val="1"/>
        </dgm:presLayoutVars>
      </dgm:prSet>
      <dgm:spPr/>
    </dgm:pt>
    <dgm:pt modelId="{72015786-765F-401B-8B09-5A0F8647C2D5}" type="pres">
      <dgm:prSet presAssocID="{FA1338D6-E40E-4E06-B14F-1B3B302101AB}" presName="descendantText" presStyleLbl="alignAccFollowNode1" presStyleIdx="4" presStyleCnt="7">
        <dgm:presLayoutVars>
          <dgm:bulletEnabled val="1"/>
        </dgm:presLayoutVars>
      </dgm:prSet>
      <dgm:spPr/>
    </dgm:pt>
    <dgm:pt modelId="{7B7D5327-0CC9-42F0-BA15-C788DD4A9B83}" type="pres">
      <dgm:prSet presAssocID="{4296F522-F9B3-429F-8299-43355DD6914E}" presName="sp" presStyleCnt="0"/>
      <dgm:spPr/>
    </dgm:pt>
    <dgm:pt modelId="{88CD0769-B3DF-4776-B74D-4DF973066933}" type="pres">
      <dgm:prSet presAssocID="{CD8DD9AC-EA2D-44FB-AD80-6F88DAFBADB1}" presName="linNode" presStyleCnt="0"/>
      <dgm:spPr/>
    </dgm:pt>
    <dgm:pt modelId="{20F063E0-D8E7-472C-8ED9-3A064929800D}" type="pres">
      <dgm:prSet presAssocID="{CD8DD9AC-EA2D-44FB-AD80-6F88DAFBADB1}" presName="parentText" presStyleLbl="node1" presStyleIdx="5" presStyleCnt="7" custScaleX="34726">
        <dgm:presLayoutVars>
          <dgm:chMax val="1"/>
          <dgm:bulletEnabled val="1"/>
        </dgm:presLayoutVars>
      </dgm:prSet>
      <dgm:spPr/>
    </dgm:pt>
    <dgm:pt modelId="{0EB286BC-1B12-4DFF-B255-378054CFE017}" type="pres">
      <dgm:prSet presAssocID="{CD8DD9AC-EA2D-44FB-AD80-6F88DAFBADB1}" presName="descendantText" presStyleLbl="alignAccFollowNode1" presStyleIdx="5" presStyleCnt="7">
        <dgm:presLayoutVars>
          <dgm:bulletEnabled val="1"/>
        </dgm:presLayoutVars>
      </dgm:prSet>
      <dgm:spPr/>
    </dgm:pt>
    <dgm:pt modelId="{BCA1768F-D221-4225-B2A8-F3ED2ACE07D3}" type="pres">
      <dgm:prSet presAssocID="{FBCF94CE-7006-4955-B213-FBF5374F7835}" presName="sp" presStyleCnt="0"/>
      <dgm:spPr/>
    </dgm:pt>
    <dgm:pt modelId="{09B81D96-166A-45DD-92BE-66B1039544B0}" type="pres">
      <dgm:prSet presAssocID="{FB17024D-5DE1-4E28-AA03-F8884BD7561D}" presName="linNode" presStyleCnt="0"/>
      <dgm:spPr/>
    </dgm:pt>
    <dgm:pt modelId="{22485F3B-DCEE-40E2-99CC-47CA5AC35347}" type="pres">
      <dgm:prSet presAssocID="{FB17024D-5DE1-4E28-AA03-F8884BD7561D}" presName="parentText" presStyleLbl="node1" presStyleIdx="6" presStyleCnt="7" custScaleX="34726">
        <dgm:presLayoutVars>
          <dgm:chMax val="1"/>
          <dgm:bulletEnabled val="1"/>
        </dgm:presLayoutVars>
      </dgm:prSet>
      <dgm:spPr/>
    </dgm:pt>
    <dgm:pt modelId="{FA17B537-016C-48B4-B13A-595173DCDC52}" type="pres">
      <dgm:prSet presAssocID="{FB17024D-5DE1-4E28-AA03-F8884BD7561D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EBC46204-05FB-41FB-A274-2E2B22B3BB99}" srcId="{24DDE3F4-10B9-442D-BC99-B3CADB1B2A76}" destId="{C55438AA-9081-44BD-B0F4-057AE1309B0E}" srcOrd="1" destOrd="0" parTransId="{94712B03-1B6D-483F-97DB-184BA9F57FF0}" sibTransId="{59330F67-CF49-4A08-A255-EB3C69F371D2}"/>
    <dgm:cxn modelId="{E4D99C12-D5B1-4AED-BCC8-6A084E311631}" type="presOf" srcId="{CD8DD9AC-EA2D-44FB-AD80-6F88DAFBADB1}" destId="{20F063E0-D8E7-472C-8ED9-3A064929800D}" srcOrd="0" destOrd="0" presId="urn:microsoft.com/office/officeart/2005/8/layout/vList5"/>
    <dgm:cxn modelId="{3C28F826-F025-4C78-9CF3-FC58A43C26F9}" srcId="{6D7272A7-A5B3-4CE3-AC04-DFF23D8D6663}" destId="{DD873808-D267-45CD-B44E-D4FC4C548BFB}" srcOrd="0" destOrd="0" parTransId="{EDA6CA99-0515-490F-A195-A6C17417A9D9}" sibTransId="{C0A1A271-763C-46C6-B0A3-A33978FA1274}"/>
    <dgm:cxn modelId="{C476F42E-12F8-4145-9380-E35825DB03C1}" srcId="{24DDE3F4-10B9-442D-BC99-B3CADB1B2A76}" destId="{1F93D1A5-CCF9-4F6C-84D6-32EEA38E3E7C}" srcOrd="3" destOrd="0" parTransId="{4B55A178-0FE4-46D2-A7E1-726729EEA71B}" sibTransId="{7EA6C769-E0DE-4A34-ADB3-EDF967AADA14}"/>
    <dgm:cxn modelId="{D059F743-DFCB-47EB-9569-BBFF766C4D34}" type="presOf" srcId="{24DDE3F4-10B9-442D-BC99-B3CADB1B2A76}" destId="{5AAAB648-AE43-4534-ACCF-90DA8FE9879C}" srcOrd="0" destOrd="0" presId="urn:microsoft.com/office/officeart/2005/8/layout/vList5"/>
    <dgm:cxn modelId="{7B14614C-764D-4B49-B5FF-9ABF8C35617B}" type="presOf" srcId="{3267DDB2-F27C-454E-8B33-634D17E73239}" destId="{66E15CCD-E4B5-467F-9EAE-50168748C296}" srcOrd="0" destOrd="0" presId="urn:microsoft.com/office/officeart/2005/8/layout/vList5"/>
    <dgm:cxn modelId="{81959D71-905E-48AE-8C68-03FF72F063A7}" type="presOf" srcId="{1F93D1A5-CCF9-4F6C-84D6-32EEA38E3E7C}" destId="{7BE04A62-6577-4DD0-97A2-AEE20D706749}" srcOrd="0" destOrd="0" presId="urn:microsoft.com/office/officeart/2005/8/layout/vList5"/>
    <dgm:cxn modelId="{271FA659-73FE-4B14-987A-1586ECED0187}" type="presOf" srcId="{C55438AA-9081-44BD-B0F4-057AE1309B0E}" destId="{C8650D35-58E2-4D06-9774-5FCF53897621}" srcOrd="0" destOrd="0" presId="urn:microsoft.com/office/officeart/2005/8/layout/vList5"/>
    <dgm:cxn modelId="{8F59675A-3EF1-422D-8B02-7C5AE0E44E11}" type="presOf" srcId="{7F1A6A1F-6BF6-4569-A3A5-9EBE485CE7D5}" destId="{780A7490-86A1-4449-A1B5-3B43A9D400B0}" srcOrd="0" destOrd="0" presId="urn:microsoft.com/office/officeart/2005/8/layout/vList5"/>
    <dgm:cxn modelId="{8DFEE88A-C50C-4F3B-A914-C9855DD303B4}" type="presOf" srcId="{5BD30F23-9C71-40E5-BE0F-F360182CE901}" destId="{7AED8149-A276-4F88-BB62-5697C071851B}" srcOrd="0" destOrd="0" presId="urn:microsoft.com/office/officeart/2005/8/layout/vList5"/>
    <dgm:cxn modelId="{4BDD568D-DC80-4901-8B98-788DA564EA83}" type="presOf" srcId="{FA1338D6-E40E-4E06-B14F-1B3B302101AB}" destId="{A7099DA1-B6A1-4144-B72E-3070711BEA1B}" srcOrd="0" destOrd="0" presId="urn:microsoft.com/office/officeart/2005/8/layout/vList5"/>
    <dgm:cxn modelId="{AB14D29D-8B1C-4066-99BD-056128D48B35}" type="presOf" srcId="{06C54CBD-9A5E-41F7-8CD0-6C61D9DF2F60}" destId="{0EB286BC-1B12-4DFF-B255-378054CFE017}" srcOrd="0" destOrd="0" presId="urn:microsoft.com/office/officeart/2005/8/layout/vList5"/>
    <dgm:cxn modelId="{7B54509E-73EF-4E38-93FA-14593E12FE4A}" srcId="{24DDE3F4-10B9-442D-BC99-B3CADB1B2A76}" destId="{FA1338D6-E40E-4E06-B14F-1B3B302101AB}" srcOrd="4" destOrd="0" parTransId="{CCEC227F-DB3F-49C2-8FDB-8F1CE3237081}" sibTransId="{4296F522-F9B3-429F-8299-43355DD6914E}"/>
    <dgm:cxn modelId="{FF6E219F-9726-4405-BD27-6876CAF2BB47}" srcId="{24DDE3F4-10B9-442D-BC99-B3CADB1B2A76}" destId="{3267DDB2-F27C-454E-8B33-634D17E73239}" srcOrd="0" destOrd="0" parTransId="{4F905388-994A-4872-AA3B-12A089E02BF4}" sibTransId="{619C9F4C-D2B8-4BFA-86F9-44578BFD5455}"/>
    <dgm:cxn modelId="{EBFAFC9F-9242-4769-AE25-51204F119767}" srcId="{1F93D1A5-CCF9-4F6C-84D6-32EEA38E3E7C}" destId="{5BD30F23-9C71-40E5-BE0F-F360182CE901}" srcOrd="0" destOrd="0" parTransId="{EA3FAFE9-727E-4DC4-AAB4-401716DE2E7D}" sibTransId="{350E83AA-BAAA-47B2-BF7F-2E1E98922DE8}"/>
    <dgm:cxn modelId="{080D90A1-72AF-462E-8C5E-E300E2EF37EA}" srcId="{FB17024D-5DE1-4E28-AA03-F8884BD7561D}" destId="{6B3B5729-F7D3-4285-BFAF-E6B83852E7E3}" srcOrd="0" destOrd="0" parTransId="{87194EB1-6074-474A-A49F-3739FF2403B3}" sibTransId="{AE72FD8A-9ABB-4088-BB05-D0BE219A4555}"/>
    <dgm:cxn modelId="{90EF6FA8-6660-45D2-8AED-3530F9CA5E61}" type="presOf" srcId="{FB17024D-5DE1-4E28-AA03-F8884BD7561D}" destId="{22485F3B-DCEE-40E2-99CC-47CA5AC35347}" srcOrd="0" destOrd="0" presId="urn:microsoft.com/office/officeart/2005/8/layout/vList5"/>
    <dgm:cxn modelId="{856D28B1-ABFD-4E46-8B17-1FE1E1C79364}" type="presOf" srcId="{C4A24B0C-A2FE-4E32-BCA4-9874CFE57F42}" destId="{B18E3121-B11A-4862-9FB5-B06EB136338B}" srcOrd="0" destOrd="0" presId="urn:microsoft.com/office/officeart/2005/8/layout/vList5"/>
    <dgm:cxn modelId="{B9434BB6-56D0-4DAB-88A8-CFC62B50748D}" srcId="{24DDE3F4-10B9-442D-BC99-B3CADB1B2A76}" destId="{CD8DD9AC-EA2D-44FB-AD80-6F88DAFBADB1}" srcOrd="5" destOrd="0" parTransId="{0583EB88-7698-4DEB-A625-5F1661E546D3}" sibTransId="{FBCF94CE-7006-4955-B213-FBF5374F7835}"/>
    <dgm:cxn modelId="{1B5522BB-0347-4F7C-907D-51B88572875E}" type="presOf" srcId="{6B3B5729-F7D3-4285-BFAF-E6B83852E7E3}" destId="{FA17B537-016C-48B4-B13A-595173DCDC52}" srcOrd="0" destOrd="0" presId="urn:microsoft.com/office/officeart/2005/8/layout/vList5"/>
    <dgm:cxn modelId="{40351EC9-223C-4585-A491-FDF8342A76A0}" type="presOf" srcId="{6D7272A7-A5B3-4CE3-AC04-DFF23D8D6663}" destId="{03BD413C-3A45-4CA8-893F-DD1BD8405BBE}" srcOrd="0" destOrd="0" presId="urn:microsoft.com/office/officeart/2005/8/layout/vList5"/>
    <dgm:cxn modelId="{0A258FCC-60FB-44D3-8462-861B32D57A5A}" srcId="{3267DDB2-F27C-454E-8B33-634D17E73239}" destId="{7F1A6A1F-6BF6-4569-A3A5-9EBE485CE7D5}" srcOrd="0" destOrd="0" parTransId="{2936A01F-A441-4494-A908-EB6F90E84023}" sibTransId="{BA675E77-D6C2-4F2F-82D0-4BDD48C04168}"/>
    <dgm:cxn modelId="{3678BDCC-55B8-4F7B-A737-9B49ED097275}" type="presOf" srcId="{DD873808-D267-45CD-B44E-D4FC4C548BFB}" destId="{60E2BDDF-4CDE-457B-ABAF-C14841D29430}" srcOrd="0" destOrd="0" presId="urn:microsoft.com/office/officeart/2005/8/layout/vList5"/>
    <dgm:cxn modelId="{0C6FB9CD-B083-4B99-A8B0-AAD23F047605}" srcId="{24DDE3F4-10B9-442D-BC99-B3CADB1B2A76}" destId="{FB17024D-5DE1-4E28-AA03-F8884BD7561D}" srcOrd="6" destOrd="0" parTransId="{37734B67-4952-4A08-B34F-1A09CDB5C3FD}" sibTransId="{EA72BE2F-3651-4F31-AE4F-8D85813EAEF9}"/>
    <dgm:cxn modelId="{635DD8D7-8860-444C-97BB-8E0203F6F991}" type="presOf" srcId="{2003E1D8-8DB3-41DC-8DC3-A65700B5313D}" destId="{72015786-765F-401B-8B09-5A0F8647C2D5}" srcOrd="0" destOrd="0" presId="urn:microsoft.com/office/officeart/2005/8/layout/vList5"/>
    <dgm:cxn modelId="{2A22DFE9-52A6-45A2-8157-98ACA5E92F44}" srcId="{FA1338D6-E40E-4E06-B14F-1B3B302101AB}" destId="{2003E1D8-8DB3-41DC-8DC3-A65700B5313D}" srcOrd="0" destOrd="0" parTransId="{5CCD875B-5CC4-43BD-92AC-1C46ABDE6BC0}" sibTransId="{2A78C439-6085-4298-ADE1-DEDA0DAD015C}"/>
    <dgm:cxn modelId="{92EB4BF1-1D9A-47C2-8722-FB8EA70F42E1}" srcId="{CD8DD9AC-EA2D-44FB-AD80-6F88DAFBADB1}" destId="{06C54CBD-9A5E-41F7-8CD0-6C61D9DF2F60}" srcOrd="0" destOrd="0" parTransId="{F4C736D5-F0C8-4FC5-9344-B306ED80CF07}" sibTransId="{49160FA6-FD0E-46A7-AEED-3E009AC4EE99}"/>
    <dgm:cxn modelId="{9E0CF8FB-A71A-40E5-8615-95A8C281F213}" srcId="{C55438AA-9081-44BD-B0F4-057AE1309B0E}" destId="{C4A24B0C-A2FE-4E32-BCA4-9874CFE57F42}" srcOrd="0" destOrd="0" parTransId="{302228C1-FD69-47F3-A79C-D0A6313B03DE}" sibTransId="{8B042657-FC49-4577-B245-2E75DA17ADA5}"/>
    <dgm:cxn modelId="{320E22FF-3B6C-4184-9A6D-33B3F0484B97}" srcId="{24DDE3F4-10B9-442D-BC99-B3CADB1B2A76}" destId="{6D7272A7-A5B3-4CE3-AC04-DFF23D8D6663}" srcOrd="2" destOrd="0" parTransId="{F737DDF7-3FCB-4EA7-A9A7-3D3B6A327755}" sibTransId="{701496FC-4DD1-44BC-BB3F-2A586F579077}"/>
    <dgm:cxn modelId="{5458C6F3-8120-4CBB-92D1-1731C92861A1}" type="presParOf" srcId="{5AAAB648-AE43-4534-ACCF-90DA8FE9879C}" destId="{EC758758-FB41-415B-9CE3-BB1FCFDAA240}" srcOrd="0" destOrd="0" presId="urn:microsoft.com/office/officeart/2005/8/layout/vList5"/>
    <dgm:cxn modelId="{AB46343C-3CB3-4D29-BA30-F93B8B98F416}" type="presParOf" srcId="{EC758758-FB41-415B-9CE3-BB1FCFDAA240}" destId="{66E15CCD-E4B5-467F-9EAE-50168748C296}" srcOrd="0" destOrd="0" presId="urn:microsoft.com/office/officeart/2005/8/layout/vList5"/>
    <dgm:cxn modelId="{47901245-D692-4B0C-97E8-3F807202DFB2}" type="presParOf" srcId="{EC758758-FB41-415B-9CE3-BB1FCFDAA240}" destId="{780A7490-86A1-4449-A1B5-3B43A9D400B0}" srcOrd="1" destOrd="0" presId="urn:microsoft.com/office/officeart/2005/8/layout/vList5"/>
    <dgm:cxn modelId="{65E0920D-1CF6-467C-A85B-05BFDCA43B71}" type="presParOf" srcId="{5AAAB648-AE43-4534-ACCF-90DA8FE9879C}" destId="{1E90295C-E571-42FD-BFB3-A22DD3F6D2C3}" srcOrd="1" destOrd="0" presId="urn:microsoft.com/office/officeart/2005/8/layout/vList5"/>
    <dgm:cxn modelId="{F0EF519A-A7DF-47AF-972C-B863ECA2B458}" type="presParOf" srcId="{5AAAB648-AE43-4534-ACCF-90DA8FE9879C}" destId="{C4BA6694-6087-42B3-83D2-9C21BD459415}" srcOrd="2" destOrd="0" presId="urn:microsoft.com/office/officeart/2005/8/layout/vList5"/>
    <dgm:cxn modelId="{EAEEFD6D-C2B8-45EB-9A84-0B9EE4F53107}" type="presParOf" srcId="{C4BA6694-6087-42B3-83D2-9C21BD459415}" destId="{C8650D35-58E2-4D06-9774-5FCF53897621}" srcOrd="0" destOrd="0" presId="urn:microsoft.com/office/officeart/2005/8/layout/vList5"/>
    <dgm:cxn modelId="{77D14458-C5F5-422C-A89A-9F45AFB6C62A}" type="presParOf" srcId="{C4BA6694-6087-42B3-83D2-9C21BD459415}" destId="{B18E3121-B11A-4862-9FB5-B06EB136338B}" srcOrd="1" destOrd="0" presId="urn:microsoft.com/office/officeart/2005/8/layout/vList5"/>
    <dgm:cxn modelId="{D67C33BE-2879-469A-91B3-3C617E1203DE}" type="presParOf" srcId="{5AAAB648-AE43-4534-ACCF-90DA8FE9879C}" destId="{307348A8-CBF7-4463-A86C-200C296DF5D0}" srcOrd="3" destOrd="0" presId="urn:microsoft.com/office/officeart/2005/8/layout/vList5"/>
    <dgm:cxn modelId="{F14EF4C3-71CA-41B3-AE32-E2BE5DFDC43B}" type="presParOf" srcId="{5AAAB648-AE43-4534-ACCF-90DA8FE9879C}" destId="{D9DC71D4-73AB-40FD-B421-8D52666C3FDF}" srcOrd="4" destOrd="0" presId="urn:microsoft.com/office/officeart/2005/8/layout/vList5"/>
    <dgm:cxn modelId="{603250B7-CFF2-41CB-9A8B-0DEC4709198C}" type="presParOf" srcId="{D9DC71D4-73AB-40FD-B421-8D52666C3FDF}" destId="{03BD413C-3A45-4CA8-893F-DD1BD8405BBE}" srcOrd="0" destOrd="0" presId="urn:microsoft.com/office/officeart/2005/8/layout/vList5"/>
    <dgm:cxn modelId="{4972F55B-B03B-40EE-93C0-BEC5323F74BB}" type="presParOf" srcId="{D9DC71D4-73AB-40FD-B421-8D52666C3FDF}" destId="{60E2BDDF-4CDE-457B-ABAF-C14841D29430}" srcOrd="1" destOrd="0" presId="urn:microsoft.com/office/officeart/2005/8/layout/vList5"/>
    <dgm:cxn modelId="{7F912F6D-B8F4-4986-B952-1F8148208E70}" type="presParOf" srcId="{5AAAB648-AE43-4534-ACCF-90DA8FE9879C}" destId="{EA3009F3-03C5-42FA-AA53-D081B4DF2697}" srcOrd="5" destOrd="0" presId="urn:microsoft.com/office/officeart/2005/8/layout/vList5"/>
    <dgm:cxn modelId="{FC038DCC-1E8B-4C20-831A-654825B05373}" type="presParOf" srcId="{5AAAB648-AE43-4534-ACCF-90DA8FE9879C}" destId="{6F29D878-D6FA-4696-A22C-B0DD1A270898}" srcOrd="6" destOrd="0" presId="urn:microsoft.com/office/officeart/2005/8/layout/vList5"/>
    <dgm:cxn modelId="{0BBF6339-F899-4ACB-81D1-F279AD9F4F5C}" type="presParOf" srcId="{6F29D878-D6FA-4696-A22C-B0DD1A270898}" destId="{7BE04A62-6577-4DD0-97A2-AEE20D706749}" srcOrd="0" destOrd="0" presId="urn:microsoft.com/office/officeart/2005/8/layout/vList5"/>
    <dgm:cxn modelId="{DDA1C70E-CF21-4296-AC00-9A816A233990}" type="presParOf" srcId="{6F29D878-D6FA-4696-A22C-B0DD1A270898}" destId="{7AED8149-A276-4F88-BB62-5697C071851B}" srcOrd="1" destOrd="0" presId="urn:microsoft.com/office/officeart/2005/8/layout/vList5"/>
    <dgm:cxn modelId="{4CD41ECD-2A43-4C3F-935A-874D1FE98030}" type="presParOf" srcId="{5AAAB648-AE43-4534-ACCF-90DA8FE9879C}" destId="{E3E08CB4-65E6-4552-A7B5-08999D0B9E13}" srcOrd="7" destOrd="0" presId="urn:microsoft.com/office/officeart/2005/8/layout/vList5"/>
    <dgm:cxn modelId="{6F0C07F2-1885-44F0-9A28-804E8B388803}" type="presParOf" srcId="{5AAAB648-AE43-4534-ACCF-90DA8FE9879C}" destId="{F54F5F8F-34F5-46FA-9652-3233692719D3}" srcOrd="8" destOrd="0" presId="urn:microsoft.com/office/officeart/2005/8/layout/vList5"/>
    <dgm:cxn modelId="{E320B1BD-E616-472B-83AD-300DBD4682A3}" type="presParOf" srcId="{F54F5F8F-34F5-46FA-9652-3233692719D3}" destId="{A7099DA1-B6A1-4144-B72E-3070711BEA1B}" srcOrd="0" destOrd="0" presId="urn:microsoft.com/office/officeart/2005/8/layout/vList5"/>
    <dgm:cxn modelId="{67FE5589-4BB5-42CB-943E-124CD4C57232}" type="presParOf" srcId="{F54F5F8F-34F5-46FA-9652-3233692719D3}" destId="{72015786-765F-401B-8B09-5A0F8647C2D5}" srcOrd="1" destOrd="0" presId="urn:microsoft.com/office/officeart/2005/8/layout/vList5"/>
    <dgm:cxn modelId="{E5C7BB35-2FE8-4551-8EBF-4D02191DCA82}" type="presParOf" srcId="{5AAAB648-AE43-4534-ACCF-90DA8FE9879C}" destId="{7B7D5327-0CC9-42F0-BA15-C788DD4A9B83}" srcOrd="9" destOrd="0" presId="urn:microsoft.com/office/officeart/2005/8/layout/vList5"/>
    <dgm:cxn modelId="{24738AC8-88D0-496A-8591-DA7A53EF286C}" type="presParOf" srcId="{5AAAB648-AE43-4534-ACCF-90DA8FE9879C}" destId="{88CD0769-B3DF-4776-B74D-4DF973066933}" srcOrd="10" destOrd="0" presId="urn:microsoft.com/office/officeart/2005/8/layout/vList5"/>
    <dgm:cxn modelId="{9C2C082B-5FBB-485C-B054-BDB3039EA101}" type="presParOf" srcId="{88CD0769-B3DF-4776-B74D-4DF973066933}" destId="{20F063E0-D8E7-472C-8ED9-3A064929800D}" srcOrd="0" destOrd="0" presId="urn:microsoft.com/office/officeart/2005/8/layout/vList5"/>
    <dgm:cxn modelId="{368B7B48-E657-4440-9D92-ADE3D3FF4470}" type="presParOf" srcId="{88CD0769-B3DF-4776-B74D-4DF973066933}" destId="{0EB286BC-1B12-4DFF-B255-378054CFE017}" srcOrd="1" destOrd="0" presId="urn:microsoft.com/office/officeart/2005/8/layout/vList5"/>
    <dgm:cxn modelId="{BCF175E3-3E7E-4698-AD34-0A8052871CBB}" type="presParOf" srcId="{5AAAB648-AE43-4534-ACCF-90DA8FE9879C}" destId="{BCA1768F-D221-4225-B2A8-F3ED2ACE07D3}" srcOrd="11" destOrd="0" presId="urn:microsoft.com/office/officeart/2005/8/layout/vList5"/>
    <dgm:cxn modelId="{B1C0574E-E4E2-4B65-8BB2-9BD4AEA8ED80}" type="presParOf" srcId="{5AAAB648-AE43-4534-ACCF-90DA8FE9879C}" destId="{09B81D96-166A-45DD-92BE-66B1039544B0}" srcOrd="12" destOrd="0" presId="urn:microsoft.com/office/officeart/2005/8/layout/vList5"/>
    <dgm:cxn modelId="{C63F98F7-FFFC-46C0-A90F-34FF178C9DD4}" type="presParOf" srcId="{09B81D96-166A-45DD-92BE-66B1039544B0}" destId="{22485F3B-DCEE-40E2-99CC-47CA5AC35347}" srcOrd="0" destOrd="0" presId="urn:microsoft.com/office/officeart/2005/8/layout/vList5"/>
    <dgm:cxn modelId="{66EDB887-9291-43A9-A58B-D2F110CA2B88}" type="presParOf" srcId="{09B81D96-166A-45DD-92BE-66B1039544B0}" destId="{FA17B537-016C-48B4-B13A-595173DCDC5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0A7490-86A1-4449-A1B5-3B43A9D400B0}">
      <dsp:nvSpPr>
        <dsp:cNvPr id="0" name=""/>
        <dsp:cNvSpPr/>
      </dsp:nvSpPr>
      <dsp:spPr>
        <a:xfrm rot="5400000">
          <a:off x="4072252" y="-2123584"/>
          <a:ext cx="565557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200" kern="1200"/>
            <a:t>Introduction</a:t>
          </a:r>
        </a:p>
      </dsp:txBody>
      <dsp:txXfrm rot="-5400000">
        <a:off x="1877532" y="98744"/>
        <a:ext cx="4927389" cy="510341"/>
      </dsp:txXfrm>
    </dsp:sp>
    <dsp:sp modelId="{66E15CCD-E4B5-467F-9EAE-50168748C296}">
      <dsp:nvSpPr>
        <dsp:cNvPr id="0" name=""/>
        <dsp:cNvSpPr/>
      </dsp:nvSpPr>
      <dsp:spPr>
        <a:xfrm>
          <a:off x="909653" y="441"/>
          <a:ext cx="967878" cy="70694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</a:t>
          </a:r>
        </a:p>
      </dsp:txBody>
      <dsp:txXfrm>
        <a:off x="944163" y="34951"/>
        <a:ext cx="898858" cy="637926"/>
      </dsp:txXfrm>
    </dsp:sp>
    <dsp:sp modelId="{B18E3121-B11A-4862-9FB5-B06EB136338B}">
      <dsp:nvSpPr>
        <dsp:cNvPr id="0" name=""/>
        <dsp:cNvSpPr/>
      </dsp:nvSpPr>
      <dsp:spPr>
        <a:xfrm rot="5400000">
          <a:off x="4072252" y="-1381290"/>
          <a:ext cx="565557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200" kern="1200"/>
            <a:t>Finding Identical Items</a:t>
          </a:r>
        </a:p>
      </dsp:txBody>
      <dsp:txXfrm rot="-5400000">
        <a:off x="1877532" y="841038"/>
        <a:ext cx="4927389" cy="510341"/>
      </dsp:txXfrm>
    </dsp:sp>
    <dsp:sp modelId="{C8650D35-58E2-4D06-9774-5FCF53897621}">
      <dsp:nvSpPr>
        <dsp:cNvPr id="0" name=""/>
        <dsp:cNvSpPr/>
      </dsp:nvSpPr>
      <dsp:spPr>
        <a:xfrm>
          <a:off x="909653" y="742735"/>
          <a:ext cx="967878" cy="70694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944163" y="777245"/>
        <a:ext cx="898858" cy="637926"/>
      </dsp:txXfrm>
    </dsp:sp>
    <dsp:sp modelId="{60E2BDDF-4CDE-457B-ABAF-C14841D29430}">
      <dsp:nvSpPr>
        <dsp:cNvPr id="0" name=""/>
        <dsp:cNvSpPr/>
      </dsp:nvSpPr>
      <dsp:spPr>
        <a:xfrm rot="5400000">
          <a:off x="4072252" y="-638996"/>
          <a:ext cx="565557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/>
            <a:t>Representing Sets as Strings</a:t>
          </a:r>
        </a:p>
      </dsp:txBody>
      <dsp:txXfrm rot="-5400000">
        <a:off x="1877532" y="1583332"/>
        <a:ext cx="4927389" cy="510341"/>
      </dsp:txXfrm>
    </dsp:sp>
    <dsp:sp modelId="{03BD413C-3A45-4CA8-893F-DD1BD8405BBE}">
      <dsp:nvSpPr>
        <dsp:cNvPr id="0" name=""/>
        <dsp:cNvSpPr/>
      </dsp:nvSpPr>
      <dsp:spPr>
        <a:xfrm>
          <a:off x="909653" y="1485029"/>
          <a:ext cx="967878" cy="70694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</a:p>
      </dsp:txBody>
      <dsp:txXfrm>
        <a:off x="944163" y="1519539"/>
        <a:ext cx="898858" cy="637926"/>
      </dsp:txXfrm>
    </dsp:sp>
    <dsp:sp modelId="{7AED8149-A276-4F88-BB62-5697C071851B}">
      <dsp:nvSpPr>
        <dsp:cNvPr id="0" name=""/>
        <dsp:cNvSpPr/>
      </dsp:nvSpPr>
      <dsp:spPr>
        <a:xfrm rot="5400000">
          <a:off x="4072252" y="103297"/>
          <a:ext cx="565557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/>
            <a:t>Length-Based Filtering</a:t>
          </a:r>
        </a:p>
      </dsp:txBody>
      <dsp:txXfrm rot="-5400000">
        <a:off x="1877532" y="2325625"/>
        <a:ext cx="4927389" cy="510341"/>
      </dsp:txXfrm>
    </dsp:sp>
    <dsp:sp modelId="{7BE04A62-6577-4DD0-97A2-AEE20D706749}">
      <dsp:nvSpPr>
        <dsp:cNvPr id="0" name=""/>
        <dsp:cNvSpPr/>
      </dsp:nvSpPr>
      <dsp:spPr>
        <a:xfrm>
          <a:off x="909653" y="2227323"/>
          <a:ext cx="967878" cy="70694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944163" y="2261833"/>
        <a:ext cx="898858" cy="637926"/>
      </dsp:txXfrm>
    </dsp:sp>
    <dsp:sp modelId="{72015786-765F-401B-8B09-5A0F8647C2D5}">
      <dsp:nvSpPr>
        <dsp:cNvPr id="0" name=""/>
        <dsp:cNvSpPr/>
      </dsp:nvSpPr>
      <dsp:spPr>
        <a:xfrm rot="5400000">
          <a:off x="4072252" y="845591"/>
          <a:ext cx="565557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/>
            <a:t>Prefix Indexing</a:t>
          </a:r>
        </a:p>
      </dsp:txBody>
      <dsp:txXfrm rot="-5400000">
        <a:off x="1877532" y="3067919"/>
        <a:ext cx="4927389" cy="510341"/>
      </dsp:txXfrm>
    </dsp:sp>
    <dsp:sp modelId="{A7099DA1-B6A1-4144-B72E-3070711BEA1B}">
      <dsp:nvSpPr>
        <dsp:cNvPr id="0" name=""/>
        <dsp:cNvSpPr/>
      </dsp:nvSpPr>
      <dsp:spPr>
        <a:xfrm>
          <a:off x="909653" y="2969617"/>
          <a:ext cx="967878" cy="70694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5</a:t>
          </a:r>
        </a:p>
      </dsp:txBody>
      <dsp:txXfrm>
        <a:off x="944163" y="3004127"/>
        <a:ext cx="898858" cy="637926"/>
      </dsp:txXfrm>
    </dsp:sp>
    <dsp:sp modelId="{0EB286BC-1B12-4DFF-B255-378054CFE017}">
      <dsp:nvSpPr>
        <dsp:cNvPr id="0" name=""/>
        <dsp:cNvSpPr/>
      </dsp:nvSpPr>
      <dsp:spPr>
        <a:xfrm rot="5400000">
          <a:off x="4072252" y="1587885"/>
          <a:ext cx="565557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/>
            <a:t>Using Position Information</a:t>
          </a:r>
        </a:p>
      </dsp:txBody>
      <dsp:txXfrm rot="-5400000">
        <a:off x="1877532" y="3810213"/>
        <a:ext cx="4927389" cy="510341"/>
      </dsp:txXfrm>
    </dsp:sp>
    <dsp:sp modelId="{20F063E0-D8E7-472C-8ED9-3A064929800D}">
      <dsp:nvSpPr>
        <dsp:cNvPr id="0" name=""/>
        <dsp:cNvSpPr/>
      </dsp:nvSpPr>
      <dsp:spPr>
        <a:xfrm>
          <a:off x="909653" y="3711911"/>
          <a:ext cx="967878" cy="70694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6</a:t>
          </a:r>
        </a:p>
      </dsp:txBody>
      <dsp:txXfrm>
        <a:off x="944163" y="3746421"/>
        <a:ext cx="898858" cy="637926"/>
      </dsp:txXfrm>
    </dsp:sp>
    <dsp:sp modelId="{FA17B537-016C-48B4-B13A-595173DCDC52}">
      <dsp:nvSpPr>
        <dsp:cNvPr id="0" name=""/>
        <dsp:cNvSpPr/>
      </dsp:nvSpPr>
      <dsp:spPr>
        <a:xfrm rot="5400000">
          <a:off x="4072252" y="2330179"/>
          <a:ext cx="565557" cy="4954997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/>
            <a:t>Using Position and Length in Indexes</a:t>
          </a:r>
        </a:p>
      </dsp:txBody>
      <dsp:txXfrm rot="-5400000">
        <a:off x="1877532" y="4552507"/>
        <a:ext cx="4927389" cy="510341"/>
      </dsp:txXfrm>
    </dsp:sp>
    <dsp:sp modelId="{22485F3B-DCEE-40E2-99CC-47CA5AC35347}">
      <dsp:nvSpPr>
        <dsp:cNvPr id="0" name=""/>
        <dsp:cNvSpPr/>
      </dsp:nvSpPr>
      <dsp:spPr>
        <a:xfrm>
          <a:off x="909653" y="4454205"/>
          <a:ext cx="967878" cy="70694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7</a:t>
          </a:r>
        </a:p>
      </dsp:txBody>
      <dsp:txXfrm>
        <a:off x="944163" y="4488715"/>
        <a:ext cx="898858" cy="637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C8BC0-5281-48D5-B5BF-D1D82188CA48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683A-9B5D-4E70-B53F-49CCE7DB6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40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683A-9B5D-4E70-B53F-49CCE7DB69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36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 preserve="1">
  <p:cSld name="Title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8"/>
          <p:cNvSpPr/>
          <p:nvPr userDrawn="1"/>
        </p:nvSpPr>
        <p:spPr>
          <a:xfrm>
            <a:off x="-17813" y="6400800"/>
            <a:ext cx="12209813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Google Shape;22;p28"/>
          <p:cNvSpPr txBox="1">
            <a:spLocks noGrp="1"/>
          </p:cNvSpPr>
          <p:nvPr>
            <p:ph type="ctrTitle"/>
          </p:nvPr>
        </p:nvSpPr>
        <p:spPr>
          <a:xfrm>
            <a:off x="1066800" y="1188348"/>
            <a:ext cx="10058400" cy="2135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Arial"/>
              <a:buNone/>
              <a:defRPr sz="3600" b="1"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8"/>
          <p:cNvSpPr txBox="1">
            <a:spLocks noGrp="1"/>
          </p:cNvSpPr>
          <p:nvPr>
            <p:ph type="subTitle" idx="1"/>
          </p:nvPr>
        </p:nvSpPr>
        <p:spPr>
          <a:xfrm>
            <a:off x="1066800" y="3843658"/>
            <a:ext cx="10058400" cy="120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 dirty="0"/>
          </a:p>
        </p:txBody>
      </p:sp>
      <p:cxnSp>
        <p:nvCxnSpPr>
          <p:cNvPr id="27" name="Google Shape;27;p28"/>
          <p:cNvCxnSpPr>
            <a:cxnSpLocks/>
          </p:cNvCxnSpPr>
          <p:nvPr/>
        </p:nvCxnSpPr>
        <p:spPr>
          <a:xfrm>
            <a:off x="1158240" y="3630498"/>
            <a:ext cx="9875520" cy="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405875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CCE17-9E80-821F-CBB5-5158A7428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7C5C896-E04E-26EA-00BB-8ABA167665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195" y="1157287"/>
            <a:ext cx="11667506" cy="551664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9144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2616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10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3F13-EB7F-A469-6231-E84235904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E947F-945D-11F5-57AD-C062CBA522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4825" y="1139825"/>
            <a:ext cx="5473700" cy="576263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59DA64F-5E1E-AB1A-0CF2-35B9AA438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29432" y="1139825"/>
            <a:ext cx="5473700" cy="576263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1424A16-5239-27C4-2871-37EA0CC45E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4825" y="1822450"/>
            <a:ext cx="5473700" cy="43767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9144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FB74340-6118-7089-F358-D590B53BA8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9432" y="1825996"/>
            <a:ext cx="5473700" cy="43767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914400" indent="-3429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defRPr sz="28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94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title"/>
          </p:nvPr>
        </p:nvSpPr>
        <p:spPr>
          <a:xfrm>
            <a:off x="504701" y="184069"/>
            <a:ext cx="11198431" cy="804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27"/>
          <p:cNvSpPr txBox="1">
            <a:spLocks noGrp="1"/>
          </p:cNvSpPr>
          <p:nvPr>
            <p:ph type="body" idx="1"/>
          </p:nvPr>
        </p:nvSpPr>
        <p:spPr>
          <a:xfrm>
            <a:off x="274122" y="1169719"/>
            <a:ext cx="11643755" cy="5504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 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◦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Arial"/>
              <a:buChar char="◦"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17" name="Google Shape;17;p27"/>
          <p:cNvCxnSpPr>
            <a:cxnSpLocks/>
          </p:cNvCxnSpPr>
          <p:nvPr/>
        </p:nvCxnSpPr>
        <p:spPr>
          <a:xfrm>
            <a:off x="274122" y="1042654"/>
            <a:ext cx="11643756" cy="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7646951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2" r:id="rId3"/>
    <p:sldLayoutId id="214748366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 dirty="0">
          <a:solidFill>
            <a:schemeClr val="bg2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016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ourier New" panose="02070309020205020404" pitchFamily="49" charset="0"/>
        <a:buNone/>
        <a:defRPr sz="2800" b="0" i="0" u="none" strike="noStrike" cap="none" dirty="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EFAC-8B07-243B-31E2-D5F78D3C8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529721"/>
            <a:ext cx="10058400" cy="2793945"/>
          </a:xfrm>
        </p:spPr>
        <p:txBody>
          <a:bodyPr>
            <a:noAutofit/>
          </a:bodyPr>
          <a:lstStyle/>
          <a:p>
            <a:r>
              <a:rPr lang="en-US" sz="3800"/>
              <a:t>3.9. Methods for High Degrees of Similarity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7C767-14DA-5673-BCB8-0002CBE004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57144"/>
            <a:ext cx="10058400" cy="1092011"/>
          </a:xfrm>
        </p:spPr>
        <p:txBody>
          <a:bodyPr/>
          <a:lstStyle/>
          <a:p>
            <a:r>
              <a:rPr lang="en-US"/>
              <a:t>Vo Ngoc Huy Thong</a:t>
            </a:r>
          </a:p>
        </p:txBody>
      </p:sp>
    </p:spTree>
    <p:extLst>
      <p:ext uri="{BB962C8B-B14F-4D97-AF65-F5344CB8AC3E}">
        <p14:creationId xmlns:p14="http://schemas.microsoft.com/office/powerpoint/2010/main" val="3153800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7240-8800-8065-1DE5-779A3C032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095EA42-22AD-3E67-44EA-CCFF5CB478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069524"/>
              </p:ext>
            </p:extLst>
          </p:nvPr>
        </p:nvGraphicFramePr>
        <p:xfrm>
          <a:off x="2224908" y="1278620"/>
          <a:ext cx="7742184" cy="51615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30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3B356-9653-4F65-AC55-79837CAE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1. Introduction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F4DC9-349D-4A6E-FC75-6DDC6B84B5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10000"/>
          </a:bodyPr>
          <a:lstStyle/>
          <a:p>
            <a:pPr marL="101600" indent="0">
              <a:buNone/>
            </a:pPr>
            <a:r>
              <a:rPr lang="en-US" b="1"/>
              <a:t>Locality-Sensitive Hashing (LSH)</a:t>
            </a:r>
          </a:p>
          <a:p>
            <a:pPr marL="558800" lvl="1" indent="0">
              <a:buNone/>
            </a:pPr>
            <a:r>
              <a:rPr lang="en-US" i="1" u="sng"/>
              <a:t>Benefits:</a:t>
            </a:r>
          </a:p>
          <a:p>
            <a:pPr lvl="1"/>
            <a:r>
              <a:rPr lang="en-US" b="1"/>
              <a:t>Efficiency:</a:t>
            </a:r>
            <a:r>
              <a:rPr lang="en-US"/>
              <a:t> LSH is effective at quickly finding similar items in large datasets, especially when the desired degree of similarity is relatively low.</a:t>
            </a:r>
          </a:p>
          <a:p>
            <a:pPr lvl="1"/>
            <a:r>
              <a:rPr lang="en-US" b="1"/>
              <a:t>Speed:</a:t>
            </a:r>
            <a:r>
              <a:rPr lang="en-US" i="1"/>
              <a:t> </a:t>
            </a:r>
            <a:r>
              <a:rPr lang="en-US"/>
              <a:t>It reduces the number of comparisons by grouping potential candidates into buckets, making it faster than exhaustive pairwise comparisons.</a:t>
            </a:r>
          </a:p>
          <a:p>
            <a:pPr marL="558800" lvl="1" indent="0">
              <a:buNone/>
            </a:pPr>
            <a:r>
              <a:rPr lang="en-US" i="1" u="sng"/>
              <a:t>Drawbacks:</a:t>
            </a:r>
          </a:p>
          <a:p>
            <a:pPr lvl="1"/>
            <a:r>
              <a:rPr lang="en-US" b="1"/>
              <a:t>Not ideal for near-identical sets: </a:t>
            </a:r>
            <a:r>
              <a:rPr lang="en-US"/>
              <a:t>When looking for sets that are almost identical, LSH can be less efficient compared to other methods.</a:t>
            </a:r>
          </a:p>
          <a:p>
            <a:pPr lvl="1"/>
            <a:r>
              <a:rPr lang="en-US" b="1"/>
              <a:t>Inexact:</a:t>
            </a:r>
            <a:r>
              <a:rPr lang="en-US"/>
              <a:t> LSH may produce false negatives, meaning it might miss some similar pairs. It is probabilistic, so it doesn't guarantee finding all similar items​.</a:t>
            </a:r>
          </a:p>
          <a:p>
            <a:pPr marL="101600" indent="0">
              <a:buNone/>
            </a:pPr>
            <a:r>
              <a:rPr lang="en-US">
                <a:sym typeface="Wingdings" panose="05000000000000000000" pitchFamily="2" charset="2"/>
              </a:rPr>
              <a:t>When dealing with items that require a </a:t>
            </a:r>
            <a:r>
              <a:rPr lang="en-US" b="1">
                <a:sym typeface="Wingdings" panose="05000000000000000000" pitchFamily="2" charset="2"/>
              </a:rPr>
              <a:t>high degree of similarity</a:t>
            </a:r>
            <a:r>
              <a:rPr lang="en-US">
                <a:sym typeface="Wingdings" panose="05000000000000000000" pitchFamily="2" charset="2"/>
              </a:rPr>
              <a:t>, other exact methods might be more appropriate.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6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B7B6-E3A2-64BF-9065-0AD0B2CA0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2. Finding Identical Items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C43EA5-DC82-154A-81FD-DC26D77C42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pPr marL="101600" indent="0">
              <a:buNone/>
            </a:pPr>
            <a:r>
              <a:rPr lang="en-US"/>
              <a:t>To find identical items, such as identical web pages, a straightforward comparison of documents works, but it's inefficient to compare every pair.</a:t>
            </a:r>
          </a:p>
          <a:p>
            <a:pPr marL="101600" indent="0">
              <a:buNone/>
            </a:pPr>
            <a:r>
              <a:rPr lang="en-US"/>
              <a:t>Some strategies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Hashing based on the first few characters</a:t>
            </a:r>
            <a:r>
              <a:rPr lang="en-US"/>
              <a:t> may not work well if many documents share the same prefix, such as an HTML header.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Hashing using the entire document</a:t>
            </a:r>
            <a:r>
              <a:rPr lang="en-US"/>
              <a:t> is effective but slow since every character must be examined.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/>
              <a:t>Optimal Approach: </a:t>
            </a:r>
            <a:r>
              <a:rPr lang="en-US"/>
              <a:t>fixed random positions within the documents are selected for hashing. This avoids the common-prefix problem and reduces the need for full document comparison.</a:t>
            </a:r>
          </a:p>
        </p:txBody>
      </p:sp>
    </p:spTree>
    <p:extLst>
      <p:ext uri="{BB962C8B-B14F-4D97-AF65-F5344CB8AC3E}">
        <p14:creationId xmlns:p14="http://schemas.microsoft.com/office/powerpoint/2010/main" val="120123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F27B-74A0-C0C0-09D5-01C41327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3. Representing Sets as Strings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0475C-C44C-2F52-92FE-762AD03297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b="1"/>
              <a:t>Challenge:</a:t>
            </a:r>
            <a:r>
              <a:rPr lang="en-US"/>
              <a:t> finding pairs of sets with high Jaccard similarity (e.g., at least 0.9) in large datasets. </a:t>
            </a:r>
          </a:p>
          <a:p>
            <a:pPr marL="101600" indent="0">
              <a:buNone/>
            </a:pPr>
            <a:r>
              <a:rPr lang="en-US" b="1"/>
              <a:t>Solution:</a:t>
            </a:r>
            <a:r>
              <a:rPr lang="en-US"/>
              <a:t> representing sets as strings by sorting their elements in a fixed order. </a:t>
            </a:r>
          </a:p>
          <a:p>
            <a:pPr marL="101600" indent="0">
              <a:buNone/>
            </a:pPr>
            <a:r>
              <a:rPr lang="en-US"/>
              <a:t>Two key properties of strings: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No character appears more than once.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Characters appear in the same order across different strings if present.</a:t>
            </a:r>
          </a:p>
          <a:p>
            <a:pPr marL="101600" indent="0">
              <a:buNone/>
            </a:pPr>
            <a:r>
              <a:rPr lang="en-US" u="sng"/>
              <a:t>Example:</a:t>
            </a:r>
            <a:r>
              <a:rPr lang="en-US"/>
              <a:t> set </a:t>
            </a:r>
            <a:r>
              <a:rPr lang="en-US" b="1"/>
              <a:t>{d, a, b}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string </a:t>
            </a:r>
            <a:r>
              <a:rPr lang="en-US" b="1"/>
              <a:t>abd </a:t>
            </a:r>
            <a:r>
              <a:rPr lang="en-US"/>
              <a:t>(alphabetical order).</a:t>
            </a:r>
            <a:endParaRPr lang="en-US" b="1"/>
          </a:p>
          <a:p>
            <a:pPr marL="101600" indent="0">
              <a:buNone/>
            </a:pPr>
            <a:r>
              <a:rPr lang="en-US"/>
              <a:t>The Jaccard similarity of the sets can be discussed using these string representations. </a:t>
            </a:r>
          </a:p>
        </p:txBody>
      </p:sp>
    </p:spTree>
    <p:extLst>
      <p:ext uri="{BB962C8B-B14F-4D97-AF65-F5344CB8AC3E}">
        <p14:creationId xmlns:p14="http://schemas.microsoft.com/office/powerpoint/2010/main" val="69459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A663B-2890-653D-325A-EE199C55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4. Length-Based Filtering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5180F-C955-3160-755E-A66104DCAB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/>
              <a:t>The simplest way to exploit the string representation of previous section is to sort the strings by length. </a:t>
            </a:r>
          </a:p>
          <a:p>
            <a:pPr marL="558800" lvl="1" indent="0">
              <a:buNone/>
            </a:pPr>
            <a:r>
              <a:rPr lang="en-US"/>
              <a:t>Suppose:	</a:t>
            </a:r>
          </a:p>
          <a:p>
            <a:pPr lvl="1"/>
            <a:r>
              <a:rPr lang="en-US"/>
              <a:t>Two strings, </a:t>
            </a:r>
            <a:r>
              <a:rPr lang="en-US" b="1"/>
              <a:t>s</a:t>
            </a:r>
            <a:r>
              <a:rPr lang="en-US"/>
              <a:t> and </a:t>
            </a:r>
            <a:r>
              <a:rPr lang="en-US" b="1"/>
              <a:t>t</a:t>
            </a:r>
            <a:r>
              <a:rPr lang="en-US"/>
              <a:t>, represent two sets</a:t>
            </a:r>
          </a:p>
          <a:p>
            <a:pPr lvl="1"/>
            <a:r>
              <a:rPr lang="en-US" b="1"/>
              <a:t>Ls</a:t>
            </a:r>
            <a:r>
              <a:rPr lang="en-US"/>
              <a:t>​ is the length of string </a:t>
            </a:r>
            <a:r>
              <a:rPr lang="en-US" b="1"/>
              <a:t>s</a:t>
            </a:r>
            <a:r>
              <a:rPr lang="en-US"/>
              <a:t>, and </a:t>
            </a:r>
            <a:r>
              <a:rPr lang="en-US" b="1"/>
              <a:t>Lt</a:t>
            </a:r>
            <a:r>
              <a:rPr lang="en-US"/>
              <a:t>​ is the length of string </a:t>
            </a:r>
            <a:r>
              <a:rPr lang="en-US" b="1"/>
              <a:t>t</a:t>
            </a:r>
            <a:endParaRPr lang="en-US"/>
          </a:p>
          <a:p>
            <a:pPr lvl="1"/>
            <a:r>
              <a:rPr lang="en-US" b="1"/>
              <a:t>Ls ≤ Lt</a:t>
            </a:r>
            <a:endParaRPr lang="en-US"/>
          </a:p>
          <a:p>
            <a:pPr lvl="1"/>
            <a:r>
              <a:rPr lang="en-US" b="1"/>
              <a:t>J</a:t>
            </a:r>
            <a:r>
              <a:rPr lang="en-US"/>
              <a:t> is the lower bound for Jaccard similarity between the two strings</a:t>
            </a:r>
          </a:p>
          <a:p>
            <a:pPr marL="558800" lvl="1" indent="0">
              <a:buNone/>
            </a:pPr>
            <a:r>
              <a:rPr lang="en-US"/>
              <a:t>For a comparison, the length of </a:t>
            </a:r>
            <a:r>
              <a:rPr lang="en-US" b="1"/>
              <a:t>t</a:t>
            </a:r>
            <a:r>
              <a:rPr lang="en-US"/>
              <a:t> must satisfy: </a:t>
            </a:r>
            <a:r>
              <a:rPr lang="en-US" b="1"/>
              <a:t>Lt ≤ Ls/J</a:t>
            </a:r>
          </a:p>
          <a:p>
            <a:pPr marL="101600" indent="0">
              <a:buNone/>
            </a:pPr>
            <a:r>
              <a:rPr lang="en-US"/>
              <a:t>This ensures that only pairs with potential to meet the Jaccard similarity threshold are compared, reducing computational effort.</a:t>
            </a:r>
          </a:p>
          <a:p>
            <a:pPr marL="101600" indent="0">
              <a:buNone/>
            </a:pPr>
            <a:endParaRPr lang="en-US" b="1"/>
          </a:p>
          <a:p>
            <a:pPr marL="1016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9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3B072-AD7F-602D-3D94-E1E096A4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Length-Based Filtering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B08DF-3AAC-F6FB-2EAB-AC9C72227D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u="sng"/>
              <a:t>Example 1: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Suppose </a:t>
            </a:r>
            <a:r>
              <a:rPr lang="en-US" b="1"/>
              <a:t>Ls</a:t>
            </a:r>
            <a:r>
              <a:rPr lang="en-US"/>
              <a:t> </a:t>
            </a:r>
            <a:r>
              <a:rPr lang="en-US" b="1"/>
              <a:t>= 9</a:t>
            </a:r>
            <a:r>
              <a:rPr lang="en-US"/>
              <a:t>, </a:t>
            </a:r>
            <a:r>
              <a:rPr lang="en-US" b="1"/>
              <a:t>J = 0.9</a:t>
            </a:r>
            <a:r>
              <a:rPr lang="en-US"/>
              <a:t>, then </a:t>
            </a:r>
            <a:r>
              <a:rPr lang="en-US" b="1"/>
              <a:t>Lt ≤ 9/0.9 = 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We only need to compare </a:t>
            </a:r>
            <a:r>
              <a:rPr lang="en-US" b="1"/>
              <a:t>s</a:t>
            </a:r>
            <a:r>
              <a:rPr lang="en-US"/>
              <a:t> with those strings of length </a:t>
            </a:r>
            <a:r>
              <a:rPr lang="en-US" b="1"/>
              <a:t>9</a:t>
            </a:r>
            <a:r>
              <a:rPr lang="en-US"/>
              <a:t> that follow it in order, and all strings of length </a:t>
            </a:r>
            <a:r>
              <a:rPr lang="en-US" b="1"/>
              <a:t>10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 marL="101600" indent="0">
              <a:buNone/>
            </a:pPr>
            <a:r>
              <a:rPr lang="en-US" u="sng"/>
              <a:t>Example 2: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Suppose </a:t>
            </a:r>
            <a:r>
              <a:rPr lang="en-US" b="1"/>
              <a:t>Ls = 8</a:t>
            </a:r>
            <a:r>
              <a:rPr lang="en-US"/>
              <a:t>, </a:t>
            </a:r>
            <a:r>
              <a:rPr lang="en-US" b="1"/>
              <a:t>J = 0.9</a:t>
            </a:r>
            <a:r>
              <a:rPr lang="en-US"/>
              <a:t>, then </a:t>
            </a:r>
            <a:r>
              <a:rPr lang="en-US" b="1"/>
              <a:t>Lt ≤ 8/0.9 = 8.89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We only have to compare </a:t>
            </a:r>
            <a:r>
              <a:rPr lang="en-US" b="1"/>
              <a:t>s</a:t>
            </a:r>
            <a:r>
              <a:rPr lang="en-US"/>
              <a:t> with the strings that have length </a:t>
            </a:r>
            <a:r>
              <a:rPr lang="en-US" b="1"/>
              <a:t>8</a:t>
            </a:r>
            <a:r>
              <a:rPr lang="en-US"/>
              <a:t> but follow it in the sorted order.</a:t>
            </a:r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8E33-608C-B36D-2B8F-A52516AD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5. Prefix Indexing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8A9C2-9974-55B3-BDEB-3C732BE36B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/>
              <a:t>Prefix indexing reduces the number of comparisons needed to identify similar strings by indexing strings based on their prefixes. </a:t>
            </a:r>
          </a:p>
          <a:p>
            <a:pPr marL="101600" indent="0">
              <a:buNone/>
            </a:pPr>
            <a:r>
              <a:rPr lang="en-US"/>
              <a:t>For each string </a:t>
            </a:r>
            <a:r>
              <a:rPr lang="en-US" b="1"/>
              <a:t>s</a:t>
            </a:r>
            <a:r>
              <a:rPr lang="en-US"/>
              <a:t>, a prefix of length </a:t>
            </a:r>
            <a:r>
              <a:rPr lang="en-US" b="1"/>
              <a:t>p</a:t>
            </a:r>
            <a:r>
              <a:rPr lang="en-US"/>
              <a:t> (determined by the string's length </a:t>
            </a:r>
            <a:r>
              <a:rPr lang="en-US" b="1"/>
              <a:t>Ls</a:t>
            </a:r>
            <a:r>
              <a:rPr lang="en-US"/>
              <a:t> and a Jaccard similarity threshold </a:t>
            </a:r>
            <a:r>
              <a:rPr lang="en-US" b="1"/>
              <a:t>J</a:t>
            </a:r>
            <a:r>
              <a:rPr lang="en-US"/>
              <a:t>) is indexed under the first </a:t>
            </a:r>
            <a:r>
              <a:rPr lang="en-US" b="1"/>
              <a:t>p</a:t>
            </a:r>
            <a:r>
              <a:rPr lang="en-US"/>
              <a:t> symbols. The value of </a:t>
            </a:r>
            <a:r>
              <a:rPr lang="en-US" b="1"/>
              <a:t>p</a:t>
            </a:r>
            <a:r>
              <a:rPr lang="en-US"/>
              <a:t> is calculated as: </a:t>
            </a:r>
            <a:r>
              <a:rPr lang="en-US" b="1"/>
              <a:t>p = [(1 − J)×Ls] + 1</a:t>
            </a:r>
          </a:p>
          <a:p>
            <a:pPr marL="101600" indent="0">
              <a:buNone/>
            </a:pPr>
            <a:r>
              <a:rPr lang="en-US"/>
              <a:t>This ensures that any string </a:t>
            </a:r>
            <a:r>
              <a:rPr lang="en-US" b="1"/>
              <a:t>t</a:t>
            </a:r>
            <a:r>
              <a:rPr lang="en-US"/>
              <a:t> with a Jaccard similarity to </a:t>
            </a:r>
            <a:r>
              <a:rPr lang="en-US" b="1"/>
              <a:t>s</a:t>
            </a:r>
            <a:r>
              <a:rPr lang="en-US"/>
              <a:t> above </a:t>
            </a:r>
            <a:r>
              <a:rPr lang="en-US" b="1"/>
              <a:t>J</a:t>
            </a:r>
            <a:r>
              <a:rPr lang="en-US"/>
              <a:t> shares at least one symbol in its prefix with </a:t>
            </a:r>
            <a:r>
              <a:rPr lang="en-US" b="1"/>
              <a:t>s</a:t>
            </a:r>
            <a:r>
              <a:rPr lang="en-US"/>
              <a:t>. Strings are placed in index buckets based on their prefix symbols, and only strings in the same buckets are compared.</a:t>
            </a:r>
          </a:p>
        </p:txBody>
      </p:sp>
    </p:spTree>
    <p:extLst>
      <p:ext uri="{BB962C8B-B14F-4D97-AF65-F5344CB8AC3E}">
        <p14:creationId xmlns:p14="http://schemas.microsoft.com/office/powerpoint/2010/main" val="21736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D8BD-64ED-86CE-9E8A-DDC05E3F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Prefix Indexing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A28DD-AA22-E659-06CE-51BE39A5E3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marL="101600" indent="0">
              <a:buNone/>
            </a:pPr>
            <a:r>
              <a:rPr lang="en-US" u="sng"/>
              <a:t>Example:</a:t>
            </a:r>
          </a:p>
          <a:p>
            <a:pPr marL="101600" indent="0">
              <a:buNone/>
            </a:pPr>
            <a:r>
              <a:rPr lang="en-US"/>
              <a:t>Suppose:  </a:t>
            </a:r>
            <a:r>
              <a:rPr lang="en-US" b="1"/>
              <a:t>J = 0.9</a:t>
            </a:r>
            <a:r>
              <a:rPr lang="en-US"/>
              <a:t>, </a:t>
            </a:r>
            <a:r>
              <a:rPr lang="en-US" b="1"/>
              <a:t>s = “bcdefghij”</a:t>
            </a:r>
            <a:r>
              <a:rPr lang="en-US"/>
              <a:t>, </a:t>
            </a:r>
            <a:r>
              <a:rPr lang="en-US" b="1"/>
              <a:t>Ls = 9</a:t>
            </a:r>
          </a:p>
          <a:p>
            <a:pPr marL="101600" indent="0">
              <a:buNone/>
            </a:pPr>
            <a:r>
              <a:rPr lang="en-US"/>
              <a:t>Then: </a:t>
            </a:r>
            <a:r>
              <a:rPr lang="en-US" b="1"/>
              <a:t>p = [0.1 × 9] + 1= 1</a:t>
            </a:r>
            <a:r>
              <a:rPr lang="en-US"/>
              <a:t>, </a:t>
            </a:r>
            <a:r>
              <a:rPr lang="en-US" b="1"/>
              <a:t>s</a:t>
            </a:r>
            <a:r>
              <a:rPr lang="en-US"/>
              <a:t> is indexed by its first symbol </a:t>
            </a:r>
            <a:r>
              <a:rPr lang="en-US" b="1"/>
              <a:t>“b”</a:t>
            </a:r>
          </a:p>
          <a:p>
            <a:pPr marL="101600" indent="0">
              <a:buNone/>
            </a:pPr>
            <a:r>
              <a:rPr lang="en-US"/>
              <a:t>Any string </a:t>
            </a:r>
            <a:r>
              <a:rPr lang="en-US" b="1"/>
              <a:t>t</a:t>
            </a:r>
            <a:r>
              <a:rPr lang="en-US"/>
              <a:t> that doesn't have </a:t>
            </a:r>
            <a:r>
              <a:rPr lang="en-US" b="1"/>
              <a:t>"b"</a:t>
            </a:r>
            <a:r>
              <a:rPr lang="en-US"/>
              <a:t> indexed similarly will have less than 0.9 similarity with </a:t>
            </a:r>
            <a:r>
              <a:rPr lang="en-US" b="1"/>
              <a:t>s</a:t>
            </a:r>
            <a:r>
              <a:rPr lang="en-US"/>
              <a:t>. Suppose </a:t>
            </a:r>
            <a:r>
              <a:rPr lang="en-US" b="1"/>
              <a:t>t</a:t>
            </a:r>
            <a:r>
              <a:rPr lang="en-US"/>
              <a:t> does not begin with </a:t>
            </a:r>
            <a:r>
              <a:rPr lang="en-US" b="1"/>
              <a:t>“b”</a:t>
            </a:r>
            <a:r>
              <a:rPr lang="en-US"/>
              <a:t>. There are two case: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u="sng"/>
              <a:t>Case 1:</a:t>
            </a:r>
            <a:r>
              <a:rPr lang="en-US"/>
              <a:t> If a string </a:t>
            </a:r>
            <a:r>
              <a:rPr lang="en-US" b="1"/>
              <a:t>t</a:t>
            </a:r>
            <a:r>
              <a:rPr lang="en-US"/>
              <a:t> begins with </a:t>
            </a:r>
            <a:r>
              <a:rPr lang="en-US" b="1"/>
              <a:t>"a"</a:t>
            </a:r>
            <a:r>
              <a:rPr lang="en-US"/>
              <a:t> and has Jaccard similarity </a:t>
            </a:r>
            <a:r>
              <a:rPr lang="en-US" b="1"/>
              <a:t>≥0.9</a:t>
            </a:r>
            <a:r>
              <a:rPr lang="en-US"/>
              <a:t>, it must be exactly </a:t>
            </a:r>
            <a:r>
              <a:rPr lang="en-US" b="1"/>
              <a:t>"abcdefghij"</a:t>
            </a:r>
            <a:r>
              <a:rPr lang="en-US"/>
              <a:t>. Since </a:t>
            </a:r>
            <a:r>
              <a:rPr lang="en-US" b="1"/>
              <a:t>t</a:t>
            </a:r>
            <a:r>
              <a:rPr lang="en-US"/>
              <a:t> has length </a:t>
            </a:r>
            <a:r>
              <a:rPr lang="en-US" b="1"/>
              <a:t>10</a:t>
            </a:r>
            <a:r>
              <a:rPr lang="en-US"/>
              <a:t>, it will be indexed under both </a:t>
            </a:r>
            <a:r>
              <a:rPr lang="en-US" b="1"/>
              <a:t>"a"</a:t>
            </a:r>
            <a:r>
              <a:rPr lang="en-US"/>
              <a:t> and </a:t>
            </a:r>
            <a:r>
              <a:rPr lang="en-US" b="1"/>
              <a:t>"b"</a:t>
            </a:r>
            <a:r>
              <a:rPr lang="en-US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u="sng"/>
              <a:t>Case 2:</a:t>
            </a:r>
            <a:r>
              <a:rPr lang="en-US"/>
              <a:t> If </a:t>
            </a:r>
            <a:r>
              <a:rPr lang="en-US" b="1"/>
              <a:t>t</a:t>
            </a:r>
            <a:r>
              <a:rPr lang="en-US"/>
              <a:t> begins with </a:t>
            </a:r>
            <a:r>
              <a:rPr lang="en-US" b="1"/>
              <a:t>"c"</a:t>
            </a:r>
            <a:r>
              <a:rPr lang="en-US"/>
              <a:t> or any later letter, the best possible match is </a:t>
            </a:r>
            <a:r>
              <a:rPr lang="en-US" b="1"/>
              <a:t>"cdefghij"</a:t>
            </a:r>
            <a:r>
              <a:rPr lang="en-US"/>
              <a:t>, giving a similarity of </a:t>
            </a:r>
            <a:r>
              <a:rPr lang="en-US" b="1"/>
              <a:t>8/9</a:t>
            </a:r>
            <a:r>
              <a:rPr lang="en-US"/>
              <a:t>, which is less than </a:t>
            </a:r>
            <a:r>
              <a:rPr lang="en-US" b="1"/>
              <a:t>0.9</a:t>
            </a:r>
            <a:r>
              <a:rPr lang="en-US"/>
              <a:t>. Thus, </a:t>
            </a:r>
            <a:r>
              <a:rPr lang="en-US" b="1"/>
              <a:t>t</a:t>
            </a:r>
            <a:r>
              <a:rPr lang="en-US"/>
              <a:t> cannot have a high enough similarity to </a:t>
            </a:r>
            <a:r>
              <a:rPr lang="en-US" b="1"/>
              <a:t>s</a:t>
            </a:r>
            <a:r>
              <a:rPr lang="en-US"/>
              <a:t>.</a:t>
            </a:r>
          </a:p>
          <a:p>
            <a:pPr marL="101600" indent="0">
              <a:buNone/>
            </a:pPr>
            <a:endParaRPr lang="en-US"/>
          </a:p>
          <a:p>
            <a:pPr marL="101600" indent="0">
              <a:buNone/>
            </a:pPr>
            <a:endParaRPr lang="en-US"/>
          </a:p>
          <a:p>
            <a:pPr marL="1016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79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EAB63-37E0-7490-DBF4-38E73898E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6. Using Position Information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66088-E3A0-0606-F82A-6252BAA545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u="sng"/>
              <a:t>Example:</a:t>
            </a:r>
            <a:r>
              <a:rPr lang="en-US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Suppose </a:t>
            </a:r>
            <a:r>
              <a:rPr lang="en-US" b="1"/>
              <a:t>s = “acdefghijk” </a:t>
            </a:r>
            <a:r>
              <a:rPr lang="en-US"/>
              <a:t>and </a:t>
            </a:r>
            <a:r>
              <a:rPr lang="en-US" b="1"/>
              <a:t>t = “bcdefghijk”</a:t>
            </a:r>
            <a:r>
              <a:rPr lang="en-US"/>
              <a:t>, </a:t>
            </a:r>
            <a:r>
              <a:rPr lang="en-US" b="1"/>
              <a:t>Ls = Lt = 10</a:t>
            </a:r>
            <a:r>
              <a:rPr lang="en-US"/>
              <a:t>, </a:t>
            </a:r>
            <a:r>
              <a:rPr lang="en-US" b="1"/>
              <a:t>J = 0.9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Then </a:t>
            </a:r>
            <a:r>
              <a:rPr lang="en-US" b="1"/>
              <a:t>p = 2</a:t>
            </a:r>
            <a:r>
              <a:rPr lang="en-US"/>
              <a:t>, </a:t>
            </a:r>
            <a:r>
              <a:rPr lang="en-US" b="1"/>
              <a:t>s</a:t>
            </a:r>
            <a:r>
              <a:rPr lang="en-US"/>
              <a:t> and </a:t>
            </a:r>
            <a:r>
              <a:rPr lang="en-US" b="1"/>
              <a:t>t</a:t>
            </a:r>
            <a:r>
              <a:rPr lang="en-US"/>
              <a:t> are indexed under their first two symbols, but despite </a:t>
            </a:r>
            <a:r>
              <a:rPr lang="en-US" b="1"/>
              <a:t>“c”</a:t>
            </a:r>
            <a:r>
              <a:rPr lang="en-US"/>
              <a:t> is the second symbol of both, their Jaccard similarity is less than </a:t>
            </a:r>
            <a:r>
              <a:rPr lang="en-US" b="1"/>
              <a:t>0.9</a:t>
            </a:r>
            <a:r>
              <a:rPr lang="en-US"/>
              <a:t>. </a:t>
            </a:r>
          </a:p>
          <a:p>
            <a:pPr marL="101600" indent="0">
              <a:buNone/>
            </a:pPr>
            <a:r>
              <a:rPr lang="en-US"/>
              <a:t>By using not only the symbol but also its position in the string for indexing, comparisons between strings like </a:t>
            </a:r>
            <a:r>
              <a:rPr lang="en-US" b="1"/>
              <a:t>s</a:t>
            </a:r>
            <a:r>
              <a:rPr lang="en-US"/>
              <a:t> and </a:t>
            </a:r>
            <a:r>
              <a:rPr lang="en-US" b="1"/>
              <a:t>t</a:t>
            </a:r>
            <a:r>
              <a:rPr lang="en-US"/>
              <a:t> can be avoided.</a:t>
            </a:r>
          </a:p>
          <a:p>
            <a:pPr marL="101600" indent="0">
              <a:buNone/>
            </a:pPr>
            <a:r>
              <a:rPr lang="en-US"/>
              <a:t>In this method, each string is indexed by symbol-position pairs, such as </a:t>
            </a:r>
            <a:r>
              <a:rPr lang="en-US" b="1"/>
              <a:t>(x, i)</a:t>
            </a:r>
            <a:r>
              <a:rPr lang="en-US"/>
              <a:t>, where </a:t>
            </a:r>
            <a:r>
              <a:rPr lang="en-US" b="1"/>
              <a:t>x</a:t>
            </a:r>
            <a:r>
              <a:rPr lang="en-US"/>
              <a:t> is the symbol in position</a:t>
            </a:r>
            <a:r>
              <a:rPr lang="en-US" b="1"/>
              <a:t> i</a:t>
            </a:r>
            <a:r>
              <a:rPr lang="en-US"/>
              <a:t>. To compare strings, the algorithm checks only relevant buckets (those sharing a symbol in a matching position). The goal is to ensure that potential matches are considered only once.</a:t>
            </a:r>
          </a:p>
        </p:txBody>
      </p:sp>
    </p:spTree>
    <p:extLst>
      <p:ext uri="{BB962C8B-B14F-4D97-AF65-F5344CB8AC3E}">
        <p14:creationId xmlns:p14="http://schemas.microsoft.com/office/powerpoint/2010/main" val="132632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05FDA-135A-1271-D416-173A6BD8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6. Using Position Information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9BF43-B9BC-973C-2FBA-3BF58AE185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7195" y="4256690"/>
            <a:ext cx="11667506" cy="2417240"/>
          </a:xfrm>
        </p:spPr>
        <p:txBody>
          <a:bodyPr/>
          <a:lstStyle/>
          <a:p>
            <a:pPr marL="101600" indent="0">
              <a:buNone/>
            </a:pPr>
            <a:r>
              <a:rPr lang="en-US"/>
              <a:t>Thus, if we find that the </a:t>
            </a:r>
            <a:r>
              <a:rPr lang="en-US" b="1"/>
              <a:t>ith</a:t>
            </a:r>
            <a:r>
              <a:rPr lang="en-US"/>
              <a:t> symbol of </a:t>
            </a:r>
            <a:r>
              <a:rPr lang="en-US" b="1"/>
              <a:t>s</a:t>
            </a:r>
            <a:r>
              <a:rPr lang="en-US"/>
              <a:t> is </a:t>
            </a:r>
            <a:r>
              <a:rPr lang="en-US" b="1"/>
              <a:t>x</a:t>
            </a:r>
            <a:r>
              <a:rPr lang="en-US"/>
              <a:t>, then we need look in the bucket </a:t>
            </a:r>
            <a:r>
              <a:rPr lang="en-US" b="1"/>
              <a:t>(x, j)</a:t>
            </a:r>
            <a:r>
              <a:rPr lang="en-US"/>
              <a:t> for certain small values of </a:t>
            </a:r>
            <a:r>
              <a:rPr lang="en-US" b="1"/>
              <a:t>j</a:t>
            </a:r>
            <a:r>
              <a:rPr lang="en-US"/>
              <a:t>.</a:t>
            </a:r>
          </a:p>
          <a:p>
            <a:pPr marL="101600" indent="0">
              <a:buNone/>
            </a:pPr>
            <a:r>
              <a:rPr lang="en-US"/>
              <a:t>The inequality </a:t>
            </a:r>
            <a:r>
              <a:rPr lang="en-US" b="1"/>
              <a:t>j ≤ (Ls(1 − J) − i + 1 + J)/J </a:t>
            </a:r>
            <a:r>
              <a:rPr lang="en-US"/>
              <a:t>is used to determine the upper bound on positions in </a:t>
            </a:r>
            <a:r>
              <a:rPr lang="en-US" b="1"/>
              <a:t>t</a:t>
            </a:r>
            <a:r>
              <a:rPr lang="en-US"/>
              <a:t> that need to be checked, ensuring the efficiency of the process.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D0B99-8D44-5B58-F9B0-1747C2ED5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978" y="1110818"/>
            <a:ext cx="6476043" cy="315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25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81416-4D74-C233-9574-D227E1A0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Using Position 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74A22-B73D-04BF-DA0E-8B3CFF9310B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 u="sng"/>
              <a:t>Example:</a:t>
            </a:r>
            <a:r>
              <a:rPr lang="en-US"/>
              <a:t> </a:t>
            </a:r>
            <a:r>
              <a:rPr lang="en-US" b="1"/>
              <a:t>s = “acdefghijk”</a:t>
            </a:r>
            <a:r>
              <a:rPr lang="en-US"/>
              <a:t>, </a:t>
            </a:r>
            <a:r>
              <a:rPr lang="en-US" b="1"/>
              <a:t>J = 0.9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Suppose </a:t>
            </a:r>
            <a:r>
              <a:rPr lang="en-US" b="1"/>
              <a:t>i = 1</a:t>
            </a:r>
            <a:r>
              <a:rPr lang="en-US"/>
              <a:t>. Then </a:t>
            </a:r>
            <a:r>
              <a:rPr lang="en-US" b="1"/>
              <a:t>j ≤ (10 × 0.1 − 1 + 1 + 0.9)/0.9 = 2.11</a:t>
            </a:r>
          </a:p>
          <a:p>
            <a:pPr marL="558800" lvl="1" indent="0">
              <a:buNone/>
            </a:pPr>
            <a:r>
              <a:rPr lang="en-US"/>
              <a:t>Thus, </a:t>
            </a:r>
            <a:r>
              <a:rPr lang="en-US" b="1"/>
              <a:t>j</a:t>
            </a:r>
            <a:r>
              <a:rPr lang="en-US"/>
              <a:t> can be </a:t>
            </a:r>
            <a:r>
              <a:rPr lang="en-US" b="1"/>
              <a:t>1 or 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/>
              <a:t>Suppose </a:t>
            </a:r>
            <a:r>
              <a:rPr lang="en-US" b="1"/>
              <a:t>i = 2</a:t>
            </a:r>
            <a:r>
              <a:rPr lang="en-US"/>
              <a:t>. Then we require </a:t>
            </a:r>
            <a:r>
              <a:rPr lang="en-US" b="1"/>
              <a:t>j ≤ (10 × 0.1 − 2 + 1 + 0.9)/0.9 = 1</a:t>
            </a:r>
          </a:p>
          <a:p>
            <a:pPr marL="101600" indent="0">
              <a:buNone/>
            </a:pPr>
            <a:r>
              <a:rPr lang="en-US"/>
              <a:t>We only need to look in the buckets for </a:t>
            </a:r>
            <a:r>
              <a:rPr lang="en-US" b="1"/>
              <a:t>(a, 1)</a:t>
            </a:r>
            <a:r>
              <a:rPr lang="en-US"/>
              <a:t>, </a:t>
            </a:r>
            <a:r>
              <a:rPr lang="en-US" b="1"/>
              <a:t>(a, 2)</a:t>
            </a:r>
            <a:r>
              <a:rPr lang="en-US"/>
              <a:t>, and </a:t>
            </a:r>
            <a:r>
              <a:rPr lang="en-US" b="1"/>
              <a:t>(c, 1)</a:t>
            </a:r>
            <a:r>
              <a:rPr lang="en-US"/>
              <a:t> in string </a:t>
            </a:r>
            <a:r>
              <a:rPr lang="en-US" b="1"/>
              <a:t>t</a:t>
            </a:r>
            <a:r>
              <a:rPr lang="en-US"/>
              <a:t> instead of looking to all buckets </a:t>
            </a:r>
            <a:r>
              <a:rPr lang="en-US" b="1"/>
              <a:t>(a, j)</a:t>
            </a:r>
            <a:r>
              <a:rPr lang="en-US"/>
              <a:t> and </a:t>
            </a:r>
            <a:r>
              <a:rPr lang="en-US" b="1"/>
              <a:t>(c, j)</a:t>
            </a:r>
            <a:r>
              <a:rPr lang="en-US"/>
              <a:t> for </a:t>
            </a:r>
            <a:r>
              <a:rPr lang="en-US" b="1"/>
              <a:t>any j</a:t>
            </a:r>
            <a:r>
              <a:rPr lang="en-US"/>
              <a:t>.</a:t>
            </a:r>
          </a:p>
          <a:p>
            <a:pPr marL="101600" indent="0">
              <a:buNone/>
            </a:pPr>
            <a:endParaRPr lang="en-US"/>
          </a:p>
          <a:p>
            <a:pPr marL="1016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91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DFD7-9027-A984-29B9-B74B1563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Using Position and Length in Indexes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19624-892E-BBBE-E276-527F3FBA16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pPr marL="101600" indent="0">
              <a:buNone/>
            </a:pPr>
            <a:r>
              <a:rPr lang="en-US"/>
              <a:t>The efficiency of comparing strings can be improved by incorporating both position and suffix length into index buckets. </a:t>
            </a:r>
          </a:p>
          <a:p>
            <a:pPr marL="101600" indent="0">
              <a:buNone/>
            </a:pPr>
            <a:endParaRPr lang="en-US"/>
          </a:p>
          <a:p>
            <a:pPr marL="101600" indent="0">
              <a:buNone/>
            </a:pPr>
            <a:endParaRPr lang="en-US"/>
          </a:p>
          <a:p>
            <a:pPr marL="101600" indent="0">
              <a:buNone/>
            </a:pPr>
            <a:endParaRPr lang="en-US"/>
          </a:p>
          <a:p>
            <a:pPr marL="101600" indent="0">
              <a:buNone/>
            </a:pPr>
            <a:endParaRPr lang="en-US"/>
          </a:p>
          <a:p>
            <a:pPr marL="101600" indent="0">
              <a:buNone/>
            </a:pPr>
            <a:endParaRPr lang="en-US"/>
          </a:p>
          <a:p>
            <a:pPr marL="101600" indent="0">
              <a:buNone/>
            </a:pPr>
            <a:r>
              <a:rPr lang="en-US"/>
              <a:t>Suppose: 	</a:t>
            </a:r>
            <a:r>
              <a:rPr lang="en-US" b="1"/>
              <a:t>i</a:t>
            </a:r>
            <a:r>
              <a:rPr lang="en-US"/>
              <a:t>, </a:t>
            </a:r>
            <a:r>
              <a:rPr lang="en-US" b="1"/>
              <a:t>j</a:t>
            </a:r>
            <a:r>
              <a:rPr lang="en-US"/>
              <a:t>: position of </a:t>
            </a:r>
            <a:r>
              <a:rPr lang="en-US" b="1"/>
              <a:t>s</a:t>
            </a:r>
            <a:r>
              <a:rPr lang="en-US"/>
              <a:t>, </a:t>
            </a:r>
            <a:r>
              <a:rPr lang="en-US" b="1"/>
              <a:t>t</a:t>
            </a:r>
            <a:r>
              <a:rPr lang="en-US"/>
              <a:t> prefix</a:t>
            </a:r>
          </a:p>
          <a:p>
            <a:pPr marL="101600" indent="0">
              <a:buNone/>
            </a:pPr>
            <a:r>
              <a:rPr lang="en-US" b="1"/>
              <a:t>		p, q: </a:t>
            </a:r>
            <a:r>
              <a:rPr lang="en-US"/>
              <a:t>suffix length </a:t>
            </a:r>
            <a:r>
              <a:rPr lang="en-US" b="1"/>
              <a:t>s</a:t>
            </a:r>
            <a:r>
              <a:rPr lang="en-US"/>
              <a:t>, </a:t>
            </a:r>
            <a:r>
              <a:rPr lang="en-US" b="1"/>
              <a:t>t</a:t>
            </a:r>
            <a:r>
              <a:rPr lang="en-US"/>
              <a:t> </a:t>
            </a:r>
          </a:p>
          <a:p>
            <a:pPr marL="101600" indent="0">
              <a:buNone/>
            </a:pPr>
            <a:r>
              <a:rPr lang="en-US"/>
              <a:t>		</a:t>
            </a:r>
            <a:r>
              <a:rPr lang="en-US" b="1"/>
              <a:t>x</a:t>
            </a:r>
            <a:r>
              <a:rPr lang="en-US"/>
              <a:t>: the </a:t>
            </a:r>
            <a:r>
              <a:rPr lang="en-US" b="1"/>
              <a:t>ith</a:t>
            </a:r>
            <a:r>
              <a:rPr lang="en-US"/>
              <a:t> symbol of the string </a:t>
            </a:r>
            <a:r>
              <a:rPr lang="en-US" b="1"/>
              <a:t>s</a:t>
            </a:r>
          </a:p>
          <a:p>
            <a:pPr marL="101600" indent="0">
              <a:buNone/>
            </a:pPr>
            <a:r>
              <a:rPr lang="en-US"/>
              <a:t>We must look in those buckets </a:t>
            </a:r>
            <a:r>
              <a:rPr lang="en-US" b="1"/>
              <a:t>(x, j, q) </a:t>
            </a:r>
            <a:r>
              <a:rPr lang="en-US"/>
              <a:t>of</a:t>
            </a:r>
            <a:r>
              <a:rPr lang="en-US" b="1"/>
              <a:t> 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F92CA4-4AFB-5B29-5DFF-4729B945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035" y="1970689"/>
            <a:ext cx="5083929" cy="247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55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B956-B223-1A72-A852-82AC71F46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Using Position and Length in Indexes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3CEE01-3D25-5D69-FE8A-F10912C408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pPr marL="101600" indent="0">
              <a:buNone/>
            </a:pPr>
            <a:r>
              <a:rPr lang="en-US"/>
              <a:t>When comparing suffix lengths of two strings, two cases are considered: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/>
              <a:t>p ≥ q</a:t>
            </a:r>
            <a:r>
              <a:rPr lang="en-US" sz="2600"/>
              <a:t>: 	the maximum size of their intersection is </a:t>
            </a:r>
            <a:r>
              <a:rPr lang="en-US" sz="2600" b="1"/>
              <a:t>q + 1</a:t>
            </a:r>
          </a:p>
          <a:p>
            <a:pPr marL="1054100" lvl="2" indent="0">
              <a:buNone/>
            </a:pPr>
            <a:r>
              <a:rPr lang="en-US" sz="2600"/>
              <a:t>	the minimum union size is </a:t>
            </a:r>
            <a:r>
              <a:rPr lang="en-US" sz="2600" b="1"/>
              <a:t>Ls + j − 1</a:t>
            </a:r>
          </a:p>
          <a:p>
            <a:pPr marL="1054100" lvl="2" indent="0">
              <a:buNone/>
            </a:pPr>
            <a:r>
              <a:rPr lang="en-US" sz="2600"/>
              <a:t>	the Jaccard similarity is </a:t>
            </a:r>
            <a:r>
              <a:rPr lang="en-US" sz="2600" b="1"/>
              <a:t>(q + 1) / (Ls + j − 1)</a:t>
            </a:r>
          </a:p>
          <a:p>
            <a:pPr marL="596900" lvl="1" indent="0">
              <a:buNone/>
            </a:pPr>
            <a:r>
              <a:rPr lang="en-US" sz="2600">
                <a:sym typeface="Wingdings" panose="05000000000000000000" pitchFamily="2" charset="2"/>
              </a:rPr>
              <a:t> </a:t>
            </a:r>
            <a:r>
              <a:rPr lang="en-US" sz="2600"/>
              <a:t> </a:t>
            </a:r>
            <a:r>
              <a:rPr lang="en-US" sz="2600" b="1"/>
              <a:t>(q + 1) / (Ls + j − 1) ≥ J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/>
              <a:t>p &lt; q</a:t>
            </a:r>
            <a:r>
              <a:rPr lang="en-US" sz="2600"/>
              <a:t>: 	the intersection size remains Ls − i + 1</a:t>
            </a:r>
          </a:p>
          <a:p>
            <a:pPr marL="1511300" lvl="3" indent="0">
              <a:buNone/>
            </a:pPr>
            <a:r>
              <a:rPr lang="en-US" sz="2600"/>
              <a:t>	the union size increases to i + j − 1 + q</a:t>
            </a:r>
          </a:p>
          <a:p>
            <a:pPr marL="1511300" lvl="3" indent="0">
              <a:buNone/>
            </a:pPr>
            <a:r>
              <a:rPr lang="en-US" sz="2600"/>
              <a:t>	The Jaccard similarity is (Ls − i + 1) / (i + j − 1 + q)</a:t>
            </a:r>
          </a:p>
          <a:p>
            <a:pPr marL="558800" lvl="1" indent="0">
              <a:buNone/>
            </a:pPr>
            <a:r>
              <a:rPr lang="en-US" sz="2600">
                <a:sym typeface="Wingdings" panose="05000000000000000000" pitchFamily="2" charset="2"/>
              </a:rPr>
              <a:t> </a:t>
            </a:r>
            <a:r>
              <a:rPr lang="en-US" sz="2600" b="1">
                <a:sym typeface="Wingdings" panose="05000000000000000000" pitchFamily="2" charset="2"/>
              </a:rPr>
              <a:t>(Ls − i + 1) / (i + j − 1 + q) </a:t>
            </a:r>
            <a:r>
              <a:rPr lang="en-US" sz="2600" b="1"/>
              <a:t>≥ J</a:t>
            </a:r>
          </a:p>
          <a:p>
            <a:pPr marL="101600" indent="0">
              <a:buNone/>
            </a:pPr>
            <a:r>
              <a:rPr lang="en-US">
                <a:sym typeface="Wingdings" panose="05000000000000000000" pitchFamily="2" charset="2"/>
              </a:rPr>
              <a:t>These formulas help optimize the comparison process by considering suffix length and eliminating non-matching candidates earlier.</a:t>
            </a:r>
          </a:p>
          <a:p>
            <a:pPr marL="5588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58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170B7-7C5B-A10B-25D2-0875A3F6D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Using Position and Length in Indexes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51BCF-DA5D-4879-DB1C-E450AD7D61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en-US"/>
              <a:t>Example: </a:t>
            </a:r>
            <a:r>
              <a:rPr lang="en-US" b="1"/>
              <a:t>s = “acdefghijk”</a:t>
            </a:r>
            <a:r>
              <a:rPr lang="en-US"/>
              <a:t>, </a:t>
            </a:r>
            <a:r>
              <a:rPr lang="en-US" b="1"/>
              <a:t>J = 0.8</a:t>
            </a:r>
          </a:p>
          <a:p>
            <a:pPr marL="101600" indent="0">
              <a:buNone/>
            </a:pPr>
            <a:endParaRPr lang="en-US" b="1"/>
          </a:p>
          <a:p>
            <a:pPr marL="101600" indent="0">
              <a:buNone/>
            </a:pPr>
            <a:endParaRPr lang="en-US" b="1"/>
          </a:p>
          <a:p>
            <a:pPr marL="101600" indent="0">
              <a:buNone/>
            </a:pPr>
            <a:r>
              <a:rPr lang="en-US" sz="2200" b="1"/>
              <a:t>            </a:t>
            </a:r>
            <a:r>
              <a:rPr lang="en-US" sz="2200"/>
              <a:t>i ≤ [(1 − J)×Ls] + 1                  </a:t>
            </a:r>
            <a:r>
              <a:rPr lang="en-US" sz="2200">
                <a:sym typeface="Wingdings" panose="05000000000000000000" pitchFamily="2" charset="2"/>
              </a:rPr>
              <a:t>  </a:t>
            </a:r>
            <a:r>
              <a:rPr lang="en-US" sz="2200" b="1">
                <a:sym typeface="Wingdings" panose="05000000000000000000" pitchFamily="2" charset="2"/>
              </a:rPr>
              <a:t>i = 1, 2, 3</a:t>
            </a:r>
          </a:p>
          <a:p>
            <a:pPr marL="101600" indent="0">
              <a:buNone/>
            </a:pPr>
            <a:endParaRPr lang="en-US" sz="2200">
              <a:sym typeface="Wingdings" panose="05000000000000000000" pitchFamily="2" charset="2"/>
            </a:endParaRPr>
          </a:p>
          <a:p>
            <a:pPr marL="101600" indent="0">
              <a:buNone/>
            </a:pPr>
            <a:r>
              <a:rPr lang="en-US" sz="2200"/>
              <a:t>      j ≤ (Ls(1 − J) − i + 1 + J)/J           </a:t>
            </a:r>
            <a:r>
              <a:rPr lang="en-US" sz="2200">
                <a:sym typeface="Wingdings" panose="05000000000000000000" pitchFamily="2" charset="2"/>
              </a:rPr>
              <a:t>        </a:t>
            </a:r>
            <a:r>
              <a:rPr lang="en-US" sz="2200" b="1">
                <a:sym typeface="Wingdings" panose="05000000000000000000" pitchFamily="2" charset="2"/>
              </a:rPr>
              <a:t>j</a:t>
            </a:r>
          </a:p>
          <a:p>
            <a:pPr marL="101600" indent="0">
              <a:buNone/>
            </a:pPr>
            <a:endParaRPr lang="en-US" sz="2200"/>
          </a:p>
          <a:p>
            <a:pPr marL="101600" indent="0">
              <a:buNone/>
            </a:pPr>
            <a:r>
              <a:rPr lang="en-US" sz="2200"/>
              <a:t>p ≥ q: (q + 1)/(Ls + j − 1) ≥ J              </a:t>
            </a:r>
            <a:r>
              <a:rPr lang="en-US" sz="2200">
                <a:sym typeface="Wingdings" panose="05000000000000000000" pitchFamily="2" charset="2"/>
              </a:rPr>
              <a:t>       </a:t>
            </a:r>
            <a:r>
              <a:rPr lang="en-US" sz="2200" b="1">
                <a:sym typeface="Wingdings" panose="05000000000000000000" pitchFamily="2" charset="2"/>
              </a:rPr>
              <a:t>q</a:t>
            </a:r>
            <a:r>
              <a:rPr lang="en-US" sz="2200"/>
              <a:t> </a:t>
            </a:r>
          </a:p>
          <a:p>
            <a:pPr marL="101600" indent="0">
              <a:buNone/>
            </a:pPr>
            <a:r>
              <a:rPr lang="en-US" sz="2200"/>
              <a:t>p &lt; p: </a:t>
            </a:r>
            <a:r>
              <a:rPr lang="en-US" sz="2200">
                <a:sym typeface="Wingdings" panose="05000000000000000000" pitchFamily="2" charset="2"/>
              </a:rPr>
              <a:t>(Ls − i + 1)/(i + j − 1 + q) </a:t>
            </a:r>
            <a:r>
              <a:rPr lang="en-US" sz="2200"/>
              <a:t>≥ J</a:t>
            </a:r>
          </a:p>
          <a:p>
            <a:pPr marL="101600" indent="0">
              <a:buNone/>
            </a:pPr>
            <a:endParaRPr lang="en-US" b="1"/>
          </a:p>
          <a:p>
            <a:pPr marL="101600" indent="0">
              <a:buNone/>
            </a:pPr>
            <a:endParaRPr lang="en-US" b="1"/>
          </a:p>
          <a:p>
            <a:pPr marL="101600" indent="0">
              <a:buNone/>
            </a:pPr>
            <a:endParaRPr lang="en-US" b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A5DBCC-4F9E-0106-A8F5-232276249BB7}"/>
              </a:ext>
            </a:extLst>
          </p:cNvPr>
          <p:cNvSpPr/>
          <p:nvPr/>
        </p:nvSpPr>
        <p:spPr>
          <a:xfrm>
            <a:off x="1083111" y="2735316"/>
            <a:ext cx="2645433" cy="6936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05500D-33CE-E80E-71F8-F612BDC87200}"/>
              </a:ext>
            </a:extLst>
          </p:cNvPr>
          <p:cNvSpPr/>
          <p:nvPr/>
        </p:nvSpPr>
        <p:spPr>
          <a:xfrm>
            <a:off x="634733" y="3691758"/>
            <a:ext cx="3542191" cy="6936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E53184-D69E-F0F5-0B6F-6FF8E86BF324}"/>
              </a:ext>
            </a:extLst>
          </p:cNvPr>
          <p:cNvSpPr/>
          <p:nvPr/>
        </p:nvSpPr>
        <p:spPr>
          <a:xfrm>
            <a:off x="182480" y="4648200"/>
            <a:ext cx="4588584" cy="10525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D8F02E-5DEB-3776-1724-39FE70C03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029" y="2099815"/>
            <a:ext cx="4961971" cy="3877567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A6D6110C-DFCC-B20B-6BAC-F6FD9261AE33}"/>
              </a:ext>
            </a:extLst>
          </p:cNvPr>
          <p:cNvSpPr/>
          <p:nvPr/>
        </p:nvSpPr>
        <p:spPr>
          <a:xfrm>
            <a:off x="6686119" y="3736425"/>
            <a:ext cx="543910" cy="60960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33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3879CF-F163-867A-26EB-E21CFCC7E2EC}"/>
              </a:ext>
            </a:extLst>
          </p:cNvPr>
          <p:cNvSpPr txBox="1">
            <a:spLocks/>
          </p:cNvSpPr>
          <p:nvPr/>
        </p:nvSpPr>
        <p:spPr>
          <a:xfrm>
            <a:off x="719959" y="2821053"/>
            <a:ext cx="10752082" cy="121589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800" b="0" i="0" u="none" strike="noStrike" cap="none" dirty="0">
                <a:solidFill>
                  <a:schemeClr val="bg2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000" b="1" kern="0"/>
              <a:t>Thank you for your listening!</a:t>
            </a:r>
          </a:p>
        </p:txBody>
      </p:sp>
    </p:spTree>
    <p:extLst>
      <p:ext uri="{BB962C8B-B14F-4D97-AF65-F5344CB8AC3E}">
        <p14:creationId xmlns:p14="http://schemas.microsoft.com/office/powerpoint/2010/main" val="393363479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1563</Words>
  <Application>Microsoft Office PowerPoint</Application>
  <PresentationFormat>Widescreen</PresentationFormat>
  <Paragraphs>119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Courier New</vt:lpstr>
      <vt:lpstr>Wingdings</vt:lpstr>
      <vt:lpstr>1_Retrospect</vt:lpstr>
      <vt:lpstr>3.9. Methods for High Degrees of Similarity</vt:lpstr>
      <vt:lpstr>Contents</vt:lpstr>
      <vt:lpstr>1. Introduction</vt:lpstr>
      <vt:lpstr>2. Finding Identical Items</vt:lpstr>
      <vt:lpstr>3. Representing Sets as Strings</vt:lpstr>
      <vt:lpstr>4. Length-Based Filtering</vt:lpstr>
      <vt:lpstr>4. Length-Based Filtering</vt:lpstr>
      <vt:lpstr>5. Prefix Indexing</vt:lpstr>
      <vt:lpstr>5. Prefix Indexing</vt:lpstr>
      <vt:lpstr>6. Using Position Information</vt:lpstr>
      <vt:lpstr>6. Using Position Information</vt:lpstr>
      <vt:lpstr>6. Using Position Information</vt:lpstr>
      <vt:lpstr>7. Using Position and Length in Indexes</vt:lpstr>
      <vt:lpstr>7. Using Position and Length in Indexes</vt:lpstr>
      <vt:lpstr>7. Using Position and Length in Indexes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Ngoc Huy Thong</dc:creator>
  <cp:lastModifiedBy>Vo Ngoc Huy Thong</cp:lastModifiedBy>
  <cp:revision>1</cp:revision>
  <dcterms:created xsi:type="dcterms:W3CDTF">2024-09-20T13:49:01Z</dcterms:created>
  <dcterms:modified xsi:type="dcterms:W3CDTF">2024-10-07T07:59:40Z</dcterms:modified>
</cp:coreProperties>
</file>