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8"/>
  </p:notesMasterIdLst>
  <p:sldIdLst>
    <p:sldId id="256" r:id="rId2"/>
    <p:sldId id="258" r:id="rId3"/>
    <p:sldId id="262" r:id="rId4"/>
    <p:sldId id="306" r:id="rId5"/>
    <p:sldId id="307" r:id="rId6"/>
    <p:sldId id="310" r:id="rId7"/>
    <p:sldId id="308" r:id="rId8"/>
    <p:sldId id="263" r:id="rId9"/>
    <p:sldId id="311" r:id="rId10"/>
    <p:sldId id="264" r:id="rId11"/>
    <p:sldId id="312" r:id="rId12"/>
    <p:sldId id="314" r:id="rId13"/>
    <p:sldId id="315" r:id="rId14"/>
    <p:sldId id="316" r:id="rId15"/>
    <p:sldId id="265" r:id="rId16"/>
    <p:sldId id="281" r:id="rId17"/>
  </p:sldIdLst>
  <p:sldSz cx="9144000" cy="5143500" type="screen16x9"/>
  <p:notesSz cx="6858000" cy="9144000"/>
  <p:embeddedFontLst>
    <p:embeddedFont>
      <p:font typeface="Abel" panose="02000506030000020004" pitchFamily="2" charset="0"/>
      <p:regular r:id="rId19"/>
    </p:embeddedFont>
    <p:embeddedFont>
      <p:font typeface="Audiowide" panose="020B0604020202020204" charset="0"/>
      <p:regular r:id="rId20"/>
    </p:embeddedFont>
    <p:embeddedFont>
      <p:font typeface="Cambria Math" panose="02040503050406030204" pitchFamily="18" charset="0"/>
      <p:regular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8FD8"/>
    <a:srgbClr val="B2CAEC"/>
    <a:srgbClr val="7DA8FF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CA3C58-A003-44A3-B96D-450E55512089}">
  <a:tblStyle styleId="{27CA3C58-A003-44A3-B96D-450E555120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970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8" name="Google Shape;4668;g13bb5320d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9" name="Google Shape;4669;g13bb5320d8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5" name="Google Shape;4685;g99b5fb104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6" name="Google Shape;4686;g99b5fb104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3" name="Google Shape;4733;g96f4505be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4" name="Google Shape;4734;g96f4505be9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2" name="Google Shape;4922;gf81d60d90c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3" name="Google Shape;4923;gf81d60d90c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940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3" name="Google Shape;4733;g96f4505be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4" name="Google Shape;4734;g96f4505be9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9798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2" name="Google Shape;4772;g96f4505be9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3" name="Google Shape;4773;g96f4505be9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7383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6" name="Google Shape;4786;gf81d60d90c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7" name="Google Shape;4787;gf81d60d90c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06316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" name="Google Shape;4741;gcb600d41e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2" name="Google Shape;4742;gcb600d41e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3" name="Google Shape;4733;g96f4505be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4" name="Google Shape;4734;g96f4505be9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62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9" name="Google Shape;4749;g99b5fb104d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0" name="Google Shape;4750;g99b5fb104d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2" name="Google Shape;4772;g96f4505be9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3" name="Google Shape;4773;g96f4505be9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9195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2" name="Google Shape;4772;g96f4505be9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3" name="Google Shape;4773;g96f4505be9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48623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2" name="Google Shape;4772;g96f4505be9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3" name="Google Shape;4773;g96f4505be9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19983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3" name="Google Shape;4733;g96f4505be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4" name="Google Shape;4734;g96f4505be9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34803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0" name="Google Shape;4760;g989673f88f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1" name="Google Shape;4761;g989673f88f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2" name="Google Shape;5062;ge18f160091_1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3" name="Google Shape;5063;ge18f160091_1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747950" y="1612700"/>
            <a:ext cx="5648100" cy="241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506850" y="4216604"/>
            <a:ext cx="426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672042" y="-800093"/>
            <a:ext cx="10488084" cy="6107348"/>
            <a:chOff x="-120550" y="-133450"/>
            <a:chExt cx="7847425" cy="4570000"/>
          </a:xfrm>
        </p:grpSpPr>
        <p:sp>
          <p:nvSpPr>
            <p:cNvPr id="12" name="Google Shape;12;p2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3"/>
          <p:cNvGrpSpPr/>
          <p:nvPr/>
        </p:nvGrpSpPr>
        <p:grpSpPr>
          <a:xfrm>
            <a:off x="-672042" y="-2362193"/>
            <a:ext cx="10488084" cy="6107348"/>
            <a:chOff x="-120550" y="-133450"/>
            <a:chExt cx="7847425" cy="4570000"/>
          </a:xfrm>
        </p:grpSpPr>
        <p:sp>
          <p:nvSpPr>
            <p:cNvPr id="337" name="Google Shape;337;p3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0" name="Google Shape;660;p3"/>
          <p:cNvGrpSpPr/>
          <p:nvPr/>
        </p:nvGrpSpPr>
        <p:grpSpPr>
          <a:xfrm rot="10800000">
            <a:off x="-519642" y="838207"/>
            <a:ext cx="10488084" cy="6107348"/>
            <a:chOff x="-120550" y="-133450"/>
            <a:chExt cx="7847425" cy="4570000"/>
          </a:xfrm>
        </p:grpSpPr>
        <p:sp>
          <p:nvSpPr>
            <p:cNvPr id="661" name="Google Shape;661;p3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4" name="Google Shape;984;p3"/>
          <p:cNvSpPr txBox="1">
            <a:spLocks noGrp="1"/>
          </p:cNvSpPr>
          <p:nvPr>
            <p:ph type="title"/>
          </p:nvPr>
        </p:nvSpPr>
        <p:spPr>
          <a:xfrm>
            <a:off x="2440800" y="2336160"/>
            <a:ext cx="4262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85" name="Google Shape;985;p3"/>
          <p:cNvSpPr txBox="1">
            <a:spLocks noGrp="1"/>
          </p:cNvSpPr>
          <p:nvPr>
            <p:ph type="subTitle" idx="1"/>
          </p:nvPr>
        </p:nvSpPr>
        <p:spPr>
          <a:xfrm>
            <a:off x="3003750" y="3339765"/>
            <a:ext cx="31365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86" name="Google Shape;986;p3"/>
          <p:cNvSpPr txBox="1">
            <a:spLocks noGrp="1"/>
          </p:cNvSpPr>
          <p:nvPr>
            <p:ph type="title" idx="2" hasCustomPrompt="1"/>
          </p:nvPr>
        </p:nvSpPr>
        <p:spPr>
          <a:xfrm>
            <a:off x="3527550" y="1105335"/>
            <a:ext cx="2088900" cy="10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7" name="Google Shape;1117;p5"/>
          <p:cNvGrpSpPr/>
          <p:nvPr/>
        </p:nvGrpSpPr>
        <p:grpSpPr>
          <a:xfrm rot="-7965303">
            <a:off x="2142520" y="1164230"/>
            <a:ext cx="7707067" cy="7263594"/>
            <a:chOff x="2905900" y="1175475"/>
            <a:chExt cx="7706675" cy="7263225"/>
          </a:xfrm>
        </p:grpSpPr>
        <p:sp>
          <p:nvSpPr>
            <p:cNvPr id="1118" name="Google Shape;1118;p5"/>
            <p:cNvSpPr/>
            <p:nvPr/>
          </p:nvSpPr>
          <p:spPr>
            <a:xfrm>
              <a:off x="2928900" y="2844350"/>
              <a:ext cx="6739500" cy="5594350"/>
            </a:xfrm>
            <a:custGeom>
              <a:avLst/>
              <a:gdLst/>
              <a:ahLst/>
              <a:cxnLst/>
              <a:rect l="l" t="t" r="r" b="b"/>
              <a:pathLst>
                <a:path w="269580" h="223774" extrusionOk="0">
                  <a:moveTo>
                    <a:pt x="174016" y="46210"/>
                  </a:moveTo>
                  <a:lnTo>
                    <a:pt x="216965" y="64022"/>
                  </a:lnTo>
                  <a:lnTo>
                    <a:pt x="161979" y="65268"/>
                  </a:lnTo>
                  <a:lnTo>
                    <a:pt x="174016" y="46210"/>
                  </a:lnTo>
                  <a:close/>
                  <a:moveTo>
                    <a:pt x="106172" y="18003"/>
                  </a:moveTo>
                  <a:lnTo>
                    <a:pt x="173681" y="46058"/>
                  </a:lnTo>
                  <a:lnTo>
                    <a:pt x="161523" y="65298"/>
                  </a:lnTo>
                  <a:lnTo>
                    <a:pt x="158970" y="65359"/>
                  </a:lnTo>
                  <a:lnTo>
                    <a:pt x="106172" y="18003"/>
                  </a:lnTo>
                  <a:close/>
                  <a:moveTo>
                    <a:pt x="105777" y="18185"/>
                  </a:moveTo>
                  <a:lnTo>
                    <a:pt x="158362" y="65359"/>
                  </a:lnTo>
                  <a:lnTo>
                    <a:pt x="117875" y="66271"/>
                  </a:lnTo>
                  <a:lnTo>
                    <a:pt x="105777" y="18185"/>
                  </a:lnTo>
                  <a:close/>
                  <a:moveTo>
                    <a:pt x="161249" y="65694"/>
                  </a:moveTo>
                  <a:lnTo>
                    <a:pt x="160581" y="66788"/>
                  </a:lnTo>
                  <a:lnTo>
                    <a:pt x="159395" y="65724"/>
                  </a:lnTo>
                  <a:lnTo>
                    <a:pt x="161249" y="65694"/>
                  </a:lnTo>
                  <a:close/>
                  <a:moveTo>
                    <a:pt x="105291" y="18003"/>
                  </a:moveTo>
                  <a:lnTo>
                    <a:pt x="117449" y="66302"/>
                  </a:lnTo>
                  <a:lnTo>
                    <a:pt x="91127" y="66909"/>
                  </a:lnTo>
                  <a:lnTo>
                    <a:pt x="105291" y="18003"/>
                  </a:lnTo>
                  <a:close/>
                  <a:moveTo>
                    <a:pt x="92312" y="48915"/>
                  </a:moveTo>
                  <a:lnTo>
                    <a:pt x="90671" y="66940"/>
                  </a:lnTo>
                  <a:cubicBezTo>
                    <a:pt x="90671" y="67061"/>
                    <a:pt x="90731" y="67153"/>
                    <a:pt x="90823" y="67183"/>
                  </a:cubicBezTo>
                  <a:lnTo>
                    <a:pt x="90853" y="67183"/>
                  </a:lnTo>
                  <a:lnTo>
                    <a:pt x="92525" y="76302"/>
                  </a:lnTo>
                  <a:lnTo>
                    <a:pt x="65868" y="72107"/>
                  </a:lnTo>
                  <a:lnTo>
                    <a:pt x="92312" y="48915"/>
                  </a:lnTo>
                  <a:close/>
                  <a:moveTo>
                    <a:pt x="117571" y="66697"/>
                  </a:moveTo>
                  <a:lnTo>
                    <a:pt x="121097" y="80770"/>
                  </a:lnTo>
                  <a:lnTo>
                    <a:pt x="92981" y="76362"/>
                  </a:lnTo>
                  <a:lnTo>
                    <a:pt x="91309" y="67305"/>
                  </a:lnTo>
                  <a:lnTo>
                    <a:pt x="117571" y="66697"/>
                  </a:lnTo>
                  <a:close/>
                  <a:moveTo>
                    <a:pt x="35411" y="44204"/>
                  </a:moveTo>
                  <a:lnTo>
                    <a:pt x="65047" y="71955"/>
                  </a:lnTo>
                  <a:lnTo>
                    <a:pt x="11855" y="84812"/>
                  </a:lnTo>
                  <a:lnTo>
                    <a:pt x="11855" y="84812"/>
                  </a:lnTo>
                  <a:lnTo>
                    <a:pt x="35411" y="44204"/>
                  </a:lnTo>
                  <a:close/>
                  <a:moveTo>
                    <a:pt x="66932" y="72685"/>
                  </a:moveTo>
                  <a:lnTo>
                    <a:pt x="92677" y="76727"/>
                  </a:lnTo>
                  <a:lnTo>
                    <a:pt x="94592" y="87244"/>
                  </a:lnTo>
                  <a:lnTo>
                    <a:pt x="66932" y="72685"/>
                  </a:lnTo>
                  <a:close/>
                  <a:moveTo>
                    <a:pt x="65503" y="72381"/>
                  </a:moveTo>
                  <a:lnTo>
                    <a:pt x="65625" y="72502"/>
                  </a:lnTo>
                  <a:lnTo>
                    <a:pt x="94196" y="87518"/>
                  </a:lnTo>
                  <a:lnTo>
                    <a:pt x="44682" y="80861"/>
                  </a:lnTo>
                  <a:lnTo>
                    <a:pt x="65503" y="72381"/>
                  </a:lnTo>
                  <a:close/>
                  <a:moveTo>
                    <a:pt x="93011" y="76818"/>
                  </a:moveTo>
                  <a:lnTo>
                    <a:pt x="120124" y="81043"/>
                  </a:lnTo>
                  <a:lnTo>
                    <a:pt x="94987" y="87518"/>
                  </a:lnTo>
                  <a:lnTo>
                    <a:pt x="93011" y="76818"/>
                  </a:lnTo>
                  <a:close/>
                  <a:moveTo>
                    <a:pt x="45047" y="81317"/>
                  </a:moveTo>
                  <a:lnTo>
                    <a:pt x="93984" y="87882"/>
                  </a:lnTo>
                  <a:lnTo>
                    <a:pt x="70062" y="96788"/>
                  </a:lnTo>
                  <a:cubicBezTo>
                    <a:pt x="70062" y="96728"/>
                    <a:pt x="70032" y="96667"/>
                    <a:pt x="69971" y="96636"/>
                  </a:cubicBezTo>
                  <a:lnTo>
                    <a:pt x="45047" y="81317"/>
                  </a:lnTo>
                  <a:close/>
                  <a:moveTo>
                    <a:pt x="160702" y="67396"/>
                  </a:moveTo>
                  <a:lnTo>
                    <a:pt x="177116" y="82198"/>
                  </a:lnTo>
                  <a:lnTo>
                    <a:pt x="141614" y="97579"/>
                  </a:lnTo>
                  <a:lnTo>
                    <a:pt x="160702" y="67396"/>
                  </a:lnTo>
                  <a:close/>
                  <a:moveTo>
                    <a:pt x="120580" y="81347"/>
                  </a:moveTo>
                  <a:lnTo>
                    <a:pt x="104379" y="102168"/>
                  </a:lnTo>
                  <a:lnTo>
                    <a:pt x="95230" y="87852"/>
                  </a:lnTo>
                  <a:lnTo>
                    <a:pt x="120580" y="81347"/>
                  </a:lnTo>
                  <a:close/>
                  <a:moveTo>
                    <a:pt x="94835" y="88004"/>
                  </a:moveTo>
                  <a:lnTo>
                    <a:pt x="104105" y="102503"/>
                  </a:lnTo>
                  <a:lnTo>
                    <a:pt x="103619" y="103171"/>
                  </a:lnTo>
                  <a:lnTo>
                    <a:pt x="70883" y="96940"/>
                  </a:lnTo>
                  <a:lnTo>
                    <a:pt x="94835" y="88004"/>
                  </a:lnTo>
                  <a:close/>
                  <a:moveTo>
                    <a:pt x="104349" y="102898"/>
                  </a:moveTo>
                  <a:lnTo>
                    <a:pt x="104653" y="103354"/>
                  </a:lnTo>
                  <a:lnTo>
                    <a:pt x="104075" y="103232"/>
                  </a:lnTo>
                  <a:lnTo>
                    <a:pt x="104349" y="102898"/>
                  </a:lnTo>
                  <a:close/>
                  <a:moveTo>
                    <a:pt x="158818" y="65815"/>
                  </a:moveTo>
                  <a:lnTo>
                    <a:pt x="160338" y="67183"/>
                  </a:lnTo>
                  <a:lnTo>
                    <a:pt x="140884" y="97913"/>
                  </a:lnTo>
                  <a:cubicBezTo>
                    <a:pt x="140854" y="98004"/>
                    <a:pt x="140854" y="98095"/>
                    <a:pt x="140884" y="98156"/>
                  </a:cubicBezTo>
                  <a:lnTo>
                    <a:pt x="140945" y="98186"/>
                  </a:lnTo>
                  <a:lnTo>
                    <a:pt x="140854" y="98186"/>
                  </a:lnTo>
                  <a:lnTo>
                    <a:pt x="110428" y="104448"/>
                  </a:lnTo>
                  <a:lnTo>
                    <a:pt x="105169" y="103445"/>
                  </a:lnTo>
                  <a:lnTo>
                    <a:pt x="104622" y="102533"/>
                  </a:lnTo>
                  <a:lnTo>
                    <a:pt x="121218" y="81195"/>
                  </a:lnTo>
                  <a:lnTo>
                    <a:pt x="121401" y="81165"/>
                  </a:lnTo>
                  <a:cubicBezTo>
                    <a:pt x="121522" y="81104"/>
                    <a:pt x="121583" y="81013"/>
                    <a:pt x="121553" y="80922"/>
                  </a:cubicBezTo>
                  <a:lnTo>
                    <a:pt x="117996" y="66727"/>
                  </a:lnTo>
                  <a:lnTo>
                    <a:pt x="158818" y="65815"/>
                  </a:lnTo>
                  <a:close/>
                  <a:moveTo>
                    <a:pt x="105473" y="103931"/>
                  </a:moveTo>
                  <a:lnTo>
                    <a:pt x="109394" y="104691"/>
                  </a:lnTo>
                  <a:lnTo>
                    <a:pt x="106355" y="105299"/>
                  </a:lnTo>
                  <a:lnTo>
                    <a:pt x="105473" y="103931"/>
                  </a:lnTo>
                  <a:close/>
                  <a:moveTo>
                    <a:pt x="103771" y="103567"/>
                  </a:moveTo>
                  <a:lnTo>
                    <a:pt x="104926" y="103810"/>
                  </a:lnTo>
                  <a:lnTo>
                    <a:pt x="105899" y="105360"/>
                  </a:lnTo>
                  <a:lnTo>
                    <a:pt x="101735" y="106241"/>
                  </a:lnTo>
                  <a:lnTo>
                    <a:pt x="103771" y="103567"/>
                  </a:lnTo>
                  <a:close/>
                  <a:moveTo>
                    <a:pt x="218029" y="64903"/>
                  </a:moveTo>
                  <a:lnTo>
                    <a:pt x="209244" y="110466"/>
                  </a:lnTo>
                  <a:lnTo>
                    <a:pt x="209214" y="110406"/>
                  </a:lnTo>
                  <a:lnTo>
                    <a:pt x="177876" y="82290"/>
                  </a:lnTo>
                  <a:lnTo>
                    <a:pt x="218029" y="64903"/>
                  </a:lnTo>
                  <a:close/>
                  <a:moveTo>
                    <a:pt x="140854" y="98551"/>
                  </a:moveTo>
                  <a:lnTo>
                    <a:pt x="154532" y="112837"/>
                  </a:lnTo>
                  <a:lnTo>
                    <a:pt x="154532" y="112837"/>
                  </a:lnTo>
                  <a:lnTo>
                    <a:pt x="111461" y="104630"/>
                  </a:lnTo>
                  <a:lnTo>
                    <a:pt x="140854" y="98551"/>
                  </a:lnTo>
                  <a:close/>
                  <a:moveTo>
                    <a:pt x="69971" y="97092"/>
                  </a:moveTo>
                  <a:cubicBezTo>
                    <a:pt x="70001" y="97123"/>
                    <a:pt x="70032" y="97153"/>
                    <a:pt x="70093" y="97183"/>
                  </a:cubicBezTo>
                  <a:lnTo>
                    <a:pt x="103346" y="103536"/>
                  </a:lnTo>
                  <a:lnTo>
                    <a:pt x="101127" y="106393"/>
                  </a:lnTo>
                  <a:lnTo>
                    <a:pt x="59089" y="115056"/>
                  </a:lnTo>
                  <a:lnTo>
                    <a:pt x="69971" y="97092"/>
                  </a:lnTo>
                  <a:close/>
                  <a:moveTo>
                    <a:pt x="100701" y="106880"/>
                  </a:moveTo>
                  <a:lnTo>
                    <a:pt x="86294" y="125421"/>
                  </a:lnTo>
                  <a:lnTo>
                    <a:pt x="59667" y="115360"/>
                  </a:lnTo>
                  <a:lnTo>
                    <a:pt x="100701" y="106880"/>
                  </a:lnTo>
                  <a:close/>
                  <a:moveTo>
                    <a:pt x="63466" y="72745"/>
                  </a:moveTo>
                  <a:lnTo>
                    <a:pt x="43922" y="80709"/>
                  </a:lnTo>
                  <a:cubicBezTo>
                    <a:pt x="43922" y="80739"/>
                    <a:pt x="43922" y="80739"/>
                    <a:pt x="43892" y="80739"/>
                  </a:cubicBezTo>
                  <a:lnTo>
                    <a:pt x="43740" y="80709"/>
                  </a:lnTo>
                  <a:cubicBezTo>
                    <a:pt x="43618" y="80709"/>
                    <a:pt x="43557" y="80739"/>
                    <a:pt x="43527" y="80861"/>
                  </a:cubicBezTo>
                  <a:lnTo>
                    <a:pt x="30791" y="127397"/>
                  </a:lnTo>
                  <a:lnTo>
                    <a:pt x="12098" y="85177"/>
                  </a:lnTo>
                  <a:lnTo>
                    <a:pt x="63466" y="72745"/>
                  </a:lnTo>
                  <a:close/>
                  <a:moveTo>
                    <a:pt x="110428" y="104874"/>
                  </a:moveTo>
                  <a:lnTo>
                    <a:pt x="154866" y="113323"/>
                  </a:lnTo>
                  <a:lnTo>
                    <a:pt x="147997" y="133689"/>
                  </a:lnTo>
                  <a:lnTo>
                    <a:pt x="119486" y="125907"/>
                  </a:lnTo>
                  <a:lnTo>
                    <a:pt x="119455" y="125877"/>
                  </a:lnTo>
                  <a:lnTo>
                    <a:pt x="106568" y="105664"/>
                  </a:lnTo>
                  <a:lnTo>
                    <a:pt x="110428" y="104874"/>
                  </a:lnTo>
                  <a:close/>
                  <a:moveTo>
                    <a:pt x="106172" y="105725"/>
                  </a:moveTo>
                  <a:lnTo>
                    <a:pt x="119060" y="125907"/>
                  </a:lnTo>
                  <a:lnTo>
                    <a:pt x="96719" y="139707"/>
                  </a:lnTo>
                  <a:lnTo>
                    <a:pt x="86689" y="125603"/>
                  </a:lnTo>
                  <a:lnTo>
                    <a:pt x="101339" y="106728"/>
                  </a:lnTo>
                  <a:lnTo>
                    <a:pt x="106172" y="105725"/>
                  </a:lnTo>
                  <a:close/>
                  <a:moveTo>
                    <a:pt x="191736" y="110041"/>
                  </a:moveTo>
                  <a:lnTo>
                    <a:pt x="209062" y="110770"/>
                  </a:lnTo>
                  <a:lnTo>
                    <a:pt x="181523" y="141379"/>
                  </a:lnTo>
                  <a:lnTo>
                    <a:pt x="191736" y="110041"/>
                  </a:lnTo>
                  <a:close/>
                  <a:moveTo>
                    <a:pt x="177481" y="82533"/>
                  </a:moveTo>
                  <a:lnTo>
                    <a:pt x="208515" y="110345"/>
                  </a:lnTo>
                  <a:lnTo>
                    <a:pt x="191584" y="109615"/>
                  </a:lnTo>
                  <a:cubicBezTo>
                    <a:pt x="191493" y="109615"/>
                    <a:pt x="191402" y="109646"/>
                    <a:pt x="191402" y="109767"/>
                  </a:cubicBezTo>
                  <a:lnTo>
                    <a:pt x="180824" y="142138"/>
                  </a:lnTo>
                  <a:lnTo>
                    <a:pt x="180642" y="142382"/>
                  </a:lnTo>
                  <a:lnTo>
                    <a:pt x="155413" y="113111"/>
                  </a:lnTo>
                  <a:cubicBezTo>
                    <a:pt x="155383" y="113080"/>
                    <a:pt x="155322" y="113080"/>
                    <a:pt x="155292" y="113050"/>
                  </a:cubicBezTo>
                  <a:lnTo>
                    <a:pt x="155231" y="113050"/>
                  </a:lnTo>
                  <a:lnTo>
                    <a:pt x="141097" y="98247"/>
                  </a:lnTo>
                  <a:lnTo>
                    <a:pt x="141188" y="98247"/>
                  </a:lnTo>
                  <a:lnTo>
                    <a:pt x="177481" y="82533"/>
                  </a:lnTo>
                  <a:close/>
                  <a:moveTo>
                    <a:pt x="155261" y="113506"/>
                  </a:moveTo>
                  <a:lnTo>
                    <a:pt x="180308" y="142564"/>
                  </a:lnTo>
                  <a:lnTo>
                    <a:pt x="148392" y="133810"/>
                  </a:lnTo>
                  <a:lnTo>
                    <a:pt x="155261" y="113506"/>
                  </a:lnTo>
                  <a:close/>
                  <a:moveTo>
                    <a:pt x="58785" y="115390"/>
                  </a:moveTo>
                  <a:cubicBezTo>
                    <a:pt x="58816" y="115421"/>
                    <a:pt x="58877" y="115482"/>
                    <a:pt x="58907" y="115482"/>
                  </a:cubicBezTo>
                  <a:lnTo>
                    <a:pt x="86081" y="125755"/>
                  </a:lnTo>
                  <a:lnTo>
                    <a:pt x="49454" y="173902"/>
                  </a:lnTo>
                  <a:lnTo>
                    <a:pt x="31551" y="128552"/>
                  </a:lnTo>
                  <a:lnTo>
                    <a:pt x="58785" y="115390"/>
                  </a:lnTo>
                  <a:close/>
                  <a:moveTo>
                    <a:pt x="96172" y="140831"/>
                  </a:moveTo>
                  <a:lnTo>
                    <a:pt x="92494" y="177093"/>
                  </a:lnTo>
                  <a:lnTo>
                    <a:pt x="50244" y="174358"/>
                  </a:lnTo>
                  <a:lnTo>
                    <a:pt x="96172" y="140831"/>
                  </a:lnTo>
                  <a:close/>
                  <a:moveTo>
                    <a:pt x="86415" y="125907"/>
                  </a:moveTo>
                  <a:lnTo>
                    <a:pt x="96446" y="140041"/>
                  </a:lnTo>
                  <a:lnTo>
                    <a:pt x="96476" y="140102"/>
                  </a:lnTo>
                  <a:cubicBezTo>
                    <a:pt x="96530" y="140138"/>
                    <a:pt x="96573" y="140152"/>
                    <a:pt x="96623" y="140152"/>
                  </a:cubicBezTo>
                  <a:cubicBezTo>
                    <a:pt x="96659" y="140152"/>
                    <a:pt x="96699" y="140145"/>
                    <a:pt x="96750" y="140132"/>
                  </a:cubicBezTo>
                  <a:lnTo>
                    <a:pt x="119151" y="126302"/>
                  </a:lnTo>
                  <a:lnTo>
                    <a:pt x="95291" y="177337"/>
                  </a:lnTo>
                  <a:lnTo>
                    <a:pt x="92859" y="177185"/>
                  </a:lnTo>
                  <a:lnTo>
                    <a:pt x="96598" y="140467"/>
                  </a:lnTo>
                  <a:cubicBezTo>
                    <a:pt x="96598" y="140406"/>
                    <a:pt x="96567" y="140315"/>
                    <a:pt x="96476" y="140284"/>
                  </a:cubicBezTo>
                  <a:cubicBezTo>
                    <a:pt x="96446" y="140269"/>
                    <a:pt x="96408" y="140262"/>
                    <a:pt x="96370" y="140262"/>
                  </a:cubicBezTo>
                  <a:cubicBezTo>
                    <a:pt x="96332" y="140262"/>
                    <a:pt x="96294" y="140269"/>
                    <a:pt x="96263" y="140284"/>
                  </a:cubicBezTo>
                  <a:lnTo>
                    <a:pt x="49606" y="174327"/>
                  </a:lnTo>
                  <a:lnTo>
                    <a:pt x="86415" y="125907"/>
                  </a:lnTo>
                  <a:close/>
                  <a:moveTo>
                    <a:pt x="119577" y="126333"/>
                  </a:moveTo>
                  <a:lnTo>
                    <a:pt x="147845" y="134084"/>
                  </a:lnTo>
                  <a:lnTo>
                    <a:pt x="135413" y="170893"/>
                  </a:lnTo>
                  <a:lnTo>
                    <a:pt x="95716" y="177397"/>
                  </a:lnTo>
                  <a:lnTo>
                    <a:pt x="119577" y="126333"/>
                  </a:lnTo>
                  <a:close/>
                  <a:moveTo>
                    <a:pt x="92829" y="177549"/>
                  </a:moveTo>
                  <a:lnTo>
                    <a:pt x="95412" y="177701"/>
                  </a:lnTo>
                  <a:cubicBezTo>
                    <a:pt x="95443" y="177701"/>
                    <a:pt x="95534" y="177701"/>
                    <a:pt x="95564" y="177671"/>
                  </a:cubicBezTo>
                  <a:cubicBezTo>
                    <a:pt x="95564" y="177701"/>
                    <a:pt x="95595" y="177732"/>
                    <a:pt x="95655" y="177762"/>
                  </a:cubicBezTo>
                  <a:lnTo>
                    <a:pt x="121127" y="192899"/>
                  </a:lnTo>
                  <a:lnTo>
                    <a:pt x="88239" y="223021"/>
                  </a:lnTo>
                  <a:lnTo>
                    <a:pt x="92829" y="177549"/>
                  </a:lnTo>
                  <a:close/>
                  <a:moveTo>
                    <a:pt x="222863" y="1"/>
                  </a:moveTo>
                  <a:cubicBezTo>
                    <a:pt x="222780" y="1"/>
                    <a:pt x="222735" y="55"/>
                    <a:pt x="222710" y="130"/>
                  </a:cubicBezTo>
                  <a:lnTo>
                    <a:pt x="209366" y="33900"/>
                  </a:lnTo>
                  <a:lnTo>
                    <a:pt x="183803" y="30252"/>
                  </a:lnTo>
                  <a:cubicBezTo>
                    <a:pt x="183712" y="30252"/>
                    <a:pt x="183651" y="30283"/>
                    <a:pt x="183590" y="30313"/>
                  </a:cubicBezTo>
                  <a:lnTo>
                    <a:pt x="173924" y="45724"/>
                  </a:lnTo>
                  <a:lnTo>
                    <a:pt x="105382" y="17243"/>
                  </a:lnTo>
                  <a:cubicBezTo>
                    <a:pt x="105342" y="17243"/>
                    <a:pt x="105301" y="17230"/>
                    <a:pt x="105270" y="17230"/>
                  </a:cubicBezTo>
                  <a:cubicBezTo>
                    <a:pt x="105254" y="17230"/>
                    <a:pt x="105240" y="17233"/>
                    <a:pt x="105230" y="17243"/>
                  </a:cubicBezTo>
                  <a:lnTo>
                    <a:pt x="105109" y="17365"/>
                  </a:lnTo>
                  <a:lnTo>
                    <a:pt x="91309" y="64934"/>
                  </a:lnTo>
                  <a:lnTo>
                    <a:pt x="92798" y="48459"/>
                  </a:lnTo>
                  <a:cubicBezTo>
                    <a:pt x="92798" y="48368"/>
                    <a:pt x="92768" y="48307"/>
                    <a:pt x="92677" y="48247"/>
                  </a:cubicBezTo>
                  <a:cubicBezTo>
                    <a:pt x="92654" y="48235"/>
                    <a:pt x="92628" y="48228"/>
                    <a:pt x="92601" y="48228"/>
                  </a:cubicBezTo>
                  <a:cubicBezTo>
                    <a:pt x="92553" y="48228"/>
                    <a:pt x="92502" y="48250"/>
                    <a:pt x="92464" y="48307"/>
                  </a:cubicBezTo>
                  <a:lnTo>
                    <a:pt x="65625" y="71864"/>
                  </a:lnTo>
                  <a:lnTo>
                    <a:pt x="65564" y="71894"/>
                  </a:lnTo>
                  <a:lnTo>
                    <a:pt x="35533" y="43748"/>
                  </a:lnTo>
                  <a:cubicBezTo>
                    <a:pt x="35511" y="43704"/>
                    <a:pt x="35456" y="43675"/>
                    <a:pt x="35416" y="43675"/>
                  </a:cubicBezTo>
                  <a:cubicBezTo>
                    <a:pt x="35401" y="43675"/>
                    <a:pt x="35389" y="43679"/>
                    <a:pt x="35381" y="43687"/>
                  </a:cubicBezTo>
                  <a:cubicBezTo>
                    <a:pt x="35320" y="43687"/>
                    <a:pt x="35259" y="43748"/>
                    <a:pt x="35229" y="43809"/>
                  </a:cubicBezTo>
                  <a:lnTo>
                    <a:pt x="11672" y="84478"/>
                  </a:lnTo>
                  <a:lnTo>
                    <a:pt x="395" y="67365"/>
                  </a:lnTo>
                  <a:cubicBezTo>
                    <a:pt x="374" y="67322"/>
                    <a:pt x="307" y="67279"/>
                    <a:pt x="237" y="67279"/>
                  </a:cubicBezTo>
                  <a:cubicBezTo>
                    <a:pt x="208" y="67279"/>
                    <a:pt x="179" y="67287"/>
                    <a:pt x="152" y="67305"/>
                  </a:cubicBezTo>
                  <a:cubicBezTo>
                    <a:pt x="91" y="67335"/>
                    <a:pt x="0" y="67396"/>
                    <a:pt x="0" y="67487"/>
                  </a:cubicBezTo>
                  <a:lnTo>
                    <a:pt x="3556" y="112898"/>
                  </a:lnTo>
                  <a:cubicBezTo>
                    <a:pt x="3556" y="112989"/>
                    <a:pt x="3648" y="113080"/>
                    <a:pt x="3769" y="113080"/>
                  </a:cubicBezTo>
                  <a:cubicBezTo>
                    <a:pt x="3891" y="113080"/>
                    <a:pt x="3952" y="112959"/>
                    <a:pt x="3952" y="112837"/>
                  </a:cubicBezTo>
                  <a:lnTo>
                    <a:pt x="456" y="68216"/>
                  </a:lnTo>
                  <a:lnTo>
                    <a:pt x="11490" y="84934"/>
                  </a:lnTo>
                  <a:cubicBezTo>
                    <a:pt x="11520" y="84964"/>
                    <a:pt x="11551" y="84995"/>
                    <a:pt x="11642" y="84995"/>
                  </a:cubicBezTo>
                  <a:lnTo>
                    <a:pt x="11642" y="85116"/>
                  </a:lnTo>
                  <a:lnTo>
                    <a:pt x="30669" y="128096"/>
                  </a:lnTo>
                  <a:cubicBezTo>
                    <a:pt x="30700" y="128157"/>
                    <a:pt x="30791" y="128187"/>
                    <a:pt x="30852" y="128187"/>
                  </a:cubicBezTo>
                  <a:cubicBezTo>
                    <a:pt x="30943" y="128187"/>
                    <a:pt x="31004" y="128126"/>
                    <a:pt x="31065" y="128035"/>
                  </a:cubicBezTo>
                  <a:lnTo>
                    <a:pt x="43861" y="81165"/>
                  </a:lnTo>
                  <a:lnTo>
                    <a:pt x="44044" y="81195"/>
                  </a:lnTo>
                  <a:lnTo>
                    <a:pt x="69576" y="96879"/>
                  </a:lnTo>
                  <a:lnTo>
                    <a:pt x="58634" y="115026"/>
                  </a:lnTo>
                  <a:lnTo>
                    <a:pt x="31156" y="128278"/>
                  </a:lnTo>
                  <a:cubicBezTo>
                    <a:pt x="31095" y="128309"/>
                    <a:pt x="31004" y="128430"/>
                    <a:pt x="31034" y="128552"/>
                  </a:cubicBezTo>
                  <a:lnTo>
                    <a:pt x="49150" y="174449"/>
                  </a:lnTo>
                  <a:cubicBezTo>
                    <a:pt x="49180" y="174510"/>
                    <a:pt x="49211" y="174540"/>
                    <a:pt x="49272" y="174540"/>
                  </a:cubicBezTo>
                  <a:lnTo>
                    <a:pt x="49393" y="174540"/>
                  </a:lnTo>
                  <a:lnTo>
                    <a:pt x="49393" y="174631"/>
                  </a:lnTo>
                  <a:cubicBezTo>
                    <a:pt x="49454" y="174692"/>
                    <a:pt x="49515" y="174783"/>
                    <a:pt x="49576" y="174783"/>
                  </a:cubicBezTo>
                  <a:lnTo>
                    <a:pt x="92403" y="177549"/>
                  </a:lnTo>
                  <a:lnTo>
                    <a:pt x="87753" y="223568"/>
                  </a:lnTo>
                  <a:cubicBezTo>
                    <a:pt x="87753" y="223629"/>
                    <a:pt x="87783" y="223720"/>
                    <a:pt x="87844" y="223751"/>
                  </a:cubicBezTo>
                  <a:cubicBezTo>
                    <a:pt x="87889" y="223766"/>
                    <a:pt x="87927" y="223773"/>
                    <a:pt x="87962" y="223773"/>
                  </a:cubicBezTo>
                  <a:cubicBezTo>
                    <a:pt x="87996" y="223773"/>
                    <a:pt x="88026" y="223766"/>
                    <a:pt x="88057" y="223751"/>
                  </a:cubicBezTo>
                  <a:cubicBezTo>
                    <a:pt x="88057" y="223751"/>
                    <a:pt x="88087" y="223751"/>
                    <a:pt x="88087" y="223720"/>
                  </a:cubicBezTo>
                  <a:lnTo>
                    <a:pt x="121583" y="193021"/>
                  </a:lnTo>
                  <a:cubicBezTo>
                    <a:pt x="121644" y="192990"/>
                    <a:pt x="121674" y="192899"/>
                    <a:pt x="121674" y="192869"/>
                  </a:cubicBezTo>
                  <a:cubicBezTo>
                    <a:pt x="121674" y="192778"/>
                    <a:pt x="121644" y="192747"/>
                    <a:pt x="121553" y="192717"/>
                  </a:cubicBezTo>
                  <a:lnTo>
                    <a:pt x="96294" y="177732"/>
                  </a:lnTo>
                  <a:lnTo>
                    <a:pt x="135565" y="171288"/>
                  </a:lnTo>
                  <a:cubicBezTo>
                    <a:pt x="135656" y="171288"/>
                    <a:pt x="135687" y="171197"/>
                    <a:pt x="135717" y="171136"/>
                  </a:cubicBezTo>
                  <a:lnTo>
                    <a:pt x="148179" y="134175"/>
                  </a:lnTo>
                  <a:lnTo>
                    <a:pt x="180672" y="143050"/>
                  </a:lnTo>
                  <a:cubicBezTo>
                    <a:pt x="180694" y="143056"/>
                    <a:pt x="180715" y="143058"/>
                    <a:pt x="180736" y="143058"/>
                  </a:cubicBezTo>
                  <a:cubicBezTo>
                    <a:pt x="180833" y="143058"/>
                    <a:pt x="180915" y="143004"/>
                    <a:pt x="180915" y="142929"/>
                  </a:cubicBezTo>
                  <a:lnTo>
                    <a:pt x="181098" y="142290"/>
                  </a:lnTo>
                  <a:lnTo>
                    <a:pt x="209427" y="110801"/>
                  </a:lnTo>
                  <a:cubicBezTo>
                    <a:pt x="209487" y="110770"/>
                    <a:pt x="209487" y="110709"/>
                    <a:pt x="209487" y="110679"/>
                  </a:cubicBezTo>
                  <a:lnTo>
                    <a:pt x="218363" y="64569"/>
                  </a:lnTo>
                  <a:cubicBezTo>
                    <a:pt x="218363" y="64478"/>
                    <a:pt x="218363" y="64417"/>
                    <a:pt x="218302" y="64356"/>
                  </a:cubicBezTo>
                  <a:cubicBezTo>
                    <a:pt x="218238" y="64335"/>
                    <a:pt x="218188" y="64313"/>
                    <a:pt x="218144" y="64313"/>
                  </a:cubicBezTo>
                  <a:cubicBezTo>
                    <a:pt x="218125" y="64313"/>
                    <a:pt x="218107" y="64317"/>
                    <a:pt x="218089" y="64326"/>
                  </a:cubicBezTo>
                  <a:lnTo>
                    <a:pt x="177420" y="81955"/>
                  </a:lnTo>
                  <a:lnTo>
                    <a:pt x="160763" y="67031"/>
                  </a:lnTo>
                  <a:lnTo>
                    <a:pt x="161645" y="65663"/>
                  </a:lnTo>
                  <a:lnTo>
                    <a:pt x="217846" y="64356"/>
                  </a:lnTo>
                  <a:cubicBezTo>
                    <a:pt x="217937" y="64356"/>
                    <a:pt x="218029" y="64295"/>
                    <a:pt x="218029" y="64204"/>
                  </a:cubicBezTo>
                  <a:cubicBezTo>
                    <a:pt x="218029" y="64143"/>
                    <a:pt x="217998" y="64022"/>
                    <a:pt x="217907" y="63991"/>
                  </a:cubicBezTo>
                  <a:lnTo>
                    <a:pt x="174168" y="45815"/>
                  </a:lnTo>
                  <a:lnTo>
                    <a:pt x="183803" y="30617"/>
                  </a:lnTo>
                  <a:lnTo>
                    <a:pt x="209396" y="34265"/>
                  </a:lnTo>
                  <a:cubicBezTo>
                    <a:pt x="209487" y="34265"/>
                    <a:pt x="209579" y="34234"/>
                    <a:pt x="209639" y="34173"/>
                  </a:cubicBezTo>
                  <a:lnTo>
                    <a:pt x="222922" y="434"/>
                  </a:lnTo>
                  <a:lnTo>
                    <a:pt x="269245" y="10252"/>
                  </a:lnTo>
                  <a:cubicBezTo>
                    <a:pt x="269272" y="10265"/>
                    <a:pt x="269297" y="10271"/>
                    <a:pt x="269320" y="10271"/>
                  </a:cubicBezTo>
                  <a:cubicBezTo>
                    <a:pt x="269403" y="10271"/>
                    <a:pt x="269458" y="10195"/>
                    <a:pt x="269458" y="10100"/>
                  </a:cubicBezTo>
                  <a:cubicBezTo>
                    <a:pt x="269580" y="10009"/>
                    <a:pt x="269549" y="9887"/>
                    <a:pt x="269428" y="9857"/>
                  </a:cubicBezTo>
                  <a:lnTo>
                    <a:pt x="222922" y="9"/>
                  </a:lnTo>
                  <a:cubicBezTo>
                    <a:pt x="222901" y="3"/>
                    <a:pt x="222881" y="1"/>
                    <a:pt x="22286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5"/>
            <p:cNvSpPr/>
            <p:nvPr/>
          </p:nvSpPr>
          <p:spPr>
            <a:xfrm>
              <a:off x="3997800" y="48455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12" y="0"/>
                  </a:moveTo>
                  <a:cubicBezTo>
                    <a:pt x="982" y="0"/>
                    <a:pt x="846" y="35"/>
                    <a:pt x="710" y="115"/>
                  </a:cubicBezTo>
                  <a:cubicBezTo>
                    <a:pt x="0" y="571"/>
                    <a:pt x="453" y="1620"/>
                    <a:pt x="1135" y="1620"/>
                  </a:cubicBezTo>
                  <a:cubicBezTo>
                    <a:pt x="1270" y="1620"/>
                    <a:pt x="1415" y="1578"/>
                    <a:pt x="1561" y="1483"/>
                  </a:cubicBezTo>
                  <a:cubicBezTo>
                    <a:pt x="2332" y="1046"/>
                    <a:pt x="1821" y="0"/>
                    <a:pt x="111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5"/>
            <p:cNvSpPr/>
            <p:nvPr/>
          </p:nvSpPr>
          <p:spPr>
            <a:xfrm>
              <a:off x="4372550" y="5700400"/>
              <a:ext cx="58950" cy="40500"/>
            </a:xfrm>
            <a:custGeom>
              <a:avLst/>
              <a:gdLst/>
              <a:ahLst/>
              <a:cxnLst/>
              <a:rect l="l" t="t" r="r" b="b"/>
              <a:pathLst>
                <a:path w="2358" h="1620" extrusionOk="0">
                  <a:moveTo>
                    <a:pt x="1147" y="0"/>
                  </a:moveTo>
                  <a:cubicBezTo>
                    <a:pt x="1016" y="0"/>
                    <a:pt x="876" y="35"/>
                    <a:pt x="736" y="115"/>
                  </a:cubicBezTo>
                  <a:cubicBezTo>
                    <a:pt x="0" y="571"/>
                    <a:pt x="471" y="1620"/>
                    <a:pt x="1158" y="1620"/>
                  </a:cubicBezTo>
                  <a:cubicBezTo>
                    <a:pt x="1295" y="1620"/>
                    <a:pt x="1440" y="1579"/>
                    <a:pt x="1587" y="1483"/>
                  </a:cubicBezTo>
                  <a:cubicBezTo>
                    <a:pt x="2358" y="1046"/>
                    <a:pt x="1868" y="0"/>
                    <a:pt x="11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5"/>
            <p:cNvSpPr/>
            <p:nvPr/>
          </p:nvSpPr>
          <p:spPr>
            <a:xfrm>
              <a:off x="4647500" y="5247950"/>
              <a:ext cx="58175" cy="40825"/>
            </a:xfrm>
            <a:custGeom>
              <a:avLst/>
              <a:gdLst/>
              <a:ahLst/>
              <a:cxnLst/>
              <a:rect l="l" t="t" r="r" b="b"/>
              <a:pathLst>
                <a:path w="2327" h="1633" extrusionOk="0">
                  <a:moveTo>
                    <a:pt x="1130" y="1"/>
                  </a:moveTo>
                  <a:cubicBezTo>
                    <a:pt x="995" y="1"/>
                    <a:pt x="853" y="39"/>
                    <a:pt x="710" y="128"/>
                  </a:cubicBezTo>
                  <a:cubicBezTo>
                    <a:pt x="0" y="584"/>
                    <a:pt x="454" y="1633"/>
                    <a:pt x="1135" y="1633"/>
                  </a:cubicBezTo>
                  <a:cubicBezTo>
                    <a:pt x="1271" y="1633"/>
                    <a:pt x="1415" y="1591"/>
                    <a:pt x="1561" y="1495"/>
                  </a:cubicBezTo>
                  <a:cubicBezTo>
                    <a:pt x="2326" y="1037"/>
                    <a:pt x="1830" y="1"/>
                    <a:pt x="113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5"/>
            <p:cNvSpPr/>
            <p:nvPr/>
          </p:nvSpPr>
          <p:spPr>
            <a:xfrm>
              <a:off x="4535925" y="4628950"/>
              <a:ext cx="57675" cy="40525"/>
            </a:xfrm>
            <a:custGeom>
              <a:avLst/>
              <a:gdLst/>
              <a:ahLst/>
              <a:cxnLst/>
              <a:rect l="l" t="t" r="r" b="b"/>
              <a:pathLst>
                <a:path w="2307" h="1621" extrusionOk="0">
                  <a:moveTo>
                    <a:pt x="1134" y="1"/>
                  </a:moveTo>
                  <a:cubicBezTo>
                    <a:pt x="1006" y="1"/>
                    <a:pt x="872" y="35"/>
                    <a:pt x="736" y="115"/>
                  </a:cubicBezTo>
                  <a:cubicBezTo>
                    <a:pt x="0" y="572"/>
                    <a:pt x="471" y="1620"/>
                    <a:pt x="1158" y="1620"/>
                  </a:cubicBezTo>
                  <a:cubicBezTo>
                    <a:pt x="1295" y="1620"/>
                    <a:pt x="1441" y="1579"/>
                    <a:pt x="1587" y="1483"/>
                  </a:cubicBezTo>
                  <a:cubicBezTo>
                    <a:pt x="2306" y="1046"/>
                    <a:pt x="1831" y="1"/>
                    <a:pt x="113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5"/>
            <p:cNvSpPr/>
            <p:nvPr/>
          </p:nvSpPr>
          <p:spPr>
            <a:xfrm>
              <a:off x="5270550" y="5014675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8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5"/>
            <p:cNvSpPr/>
            <p:nvPr/>
          </p:nvSpPr>
          <p:spPr>
            <a:xfrm>
              <a:off x="5177275" y="4503575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33" y="0"/>
                  </a:moveTo>
                  <a:cubicBezTo>
                    <a:pt x="1006" y="0"/>
                    <a:pt x="872" y="35"/>
                    <a:pt x="736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6" y="1620"/>
                    <a:pt x="1410" y="1578"/>
                    <a:pt x="1556" y="1483"/>
                  </a:cubicBezTo>
                  <a:cubicBezTo>
                    <a:pt x="2302" y="1046"/>
                    <a:pt x="1830" y="0"/>
                    <a:pt x="11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5"/>
            <p:cNvSpPr/>
            <p:nvPr/>
          </p:nvSpPr>
          <p:spPr>
            <a:xfrm>
              <a:off x="5057700" y="596725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53" y="1"/>
                  </a:moveTo>
                  <a:cubicBezTo>
                    <a:pt x="1013" y="1"/>
                    <a:pt x="864" y="43"/>
                    <a:pt x="716" y="140"/>
                  </a:cubicBezTo>
                  <a:cubicBezTo>
                    <a:pt x="0" y="575"/>
                    <a:pt x="467" y="1633"/>
                    <a:pt x="1158" y="1633"/>
                  </a:cubicBezTo>
                  <a:cubicBezTo>
                    <a:pt x="1288" y="1633"/>
                    <a:pt x="1427" y="1595"/>
                    <a:pt x="1567" y="1508"/>
                  </a:cubicBezTo>
                  <a:cubicBezTo>
                    <a:pt x="2325" y="1028"/>
                    <a:pt x="1844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5"/>
            <p:cNvSpPr/>
            <p:nvPr/>
          </p:nvSpPr>
          <p:spPr>
            <a:xfrm>
              <a:off x="5883200" y="5973150"/>
              <a:ext cx="57525" cy="40550"/>
            </a:xfrm>
            <a:custGeom>
              <a:avLst/>
              <a:gdLst/>
              <a:ahLst/>
              <a:cxnLst/>
              <a:rect l="l" t="t" r="r" b="b"/>
              <a:pathLst>
                <a:path w="2301" h="1622" extrusionOk="0">
                  <a:moveTo>
                    <a:pt x="1130" y="0"/>
                  </a:moveTo>
                  <a:cubicBezTo>
                    <a:pt x="1003" y="0"/>
                    <a:pt x="870" y="36"/>
                    <a:pt x="736" y="117"/>
                  </a:cubicBezTo>
                  <a:cubicBezTo>
                    <a:pt x="1" y="573"/>
                    <a:pt x="450" y="1622"/>
                    <a:pt x="1131" y="1622"/>
                  </a:cubicBezTo>
                  <a:cubicBezTo>
                    <a:pt x="1266" y="1622"/>
                    <a:pt x="1411" y="1581"/>
                    <a:pt x="1557" y="1485"/>
                  </a:cubicBezTo>
                  <a:cubicBezTo>
                    <a:pt x="2300" y="1023"/>
                    <a:pt x="1812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5"/>
            <p:cNvSpPr/>
            <p:nvPr/>
          </p:nvSpPr>
          <p:spPr>
            <a:xfrm>
              <a:off x="5931725" y="4845275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1"/>
                    <a:pt x="454" y="1630"/>
                    <a:pt x="1135" y="1630"/>
                  </a:cubicBezTo>
                  <a:cubicBezTo>
                    <a:pt x="1271" y="1630"/>
                    <a:pt x="1415" y="1588"/>
                    <a:pt x="1561" y="1493"/>
                  </a:cubicBezTo>
                  <a:cubicBezTo>
                    <a:pt x="2328" y="1058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5"/>
            <p:cNvSpPr/>
            <p:nvPr/>
          </p:nvSpPr>
          <p:spPr>
            <a:xfrm>
              <a:off x="5286650" y="7263675"/>
              <a:ext cx="57350" cy="41025"/>
            </a:xfrm>
            <a:custGeom>
              <a:avLst/>
              <a:gdLst/>
              <a:ahLst/>
              <a:cxnLst/>
              <a:rect l="l" t="t" r="r" b="b"/>
              <a:pathLst>
                <a:path w="2294" h="1641" extrusionOk="0">
                  <a:moveTo>
                    <a:pt x="1153" y="1"/>
                  </a:moveTo>
                  <a:cubicBezTo>
                    <a:pt x="1020" y="1"/>
                    <a:pt x="879" y="42"/>
                    <a:pt x="738" y="138"/>
                  </a:cubicBezTo>
                  <a:cubicBezTo>
                    <a:pt x="0" y="570"/>
                    <a:pt x="454" y="1641"/>
                    <a:pt x="1138" y="1641"/>
                  </a:cubicBezTo>
                  <a:cubicBezTo>
                    <a:pt x="1272" y="1641"/>
                    <a:pt x="1414" y="1600"/>
                    <a:pt x="1558" y="1506"/>
                  </a:cubicBezTo>
                  <a:cubicBezTo>
                    <a:pt x="2294" y="1049"/>
                    <a:pt x="1823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5"/>
            <p:cNvSpPr/>
            <p:nvPr/>
          </p:nvSpPr>
          <p:spPr>
            <a:xfrm>
              <a:off x="5314750" y="6321675"/>
              <a:ext cx="58850" cy="40775"/>
            </a:xfrm>
            <a:custGeom>
              <a:avLst/>
              <a:gdLst/>
              <a:ahLst/>
              <a:cxnLst/>
              <a:rect l="l" t="t" r="r" b="b"/>
              <a:pathLst>
                <a:path w="2354" h="1631" extrusionOk="0">
                  <a:moveTo>
                    <a:pt x="1168" y="1"/>
                  </a:moveTo>
                  <a:cubicBezTo>
                    <a:pt x="1031" y="1"/>
                    <a:pt x="885" y="39"/>
                    <a:pt x="738" y="128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7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5"/>
            <p:cNvSpPr/>
            <p:nvPr/>
          </p:nvSpPr>
          <p:spPr>
            <a:xfrm>
              <a:off x="6292525" y="710330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63" y="0"/>
                  </a:moveTo>
                  <a:cubicBezTo>
                    <a:pt x="1021" y="0"/>
                    <a:pt x="870" y="42"/>
                    <a:pt x="716" y="140"/>
                  </a:cubicBezTo>
                  <a:cubicBezTo>
                    <a:pt x="0" y="574"/>
                    <a:pt x="467" y="1632"/>
                    <a:pt x="1158" y="1632"/>
                  </a:cubicBezTo>
                  <a:cubicBezTo>
                    <a:pt x="1288" y="1632"/>
                    <a:pt x="1427" y="1594"/>
                    <a:pt x="1567" y="1507"/>
                  </a:cubicBezTo>
                  <a:cubicBezTo>
                    <a:pt x="2325" y="1027"/>
                    <a:pt x="1865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5"/>
            <p:cNvSpPr/>
            <p:nvPr/>
          </p:nvSpPr>
          <p:spPr>
            <a:xfrm>
              <a:off x="6776025" y="5652975"/>
              <a:ext cx="57450" cy="40775"/>
            </a:xfrm>
            <a:custGeom>
              <a:avLst/>
              <a:gdLst/>
              <a:ahLst/>
              <a:cxnLst/>
              <a:rect l="l" t="t" r="r" b="b"/>
              <a:pathLst>
                <a:path w="2298" h="1631" extrusionOk="0">
                  <a:moveTo>
                    <a:pt x="1143" y="1"/>
                  </a:moveTo>
                  <a:cubicBezTo>
                    <a:pt x="1013" y="1"/>
                    <a:pt x="876" y="39"/>
                    <a:pt x="738" y="127"/>
                  </a:cubicBezTo>
                  <a:cubicBezTo>
                    <a:pt x="1" y="560"/>
                    <a:pt x="455" y="1630"/>
                    <a:pt x="1139" y="1630"/>
                  </a:cubicBezTo>
                  <a:cubicBezTo>
                    <a:pt x="1272" y="1630"/>
                    <a:pt x="1415" y="1590"/>
                    <a:pt x="1559" y="1495"/>
                  </a:cubicBezTo>
                  <a:cubicBezTo>
                    <a:pt x="2298" y="1036"/>
                    <a:pt x="1819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5"/>
            <p:cNvSpPr/>
            <p:nvPr/>
          </p:nvSpPr>
          <p:spPr>
            <a:xfrm>
              <a:off x="6423500" y="528550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35" y="0"/>
                  </a:moveTo>
                  <a:cubicBezTo>
                    <a:pt x="1007" y="0"/>
                    <a:pt x="872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7" y="1046"/>
                    <a:pt x="1838" y="0"/>
                    <a:pt x="113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5"/>
            <p:cNvSpPr/>
            <p:nvPr/>
          </p:nvSpPr>
          <p:spPr>
            <a:xfrm>
              <a:off x="7421050" y="6393875"/>
              <a:ext cx="57575" cy="40775"/>
            </a:xfrm>
            <a:custGeom>
              <a:avLst/>
              <a:gdLst/>
              <a:ahLst/>
              <a:cxnLst/>
              <a:rect l="l" t="t" r="r" b="b"/>
              <a:pathLst>
                <a:path w="2303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7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5"/>
            <p:cNvSpPr/>
            <p:nvPr/>
          </p:nvSpPr>
          <p:spPr>
            <a:xfrm>
              <a:off x="8126400" y="5589200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46" y="0"/>
                  </a:moveTo>
                  <a:cubicBezTo>
                    <a:pt x="1015" y="0"/>
                    <a:pt x="876" y="38"/>
                    <a:pt x="736" y="125"/>
                  </a:cubicBezTo>
                  <a:cubicBezTo>
                    <a:pt x="1" y="582"/>
                    <a:pt x="471" y="1630"/>
                    <a:pt x="1159" y="1630"/>
                  </a:cubicBezTo>
                  <a:cubicBezTo>
                    <a:pt x="1296" y="1630"/>
                    <a:pt x="1441" y="1589"/>
                    <a:pt x="1587" y="1493"/>
                  </a:cubicBezTo>
                  <a:cubicBezTo>
                    <a:pt x="2303" y="1058"/>
                    <a:pt x="1836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5"/>
            <p:cNvSpPr/>
            <p:nvPr/>
          </p:nvSpPr>
          <p:spPr>
            <a:xfrm>
              <a:off x="7689425" y="5573200"/>
              <a:ext cx="58850" cy="40750"/>
            </a:xfrm>
            <a:custGeom>
              <a:avLst/>
              <a:gdLst/>
              <a:ahLst/>
              <a:cxnLst/>
              <a:rect l="l" t="t" r="r" b="b"/>
              <a:pathLst>
                <a:path w="2354" h="1630" extrusionOk="0">
                  <a:moveTo>
                    <a:pt x="1168" y="0"/>
                  </a:moveTo>
                  <a:cubicBezTo>
                    <a:pt x="1031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53" y="1036"/>
                    <a:pt x="1879" y="0"/>
                    <a:pt x="116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5"/>
            <p:cNvSpPr/>
            <p:nvPr/>
          </p:nvSpPr>
          <p:spPr>
            <a:xfrm>
              <a:off x="8348175" y="44344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1" y="35"/>
                    <a:pt x="710" y="115"/>
                  </a:cubicBezTo>
                  <a:cubicBezTo>
                    <a:pt x="1" y="571"/>
                    <a:pt x="454" y="1620"/>
                    <a:pt x="1135" y="1620"/>
                  </a:cubicBezTo>
                  <a:cubicBezTo>
                    <a:pt x="1271" y="1620"/>
                    <a:pt x="1415" y="1578"/>
                    <a:pt x="1562" y="1483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5"/>
            <p:cNvSpPr/>
            <p:nvPr/>
          </p:nvSpPr>
          <p:spPr>
            <a:xfrm>
              <a:off x="5215200" y="4038225"/>
              <a:ext cx="57475" cy="40750"/>
            </a:xfrm>
            <a:custGeom>
              <a:avLst/>
              <a:gdLst/>
              <a:ahLst/>
              <a:cxnLst/>
              <a:rect l="l" t="t" r="r" b="b"/>
              <a:pathLst>
                <a:path w="2299" h="1630" extrusionOk="0">
                  <a:moveTo>
                    <a:pt x="1154" y="0"/>
                  </a:moveTo>
                  <a:cubicBezTo>
                    <a:pt x="1021" y="0"/>
                    <a:pt x="881" y="38"/>
                    <a:pt x="738" y="127"/>
                  </a:cubicBezTo>
                  <a:cubicBezTo>
                    <a:pt x="1" y="559"/>
                    <a:pt x="455" y="1630"/>
                    <a:pt x="1139" y="1630"/>
                  </a:cubicBezTo>
                  <a:cubicBezTo>
                    <a:pt x="1273" y="1630"/>
                    <a:pt x="1415" y="1589"/>
                    <a:pt x="1559" y="1495"/>
                  </a:cubicBezTo>
                  <a:cubicBezTo>
                    <a:pt x="2298" y="1036"/>
                    <a:pt x="1840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5"/>
            <p:cNvSpPr/>
            <p:nvPr/>
          </p:nvSpPr>
          <p:spPr>
            <a:xfrm>
              <a:off x="5536525" y="3264200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5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5"/>
            <p:cNvSpPr/>
            <p:nvPr/>
          </p:nvSpPr>
          <p:spPr>
            <a:xfrm>
              <a:off x="3785025" y="3922000"/>
              <a:ext cx="58225" cy="40775"/>
            </a:xfrm>
            <a:custGeom>
              <a:avLst/>
              <a:gdLst/>
              <a:ahLst/>
              <a:cxnLst/>
              <a:rect l="l" t="t" r="r" b="b"/>
              <a:pathLst>
                <a:path w="2329" h="1631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2"/>
                    <a:pt x="454" y="1630"/>
                    <a:pt x="1135" y="1630"/>
                  </a:cubicBezTo>
                  <a:cubicBezTo>
                    <a:pt x="1271" y="1630"/>
                    <a:pt x="1415" y="1589"/>
                    <a:pt x="1561" y="1493"/>
                  </a:cubicBezTo>
                  <a:cubicBezTo>
                    <a:pt x="2328" y="1059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5"/>
            <p:cNvSpPr/>
            <p:nvPr/>
          </p:nvSpPr>
          <p:spPr>
            <a:xfrm>
              <a:off x="5940050" y="7646625"/>
              <a:ext cx="57400" cy="40800"/>
            </a:xfrm>
            <a:custGeom>
              <a:avLst/>
              <a:gdLst/>
              <a:ahLst/>
              <a:cxnLst/>
              <a:rect l="l" t="t" r="r" b="b"/>
              <a:pathLst>
                <a:path w="2296" h="1632" extrusionOk="0">
                  <a:moveTo>
                    <a:pt x="1163" y="0"/>
                  </a:moveTo>
                  <a:cubicBezTo>
                    <a:pt x="1028" y="0"/>
                    <a:pt x="885" y="42"/>
                    <a:pt x="742" y="139"/>
                  </a:cubicBezTo>
                  <a:cubicBezTo>
                    <a:pt x="1" y="574"/>
                    <a:pt x="463" y="1632"/>
                    <a:pt x="1153" y="1632"/>
                  </a:cubicBezTo>
                  <a:cubicBezTo>
                    <a:pt x="1284" y="1632"/>
                    <a:pt x="1422" y="1594"/>
                    <a:pt x="1563" y="1507"/>
                  </a:cubicBezTo>
                  <a:cubicBezTo>
                    <a:pt x="2296" y="1027"/>
                    <a:pt x="1830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5"/>
            <p:cNvSpPr/>
            <p:nvPr/>
          </p:nvSpPr>
          <p:spPr>
            <a:xfrm>
              <a:off x="4139200" y="7183900"/>
              <a:ext cx="58000" cy="41025"/>
            </a:xfrm>
            <a:custGeom>
              <a:avLst/>
              <a:gdLst/>
              <a:ahLst/>
              <a:cxnLst/>
              <a:rect l="l" t="t" r="r" b="b"/>
              <a:pathLst>
                <a:path w="2320" h="1641" extrusionOk="0">
                  <a:moveTo>
                    <a:pt x="1177" y="0"/>
                  </a:moveTo>
                  <a:cubicBezTo>
                    <a:pt x="1038" y="0"/>
                    <a:pt x="889" y="42"/>
                    <a:pt x="738" y="138"/>
                  </a:cubicBezTo>
                  <a:cubicBezTo>
                    <a:pt x="1" y="570"/>
                    <a:pt x="455" y="1640"/>
                    <a:pt x="1139" y="1640"/>
                  </a:cubicBezTo>
                  <a:cubicBezTo>
                    <a:pt x="1272" y="1640"/>
                    <a:pt x="1415" y="1600"/>
                    <a:pt x="1559" y="1505"/>
                  </a:cubicBezTo>
                  <a:cubicBezTo>
                    <a:pt x="2319" y="1049"/>
                    <a:pt x="1874" y="0"/>
                    <a:pt x="117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5"/>
            <p:cNvSpPr/>
            <p:nvPr/>
          </p:nvSpPr>
          <p:spPr>
            <a:xfrm>
              <a:off x="3683925" y="6031700"/>
              <a:ext cx="58350" cy="40975"/>
            </a:xfrm>
            <a:custGeom>
              <a:avLst/>
              <a:gdLst/>
              <a:ahLst/>
              <a:cxnLst/>
              <a:rect l="l" t="t" r="r" b="b"/>
              <a:pathLst>
                <a:path w="2334" h="1639" extrusionOk="0">
                  <a:moveTo>
                    <a:pt x="1141" y="1"/>
                  </a:moveTo>
                  <a:cubicBezTo>
                    <a:pt x="1013" y="1"/>
                    <a:pt x="878" y="36"/>
                    <a:pt x="742" y="115"/>
                  </a:cubicBezTo>
                  <a:cubicBezTo>
                    <a:pt x="0" y="576"/>
                    <a:pt x="485" y="1638"/>
                    <a:pt x="1164" y="1638"/>
                  </a:cubicBezTo>
                  <a:cubicBezTo>
                    <a:pt x="1293" y="1638"/>
                    <a:pt x="1428" y="1600"/>
                    <a:pt x="1563" y="1514"/>
                  </a:cubicBezTo>
                  <a:cubicBezTo>
                    <a:pt x="2334" y="1051"/>
                    <a:pt x="1844" y="1"/>
                    <a:pt x="114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5"/>
            <p:cNvSpPr/>
            <p:nvPr/>
          </p:nvSpPr>
          <p:spPr>
            <a:xfrm>
              <a:off x="2993275" y="5645375"/>
              <a:ext cx="58875" cy="40775"/>
            </a:xfrm>
            <a:custGeom>
              <a:avLst/>
              <a:gdLst/>
              <a:ahLst/>
              <a:cxnLst/>
              <a:rect l="l" t="t" r="r" b="b"/>
              <a:pathLst>
                <a:path w="2355" h="1631" extrusionOk="0">
                  <a:moveTo>
                    <a:pt x="1168" y="1"/>
                  </a:moveTo>
                  <a:cubicBezTo>
                    <a:pt x="1031" y="1"/>
                    <a:pt x="886" y="39"/>
                    <a:pt x="738" y="127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6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5"/>
            <p:cNvSpPr/>
            <p:nvPr/>
          </p:nvSpPr>
          <p:spPr>
            <a:xfrm>
              <a:off x="3193950" y="494355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46" y="0"/>
                  </a:moveTo>
                  <a:cubicBezTo>
                    <a:pt x="1015" y="0"/>
                    <a:pt x="877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8" y="1046"/>
                    <a:pt x="1860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5"/>
            <p:cNvSpPr/>
            <p:nvPr/>
          </p:nvSpPr>
          <p:spPr>
            <a:xfrm>
              <a:off x="2905900" y="4509350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66" y="0"/>
                  </a:moveTo>
                  <a:cubicBezTo>
                    <a:pt x="1030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28" y="1036"/>
                    <a:pt x="1870" y="0"/>
                    <a:pt x="116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5"/>
            <p:cNvSpPr/>
            <p:nvPr/>
          </p:nvSpPr>
          <p:spPr>
            <a:xfrm>
              <a:off x="7494175" y="3580000"/>
              <a:ext cx="58050" cy="40825"/>
            </a:xfrm>
            <a:custGeom>
              <a:avLst/>
              <a:gdLst/>
              <a:ahLst/>
              <a:cxnLst/>
              <a:rect l="l" t="t" r="r" b="b"/>
              <a:pathLst>
                <a:path w="2322" h="1633" extrusionOk="0">
                  <a:moveTo>
                    <a:pt x="1143" y="1"/>
                  </a:moveTo>
                  <a:cubicBezTo>
                    <a:pt x="1012" y="1"/>
                    <a:pt x="874" y="39"/>
                    <a:pt x="736" y="127"/>
                  </a:cubicBezTo>
                  <a:cubicBezTo>
                    <a:pt x="1" y="584"/>
                    <a:pt x="450" y="1632"/>
                    <a:pt x="1131" y="1632"/>
                  </a:cubicBezTo>
                  <a:cubicBezTo>
                    <a:pt x="1266" y="1632"/>
                    <a:pt x="1411" y="1591"/>
                    <a:pt x="1557" y="1495"/>
                  </a:cubicBezTo>
                  <a:cubicBezTo>
                    <a:pt x="2321" y="1036"/>
                    <a:pt x="1825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5"/>
            <p:cNvSpPr/>
            <p:nvPr/>
          </p:nvSpPr>
          <p:spPr>
            <a:xfrm>
              <a:off x="8140100" y="3675300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23" y="0"/>
                  </a:moveTo>
                  <a:cubicBezTo>
                    <a:pt x="998" y="0"/>
                    <a:pt x="867" y="35"/>
                    <a:pt x="735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5" y="1620"/>
                    <a:pt x="1410" y="1578"/>
                    <a:pt x="1556" y="1483"/>
                  </a:cubicBezTo>
                  <a:cubicBezTo>
                    <a:pt x="2301" y="1046"/>
                    <a:pt x="1808" y="0"/>
                    <a:pt x="112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5"/>
            <p:cNvSpPr/>
            <p:nvPr/>
          </p:nvSpPr>
          <p:spPr>
            <a:xfrm>
              <a:off x="8477350" y="28280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2" y="35"/>
                    <a:pt x="711" y="115"/>
                  </a:cubicBezTo>
                  <a:cubicBezTo>
                    <a:pt x="1" y="571"/>
                    <a:pt x="454" y="1620"/>
                    <a:pt x="1136" y="1620"/>
                  </a:cubicBezTo>
                  <a:cubicBezTo>
                    <a:pt x="1271" y="1620"/>
                    <a:pt x="1416" y="1578"/>
                    <a:pt x="1562" y="1482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5"/>
            <p:cNvSpPr/>
            <p:nvPr/>
          </p:nvSpPr>
          <p:spPr>
            <a:xfrm>
              <a:off x="9636150" y="3074225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4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5"/>
            <p:cNvSpPr/>
            <p:nvPr/>
          </p:nvSpPr>
          <p:spPr>
            <a:xfrm>
              <a:off x="5654625" y="1181925"/>
              <a:ext cx="4940850" cy="3255375"/>
            </a:xfrm>
            <a:custGeom>
              <a:avLst/>
              <a:gdLst/>
              <a:ahLst/>
              <a:cxnLst/>
              <a:rect l="l" t="t" r="r" b="b"/>
              <a:pathLst>
                <a:path w="197634" h="130215" extrusionOk="0">
                  <a:moveTo>
                    <a:pt x="37235" y="851"/>
                  </a:moveTo>
                  <a:lnTo>
                    <a:pt x="49850" y="25988"/>
                  </a:lnTo>
                  <a:lnTo>
                    <a:pt x="12189" y="21642"/>
                  </a:lnTo>
                  <a:lnTo>
                    <a:pt x="37235" y="851"/>
                  </a:lnTo>
                  <a:close/>
                  <a:moveTo>
                    <a:pt x="88908" y="517"/>
                  </a:moveTo>
                  <a:lnTo>
                    <a:pt x="85261" y="34803"/>
                  </a:lnTo>
                  <a:lnTo>
                    <a:pt x="67965" y="28876"/>
                  </a:lnTo>
                  <a:lnTo>
                    <a:pt x="88908" y="517"/>
                  </a:lnTo>
                  <a:close/>
                  <a:moveTo>
                    <a:pt x="73102" y="17478"/>
                  </a:moveTo>
                  <a:lnTo>
                    <a:pt x="67692" y="28846"/>
                  </a:lnTo>
                  <a:cubicBezTo>
                    <a:pt x="67661" y="28937"/>
                    <a:pt x="67692" y="28998"/>
                    <a:pt x="67722" y="29028"/>
                  </a:cubicBezTo>
                  <a:lnTo>
                    <a:pt x="67783" y="29028"/>
                  </a:lnTo>
                  <a:lnTo>
                    <a:pt x="66658" y="35381"/>
                  </a:lnTo>
                  <a:lnTo>
                    <a:pt x="50336" y="26292"/>
                  </a:lnTo>
                  <a:lnTo>
                    <a:pt x="73102" y="17478"/>
                  </a:lnTo>
                  <a:close/>
                  <a:moveTo>
                    <a:pt x="50853" y="26900"/>
                  </a:moveTo>
                  <a:lnTo>
                    <a:pt x="66628" y="35685"/>
                  </a:lnTo>
                  <a:lnTo>
                    <a:pt x="65382" y="42980"/>
                  </a:lnTo>
                  <a:lnTo>
                    <a:pt x="50853" y="26900"/>
                  </a:lnTo>
                  <a:close/>
                  <a:moveTo>
                    <a:pt x="50062" y="26323"/>
                  </a:moveTo>
                  <a:cubicBezTo>
                    <a:pt x="50062" y="26384"/>
                    <a:pt x="50062" y="26414"/>
                    <a:pt x="50093" y="26444"/>
                  </a:cubicBezTo>
                  <a:lnTo>
                    <a:pt x="65078" y="43071"/>
                  </a:lnTo>
                  <a:lnTo>
                    <a:pt x="65078" y="43071"/>
                  </a:lnTo>
                  <a:lnTo>
                    <a:pt x="34500" y="26870"/>
                  </a:lnTo>
                  <a:lnTo>
                    <a:pt x="50062" y="26323"/>
                  </a:lnTo>
                  <a:close/>
                  <a:moveTo>
                    <a:pt x="34591" y="27265"/>
                  </a:moveTo>
                  <a:lnTo>
                    <a:pt x="64835" y="43223"/>
                  </a:lnTo>
                  <a:lnTo>
                    <a:pt x="47175" y="43284"/>
                  </a:lnTo>
                  <a:cubicBezTo>
                    <a:pt x="47175" y="43253"/>
                    <a:pt x="47175" y="43223"/>
                    <a:pt x="47144" y="43162"/>
                  </a:cubicBezTo>
                  <a:lnTo>
                    <a:pt x="34591" y="27265"/>
                  </a:lnTo>
                  <a:close/>
                  <a:moveTo>
                    <a:pt x="89151" y="760"/>
                  </a:moveTo>
                  <a:lnTo>
                    <a:pt x="112070" y="44013"/>
                  </a:lnTo>
                  <a:lnTo>
                    <a:pt x="85504" y="34925"/>
                  </a:lnTo>
                  <a:lnTo>
                    <a:pt x="89151" y="760"/>
                  </a:lnTo>
                  <a:close/>
                  <a:moveTo>
                    <a:pt x="89455" y="730"/>
                  </a:moveTo>
                  <a:lnTo>
                    <a:pt x="126659" y="35107"/>
                  </a:lnTo>
                  <a:lnTo>
                    <a:pt x="114167" y="44743"/>
                  </a:lnTo>
                  <a:lnTo>
                    <a:pt x="112495" y="44135"/>
                  </a:lnTo>
                  <a:lnTo>
                    <a:pt x="89455" y="730"/>
                  </a:lnTo>
                  <a:close/>
                  <a:moveTo>
                    <a:pt x="66902" y="35806"/>
                  </a:moveTo>
                  <a:lnTo>
                    <a:pt x="83467" y="45047"/>
                  </a:lnTo>
                  <a:lnTo>
                    <a:pt x="65595" y="43223"/>
                  </a:lnTo>
                  <a:lnTo>
                    <a:pt x="66902" y="35806"/>
                  </a:lnTo>
                  <a:close/>
                  <a:moveTo>
                    <a:pt x="68026" y="29241"/>
                  </a:moveTo>
                  <a:lnTo>
                    <a:pt x="85230" y="35107"/>
                  </a:lnTo>
                  <a:lnTo>
                    <a:pt x="84197" y="45138"/>
                  </a:lnTo>
                  <a:lnTo>
                    <a:pt x="66932" y="35533"/>
                  </a:lnTo>
                  <a:lnTo>
                    <a:pt x="68026" y="29241"/>
                  </a:lnTo>
                  <a:close/>
                  <a:moveTo>
                    <a:pt x="112677" y="44499"/>
                  </a:moveTo>
                  <a:lnTo>
                    <a:pt x="113893" y="44925"/>
                  </a:lnTo>
                  <a:lnTo>
                    <a:pt x="113164" y="45442"/>
                  </a:lnTo>
                  <a:lnTo>
                    <a:pt x="112677" y="44499"/>
                  </a:lnTo>
                  <a:close/>
                  <a:moveTo>
                    <a:pt x="12250" y="21946"/>
                  </a:moveTo>
                  <a:lnTo>
                    <a:pt x="48634" y="26140"/>
                  </a:lnTo>
                  <a:lnTo>
                    <a:pt x="33983" y="26657"/>
                  </a:lnTo>
                  <a:cubicBezTo>
                    <a:pt x="34013" y="26627"/>
                    <a:pt x="34013" y="26612"/>
                    <a:pt x="34006" y="26612"/>
                  </a:cubicBezTo>
                  <a:lnTo>
                    <a:pt x="34006" y="26612"/>
                  </a:lnTo>
                  <a:cubicBezTo>
                    <a:pt x="33998" y="26612"/>
                    <a:pt x="33983" y="26627"/>
                    <a:pt x="33983" y="26657"/>
                  </a:cubicBezTo>
                  <a:lnTo>
                    <a:pt x="33892" y="26596"/>
                  </a:lnTo>
                  <a:cubicBezTo>
                    <a:pt x="33867" y="26588"/>
                    <a:pt x="33845" y="26584"/>
                    <a:pt x="33824" y="26584"/>
                  </a:cubicBezTo>
                  <a:cubicBezTo>
                    <a:pt x="33768" y="26584"/>
                    <a:pt x="33724" y="26613"/>
                    <a:pt x="33679" y="26657"/>
                  </a:cubicBezTo>
                  <a:lnTo>
                    <a:pt x="14317" y="53861"/>
                  </a:lnTo>
                  <a:lnTo>
                    <a:pt x="12250" y="21946"/>
                  </a:lnTo>
                  <a:close/>
                  <a:moveTo>
                    <a:pt x="65686" y="43496"/>
                  </a:moveTo>
                  <a:lnTo>
                    <a:pt x="83680" y="45350"/>
                  </a:lnTo>
                  <a:lnTo>
                    <a:pt x="68178" y="55016"/>
                  </a:lnTo>
                  <a:lnTo>
                    <a:pt x="65686" y="43496"/>
                  </a:lnTo>
                  <a:close/>
                  <a:moveTo>
                    <a:pt x="65382" y="43527"/>
                  </a:moveTo>
                  <a:lnTo>
                    <a:pt x="67935" y="55168"/>
                  </a:lnTo>
                  <a:lnTo>
                    <a:pt x="67479" y="55472"/>
                  </a:lnTo>
                  <a:lnTo>
                    <a:pt x="47661" y="43588"/>
                  </a:lnTo>
                  <a:lnTo>
                    <a:pt x="65382" y="43527"/>
                  </a:lnTo>
                  <a:close/>
                  <a:moveTo>
                    <a:pt x="67996" y="55472"/>
                  </a:moveTo>
                  <a:lnTo>
                    <a:pt x="68087" y="55867"/>
                  </a:lnTo>
                  <a:lnTo>
                    <a:pt x="67722" y="55685"/>
                  </a:lnTo>
                  <a:lnTo>
                    <a:pt x="67996" y="55472"/>
                  </a:lnTo>
                  <a:close/>
                  <a:moveTo>
                    <a:pt x="47023" y="43466"/>
                  </a:moveTo>
                  <a:cubicBezTo>
                    <a:pt x="47023" y="43527"/>
                    <a:pt x="47053" y="43557"/>
                    <a:pt x="47114" y="43588"/>
                  </a:cubicBezTo>
                  <a:lnTo>
                    <a:pt x="67205" y="55685"/>
                  </a:lnTo>
                  <a:lnTo>
                    <a:pt x="65078" y="56992"/>
                  </a:lnTo>
                  <a:lnTo>
                    <a:pt x="35655" y="52585"/>
                  </a:lnTo>
                  <a:lnTo>
                    <a:pt x="47023" y="43466"/>
                  </a:lnTo>
                  <a:close/>
                  <a:moveTo>
                    <a:pt x="126842" y="35259"/>
                  </a:moveTo>
                  <a:lnTo>
                    <a:pt x="150520" y="57144"/>
                  </a:lnTo>
                  <a:lnTo>
                    <a:pt x="114471" y="44803"/>
                  </a:lnTo>
                  <a:lnTo>
                    <a:pt x="126842" y="35259"/>
                  </a:lnTo>
                  <a:close/>
                  <a:moveTo>
                    <a:pt x="67479" y="55837"/>
                  </a:moveTo>
                  <a:lnTo>
                    <a:pt x="68148" y="56232"/>
                  </a:lnTo>
                  <a:lnTo>
                    <a:pt x="68421" y="57509"/>
                  </a:lnTo>
                  <a:lnTo>
                    <a:pt x="65503" y="57053"/>
                  </a:lnTo>
                  <a:lnTo>
                    <a:pt x="67479" y="55837"/>
                  </a:lnTo>
                  <a:close/>
                  <a:moveTo>
                    <a:pt x="68482" y="56384"/>
                  </a:moveTo>
                  <a:lnTo>
                    <a:pt x="70853" y="57813"/>
                  </a:lnTo>
                  <a:lnTo>
                    <a:pt x="68725" y="57509"/>
                  </a:lnTo>
                  <a:lnTo>
                    <a:pt x="68482" y="56384"/>
                  </a:lnTo>
                  <a:close/>
                  <a:moveTo>
                    <a:pt x="114197" y="45016"/>
                  </a:moveTo>
                  <a:lnTo>
                    <a:pt x="151067" y="57630"/>
                  </a:lnTo>
                  <a:cubicBezTo>
                    <a:pt x="151071" y="57634"/>
                    <a:pt x="151075" y="57637"/>
                    <a:pt x="151078" y="57640"/>
                  </a:cubicBezTo>
                  <a:lnTo>
                    <a:pt x="151078" y="57640"/>
                  </a:lnTo>
                  <a:lnTo>
                    <a:pt x="120580" y="59393"/>
                  </a:lnTo>
                  <a:lnTo>
                    <a:pt x="113316" y="45715"/>
                  </a:lnTo>
                  <a:lnTo>
                    <a:pt x="114197" y="45016"/>
                  </a:lnTo>
                  <a:close/>
                  <a:moveTo>
                    <a:pt x="113073" y="45867"/>
                  </a:moveTo>
                  <a:lnTo>
                    <a:pt x="120246" y="59393"/>
                  </a:lnTo>
                  <a:lnTo>
                    <a:pt x="93467" y="60913"/>
                  </a:lnTo>
                  <a:lnTo>
                    <a:pt x="113073" y="45867"/>
                  </a:lnTo>
                  <a:close/>
                  <a:moveTo>
                    <a:pt x="85504" y="35198"/>
                  </a:moveTo>
                  <a:lnTo>
                    <a:pt x="112313" y="44347"/>
                  </a:lnTo>
                  <a:lnTo>
                    <a:pt x="112981" y="45594"/>
                  </a:lnTo>
                  <a:lnTo>
                    <a:pt x="92981" y="60943"/>
                  </a:lnTo>
                  <a:cubicBezTo>
                    <a:pt x="92951" y="61004"/>
                    <a:pt x="92920" y="61065"/>
                    <a:pt x="92951" y="61095"/>
                  </a:cubicBezTo>
                  <a:lnTo>
                    <a:pt x="92951" y="61156"/>
                  </a:lnTo>
                  <a:lnTo>
                    <a:pt x="92920" y="61156"/>
                  </a:lnTo>
                  <a:lnTo>
                    <a:pt x="71582" y="57965"/>
                  </a:lnTo>
                  <a:lnTo>
                    <a:pt x="68421" y="56050"/>
                  </a:lnTo>
                  <a:lnTo>
                    <a:pt x="68269" y="55320"/>
                  </a:lnTo>
                  <a:lnTo>
                    <a:pt x="84136" y="45411"/>
                  </a:lnTo>
                  <a:lnTo>
                    <a:pt x="84288" y="45411"/>
                  </a:lnTo>
                  <a:cubicBezTo>
                    <a:pt x="84379" y="45411"/>
                    <a:pt x="84440" y="45381"/>
                    <a:pt x="84440" y="45290"/>
                  </a:cubicBezTo>
                  <a:lnTo>
                    <a:pt x="85504" y="35198"/>
                  </a:lnTo>
                  <a:close/>
                  <a:moveTo>
                    <a:pt x="35959" y="52889"/>
                  </a:moveTo>
                  <a:lnTo>
                    <a:pt x="64683" y="57205"/>
                  </a:lnTo>
                  <a:lnTo>
                    <a:pt x="50853" y="65807"/>
                  </a:lnTo>
                  <a:lnTo>
                    <a:pt x="35959" y="52889"/>
                  </a:lnTo>
                  <a:close/>
                  <a:moveTo>
                    <a:pt x="72221" y="58329"/>
                  </a:moveTo>
                  <a:lnTo>
                    <a:pt x="92768" y="61399"/>
                  </a:lnTo>
                  <a:lnTo>
                    <a:pt x="98239" y="73983"/>
                  </a:lnTo>
                  <a:lnTo>
                    <a:pt x="72221" y="58329"/>
                  </a:lnTo>
                  <a:close/>
                  <a:moveTo>
                    <a:pt x="65108" y="57235"/>
                  </a:moveTo>
                  <a:lnTo>
                    <a:pt x="68482" y="57721"/>
                  </a:lnTo>
                  <a:lnTo>
                    <a:pt x="72038" y="73922"/>
                  </a:lnTo>
                  <a:lnTo>
                    <a:pt x="54196" y="77509"/>
                  </a:lnTo>
                  <a:lnTo>
                    <a:pt x="51096" y="66019"/>
                  </a:lnTo>
                  <a:lnTo>
                    <a:pt x="65108" y="57235"/>
                  </a:lnTo>
                  <a:close/>
                  <a:moveTo>
                    <a:pt x="150976" y="57965"/>
                  </a:moveTo>
                  <a:lnTo>
                    <a:pt x="134380" y="85473"/>
                  </a:lnTo>
                  <a:lnTo>
                    <a:pt x="134380" y="85412"/>
                  </a:lnTo>
                  <a:lnTo>
                    <a:pt x="120702" y="59667"/>
                  </a:lnTo>
                  <a:lnTo>
                    <a:pt x="150976" y="57965"/>
                  </a:lnTo>
                  <a:close/>
                  <a:moveTo>
                    <a:pt x="68847" y="57813"/>
                  </a:moveTo>
                  <a:lnTo>
                    <a:pt x="71522" y="58208"/>
                  </a:lnTo>
                  <a:lnTo>
                    <a:pt x="98391" y="74378"/>
                  </a:lnTo>
                  <a:lnTo>
                    <a:pt x="89060" y="85959"/>
                  </a:lnTo>
                  <a:lnTo>
                    <a:pt x="72373" y="74074"/>
                  </a:lnTo>
                  <a:lnTo>
                    <a:pt x="72373" y="74013"/>
                  </a:lnTo>
                  <a:lnTo>
                    <a:pt x="68847" y="57813"/>
                  </a:lnTo>
                  <a:close/>
                  <a:moveTo>
                    <a:pt x="35351" y="52676"/>
                  </a:moveTo>
                  <a:cubicBezTo>
                    <a:pt x="35351" y="52706"/>
                    <a:pt x="35412" y="52737"/>
                    <a:pt x="35412" y="52737"/>
                  </a:cubicBezTo>
                  <a:lnTo>
                    <a:pt x="50609" y="65928"/>
                  </a:lnTo>
                  <a:lnTo>
                    <a:pt x="15259" y="88451"/>
                  </a:lnTo>
                  <a:lnTo>
                    <a:pt x="14499" y="54712"/>
                  </a:lnTo>
                  <a:lnTo>
                    <a:pt x="35351" y="52676"/>
                  </a:lnTo>
                  <a:close/>
                  <a:moveTo>
                    <a:pt x="123103" y="81004"/>
                  </a:moveTo>
                  <a:lnTo>
                    <a:pt x="134198" y="85655"/>
                  </a:lnTo>
                  <a:lnTo>
                    <a:pt x="108969" y="98938"/>
                  </a:lnTo>
                  <a:lnTo>
                    <a:pt x="123103" y="81004"/>
                  </a:lnTo>
                  <a:close/>
                  <a:moveTo>
                    <a:pt x="120428" y="59697"/>
                  </a:moveTo>
                  <a:lnTo>
                    <a:pt x="133954" y="85229"/>
                  </a:lnTo>
                  <a:lnTo>
                    <a:pt x="123134" y="80701"/>
                  </a:lnTo>
                  <a:cubicBezTo>
                    <a:pt x="123109" y="80692"/>
                    <a:pt x="123089" y="80689"/>
                    <a:pt x="123072" y="80689"/>
                  </a:cubicBezTo>
                  <a:cubicBezTo>
                    <a:pt x="123026" y="80689"/>
                    <a:pt x="123004" y="80717"/>
                    <a:pt x="122982" y="80761"/>
                  </a:cubicBezTo>
                  <a:lnTo>
                    <a:pt x="108392" y="99242"/>
                  </a:lnTo>
                  <a:lnTo>
                    <a:pt x="108209" y="99363"/>
                  </a:lnTo>
                  <a:lnTo>
                    <a:pt x="98787" y="74317"/>
                  </a:lnTo>
                  <a:cubicBezTo>
                    <a:pt x="98787" y="74287"/>
                    <a:pt x="98726" y="74287"/>
                    <a:pt x="98695" y="74257"/>
                  </a:cubicBezTo>
                  <a:lnTo>
                    <a:pt x="98665" y="74226"/>
                  </a:lnTo>
                  <a:lnTo>
                    <a:pt x="93011" y="61217"/>
                  </a:lnTo>
                  <a:cubicBezTo>
                    <a:pt x="93042" y="61217"/>
                    <a:pt x="93042" y="61217"/>
                    <a:pt x="93072" y="61247"/>
                  </a:cubicBezTo>
                  <a:lnTo>
                    <a:pt x="120428" y="59697"/>
                  </a:lnTo>
                  <a:close/>
                  <a:moveTo>
                    <a:pt x="98543" y="74561"/>
                  </a:moveTo>
                  <a:lnTo>
                    <a:pt x="107905" y="99455"/>
                  </a:lnTo>
                  <a:lnTo>
                    <a:pt x="89242" y="86141"/>
                  </a:lnTo>
                  <a:lnTo>
                    <a:pt x="98543" y="74561"/>
                  </a:lnTo>
                  <a:close/>
                  <a:moveTo>
                    <a:pt x="53588" y="78208"/>
                  </a:moveTo>
                  <a:lnTo>
                    <a:pt x="42555" y="100883"/>
                  </a:lnTo>
                  <a:lnTo>
                    <a:pt x="15715" y="88999"/>
                  </a:lnTo>
                  <a:lnTo>
                    <a:pt x="53588" y="78208"/>
                  </a:lnTo>
                  <a:close/>
                  <a:moveTo>
                    <a:pt x="50822" y="66171"/>
                  </a:moveTo>
                  <a:lnTo>
                    <a:pt x="53983" y="77752"/>
                  </a:lnTo>
                  <a:lnTo>
                    <a:pt x="53983" y="77783"/>
                  </a:lnTo>
                  <a:cubicBezTo>
                    <a:pt x="54014" y="77813"/>
                    <a:pt x="54044" y="77874"/>
                    <a:pt x="54135" y="77874"/>
                  </a:cubicBezTo>
                  <a:lnTo>
                    <a:pt x="72038" y="74226"/>
                  </a:lnTo>
                  <a:lnTo>
                    <a:pt x="44318" y="101673"/>
                  </a:lnTo>
                  <a:lnTo>
                    <a:pt x="42798" y="101005"/>
                  </a:lnTo>
                  <a:lnTo>
                    <a:pt x="54014" y="78056"/>
                  </a:lnTo>
                  <a:cubicBezTo>
                    <a:pt x="54044" y="78026"/>
                    <a:pt x="54044" y="77935"/>
                    <a:pt x="54014" y="77904"/>
                  </a:cubicBezTo>
                  <a:cubicBezTo>
                    <a:pt x="53993" y="77883"/>
                    <a:pt x="53972" y="77848"/>
                    <a:pt x="53931" y="77848"/>
                  </a:cubicBezTo>
                  <a:cubicBezTo>
                    <a:pt x="53912" y="77848"/>
                    <a:pt x="53890" y="77855"/>
                    <a:pt x="53862" y="77874"/>
                  </a:cubicBezTo>
                  <a:lnTo>
                    <a:pt x="15381" y="88847"/>
                  </a:lnTo>
                  <a:lnTo>
                    <a:pt x="15381" y="88847"/>
                  </a:lnTo>
                  <a:lnTo>
                    <a:pt x="50822" y="66171"/>
                  </a:lnTo>
                  <a:close/>
                  <a:moveTo>
                    <a:pt x="72282" y="74378"/>
                  </a:moveTo>
                  <a:lnTo>
                    <a:pt x="88817" y="86141"/>
                  </a:lnTo>
                  <a:lnTo>
                    <a:pt x="71947" y="107114"/>
                  </a:lnTo>
                  <a:lnTo>
                    <a:pt x="44561" y="101886"/>
                  </a:lnTo>
                  <a:lnTo>
                    <a:pt x="72282" y="74378"/>
                  </a:lnTo>
                  <a:close/>
                  <a:moveTo>
                    <a:pt x="42646" y="101278"/>
                  </a:moveTo>
                  <a:lnTo>
                    <a:pt x="44287" y="101977"/>
                  </a:lnTo>
                  <a:lnTo>
                    <a:pt x="44409" y="101977"/>
                  </a:lnTo>
                  <a:cubicBezTo>
                    <a:pt x="44409" y="102038"/>
                    <a:pt x="44409" y="102069"/>
                    <a:pt x="44439" y="102099"/>
                  </a:cubicBezTo>
                  <a:lnTo>
                    <a:pt x="57388" y="118026"/>
                  </a:lnTo>
                  <a:lnTo>
                    <a:pt x="28785" y="129729"/>
                  </a:lnTo>
                  <a:lnTo>
                    <a:pt x="42646" y="101278"/>
                  </a:lnTo>
                  <a:close/>
                  <a:moveTo>
                    <a:pt x="88999" y="0"/>
                  </a:moveTo>
                  <a:cubicBezTo>
                    <a:pt x="88969" y="0"/>
                    <a:pt x="88938" y="31"/>
                    <a:pt x="88908" y="31"/>
                  </a:cubicBezTo>
                  <a:lnTo>
                    <a:pt x="68543" y="27660"/>
                  </a:lnTo>
                  <a:lnTo>
                    <a:pt x="73437" y="17295"/>
                  </a:lnTo>
                  <a:cubicBezTo>
                    <a:pt x="73467" y="17265"/>
                    <a:pt x="73437" y="17174"/>
                    <a:pt x="73406" y="17143"/>
                  </a:cubicBezTo>
                  <a:cubicBezTo>
                    <a:pt x="73364" y="17122"/>
                    <a:pt x="73322" y="17087"/>
                    <a:pt x="73290" y="17087"/>
                  </a:cubicBezTo>
                  <a:cubicBezTo>
                    <a:pt x="73276" y="17087"/>
                    <a:pt x="73264" y="17094"/>
                    <a:pt x="73254" y="17113"/>
                  </a:cubicBezTo>
                  <a:lnTo>
                    <a:pt x="50184" y="26019"/>
                  </a:lnTo>
                  <a:lnTo>
                    <a:pt x="50153" y="26019"/>
                  </a:lnTo>
                  <a:lnTo>
                    <a:pt x="37327" y="578"/>
                  </a:lnTo>
                  <a:cubicBezTo>
                    <a:pt x="37296" y="547"/>
                    <a:pt x="37296" y="487"/>
                    <a:pt x="37235" y="487"/>
                  </a:cubicBezTo>
                  <a:cubicBezTo>
                    <a:pt x="37175" y="487"/>
                    <a:pt x="37144" y="487"/>
                    <a:pt x="37114" y="547"/>
                  </a:cubicBezTo>
                  <a:lnTo>
                    <a:pt x="12068" y="21368"/>
                  </a:lnTo>
                  <a:lnTo>
                    <a:pt x="8846" y="7569"/>
                  </a:lnTo>
                  <a:cubicBezTo>
                    <a:pt x="8846" y="7478"/>
                    <a:pt x="8755" y="7447"/>
                    <a:pt x="8724" y="7447"/>
                  </a:cubicBezTo>
                  <a:cubicBezTo>
                    <a:pt x="8663" y="7447"/>
                    <a:pt x="8603" y="7478"/>
                    <a:pt x="8572" y="7569"/>
                  </a:cubicBezTo>
                  <a:lnTo>
                    <a:pt x="31" y="37934"/>
                  </a:lnTo>
                  <a:cubicBezTo>
                    <a:pt x="1" y="37995"/>
                    <a:pt x="61" y="38086"/>
                    <a:pt x="153" y="38116"/>
                  </a:cubicBezTo>
                  <a:cubicBezTo>
                    <a:pt x="164" y="38122"/>
                    <a:pt x="177" y="38125"/>
                    <a:pt x="190" y="38125"/>
                  </a:cubicBezTo>
                  <a:cubicBezTo>
                    <a:pt x="246" y="38125"/>
                    <a:pt x="310" y="38080"/>
                    <a:pt x="335" y="38056"/>
                  </a:cubicBezTo>
                  <a:lnTo>
                    <a:pt x="8724" y="8177"/>
                  </a:lnTo>
                  <a:lnTo>
                    <a:pt x="11885" y="21672"/>
                  </a:lnTo>
                  <a:cubicBezTo>
                    <a:pt x="11885" y="21703"/>
                    <a:pt x="11916" y="21733"/>
                    <a:pt x="11946" y="21733"/>
                  </a:cubicBezTo>
                  <a:cubicBezTo>
                    <a:pt x="11946" y="21763"/>
                    <a:pt x="11916" y="21763"/>
                    <a:pt x="11946" y="21824"/>
                  </a:cubicBezTo>
                  <a:lnTo>
                    <a:pt x="14043" y="54317"/>
                  </a:lnTo>
                  <a:cubicBezTo>
                    <a:pt x="14043" y="54378"/>
                    <a:pt x="14074" y="54408"/>
                    <a:pt x="14165" y="54408"/>
                  </a:cubicBezTo>
                  <a:cubicBezTo>
                    <a:pt x="14195" y="54408"/>
                    <a:pt x="14287" y="54408"/>
                    <a:pt x="14317" y="54378"/>
                  </a:cubicBezTo>
                  <a:lnTo>
                    <a:pt x="33831" y="26961"/>
                  </a:lnTo>
                  <a:lnTo>
                    <a:pt x="33953" y="27022"/>
                  </a:lnTo>
                  <a:lnTo>
                    <a:pt x="46810" y="43314"/>
                  </a:lnTo>
                  <a:lnTo>
                    <a:pt x="35351" y="52493"/>
                  </a:lnTo>
                  <a:lnTo>
                    <a:pt x="14317" y="54530"/>
                  </a:lnTo>
                  <a:cubicBezTo>
                    <a:pt x="14226" y="54530"/>
                    <a:pt x="14195" y="54621"/>
                    <a:pt x="14195" y="54682"/>
                  </a:cubicBezTo>
                  <a:lnTo>
                    <a:pt x="14986" y="88847"/>
                  </a:lnTo>
                  <a:cubicBezTo>
                    <a:pt x="14986" y="88877"/>
                    <a:pt x="15046" y="88968"/>
                    <a:pt x="15077" y="88968"/>
                  </a:cubicBezTo>
                  <a:lnTo>
                    <a:pt x="15138" y="88968"/>
                  </a:lnTo>
                  <a:lnTo>
                    <a:pt x="15138" y="89029"/>
                  </a:lnTo>
                  <a:cubicBezTo>
                    <a:pt x="15138" y="89120"/>
                    <a:pt x="15198" y="89150"/>
                    <a:pt x="15229" y="89181"/>
                  </a:cubicBezTo>
                  <a:lnTo>
                    <a:pt x="42403" y="101218"/>
                  </a:lnTo>
                  <a:lnTo>
                    <a:pt x="28360" y="130033"/>
                  </a:lnTo>
                  <a:cubicBezTo>
                    <a:pt x="28329" y="130063"/>
                    <a:pt x="28360" y="130154"/>
                    <a:pt x="28421" y="130185"/>
                  </a:cubicBezTo>
                  <a:cubicBezTo>
                    <a:pt x="28451" y="130215"/>
                    <a:pt x="28481" y="130215"/>
                    <a:pt x="28512" y="130215"/>
                  </a:cubicBezTo>
                  <a:lnTo>
                    <a:pt x="28573" y="130215"/>
                  </a:lnTo>
                  <a:lnTo>
                    <a:pt x="57661" y="118209"/>
                  </a:lnTo>
                  <a:cubicBezTo>
                    <a:pt x="57692" y="118178"/>
                    <a:pt x="57752" y="118178"/>
                    <a:pt x="57752" y="118087"/>
                  </a:cubicBezTo>
                  <a:cubicBezTo>
                    <a:pt x="57752" y="118057"/>
                    <a:pt x="57752" y="118026"/>
                    <a:pt x="57692" y="117996"/>
                  </a:cubicBezTo>
                  <a:lnTo>
                    <a:pt x="44865" y="102221"/>
                  </a:lnTo>
                  <a:lnTo>
                    <a:pt x="44865" y="102221"/>
                  </a:lnTo>
                  <a:lnTo>
                    <a:pt x="71947" y="107418"/>
                  </a:lnTo>
                  <a:cubicBezTo>
                    <a:pt x="71978" y="107418"/>
                    <a:pt x="72069" y="107418"/>
                    <a:pt x="72099" y="107388"/>
                  </a:cubicBezTo>
                  <a:lnTo>
                    <a:pt x="89060" y="86324"/>
                  </a:lnTo>
                  <a:lnTo>
                    <a:pt x="108057" y="99880"/>
                  </a:lnTo>
                  <a:cubicBezTo>
                    <a:pt x="108085" y="99907"/>
                    <a:pt x="108118" y="99922"/>
                    <a:pt x="108149" y="99922"/>
                  </a:cubicBezTo>
                  <a:cubicBezTo>
                    <a:pt x="108188" y="99922"/>
                    <a:pt x="108223" y="99900"/>
                    <a:pt x="108240" y="99850"/>
                  </a:cubicBezTo>
                  <a:lnTo>
                    <a:pt x="108544" y="99485"/>
                  </a:lnTo>
                  <a:lnTo>
                    <a:pt x="134532" y="85807"/>
                  </a:lnTo>
                  <a:cubicBezTo>
                    <a:pt x="134562" y="85807"/>
                    <a:pt x="134562" y="85746"/>
                    <a:pt x="134562" y="85746"/>
                  </a:cubicBezTo>
                  <a:lnTo>
                    <a:pt x="151371" y="57873"/>
                  </a:lnTo>
                  <a:cubicBezTo>
                    <a:pt x="151402" y="57843"/>
                    <a:pt x="151402" y="57752"/>
                    <a:pt x="151371" y="57721"/>
                  </a:cubicBezTo>
                  <a:cubicBezTo>
                    <a:pt x="151310" y="57691"/>
                    <a:pt x="151280" y="57630"/>
                    <a:pt x="151250" y="57630"/>
                  </a:cubicBezTo>
                  <a:lnTo>
                    <a:pt x="151156" y="57636"/>
                  </a:lnTo>
                  <a:lnTo>
                    <a:pt x="151156" y="57636"/>
                  </a:lnTo>
                  <a:cubicBezTo>
                    <a:pt x="151175" y="57619"/>
                    <a:pt x="151194" y="57594"/>
                    <a:pt x="151219" y="57569"/>
                  </a:cubicBezTo>
                  <a:cubicBezTo>
                    <a:pt x="151250" y="57539"/>
                    <a:pt x="151250" y="57448"/>
                    <a:pt x="151158" y="57387"/>
                  </a:cubicBezTo>
                  <a:lnTo>
                    <a:pt x="127085" y="35107"/>
                  </a:lnTo>
                  <a:lnTo>
                    <a:pt x="136964" y="27508"/>
                  </a:lnTo>
                  <a:lnTo>
                    <a:pt x="152739" y="36019"/>
                  </a:lnTo>
                  <a:cubicBezTo>
                    <a:pt x="152748" y="36028"/>
                    <a:pt x="152759" y="36032"/>
                    <a:pt x="152772" y="36032"/>
                  </a:cubicBezTo>
                  <a:cubicBezTo>
                    <a:pt x="152802" y="36032"/>
                    <a:pt x="152839" y="36010"/>
                    <a:pt x="152861" y="35989"/>
                  </a:cubicBezTo>
                  <a:lnTo>
                    <a:pt x="169578" y="17204"/>
                  </a:lnTo>
                  <a:lnTo>
                    <a:pt x="197360" y="34682"/>
                  </a:lnTo>
                  <a:cubicBezTo>
                    <a:pt x="197401" y="34709"/>
                    <a:pt x="197436" y="34724"/>
                    <a:pt x="197464" y="34724"/>
                  </a:cubicBezTo>
                  <a:cubicBezTo>
                    <a:pt x="197500" y="34724"/>
                    <a:pt x="197526" y="34701"/>
                    <a:pt x="197542" y="34651"/>
                  </a:cubicBezTo>
                  <a:cubicBezTo>
                    <a:pt x="197633" y="34590"/>
                    <a:pt x="197633" y="34499"/>
                    <a:pt x="197573" y="34469"/>
                  </a:cubicBezTo>
                  <a:lnTo>
                    <a:pt x="169700" y="16961"/>
                  </a:lnTo>
                  <a:cubicBezTo>
                    <a:pt x="169687" y="16948"/>
                    <a:pt x="169659" y="16941"/>
                    <a:pt x="169628" y="16941"/>
                  </a:cubicBezTo>
                  <a:cubicBezTo>
                    <a:pt x="169584" y="16941"/>
                    <a:pt x="169535" y="16956"/>
                    <a:pt x="169517" y="16991"/>
                  </a:cubicBezTo>
                  <a:lnTo>
                    <a:pt x="152800" y="35776"/>
                  </a:lnTo>
                  <a:lnTo>
                    <a:pt x="137024" y="27295"/>
                  </a:lnTo>
                  <a:cubicBezTo>
                    <a:pt x="137009" y="27280"/>
                    <a:pt x="136986" y="27273"/>
                    <a:pt x="136960" y="27273"/>
                  </a:cubicBezTo>
                  <a:cubicBezTo>
                    <a:pt x="136933" y="27273"/>
                    <a:pt x="136903" y="27280"/>
                    <a:pt x="136872" y="27295"/>
                  </a:cubicBezTo>
                  <a:lnTo>
                    <a:pt x="126903" y="34955"/>
                  </a:lnTo>
                  <a:lnTo>
                    <a:pt x="89121" y="31"/>
                  </a:lnTo>
                  <a:cubicBezTo>
                    <a:pt x="89090" y="0"/>
                    <a:pt x="89060" y="0"/>
                    <a:pt x="8899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5"/>
            <p:cNvSpPr/>
            <p:nvPr/>
          </p:nvSpPr>
          <p:spPr>
            <a:xfrm>
              <a:off x="6484000" y="1835075"/>
              <a:ext cx="39550" cy="28850"/>
            </a:xfrm>
            <a:custGeom>
              <a:avLst/>
              <a:gdLst/>
              <a:ahLst/>
              <a:cxnLst/>
              <a:rect l="l" t="t" r="r" b="b"/>
              <a:pathLst>
                <a:path w="1582" h="1154" extrusionOk="0">
                  <a:moveTo>
                    <a:pt x="791" y="0"/>
                  </a:moveTo>
                  <a:cubicBezTo>
                    <a:pt x="748" y="0"/>
                    <a:pt x="703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82" y="968"/>
                    <a:pt x="1413" y="0"/>
                    <a:pt x="79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5"/>
            <p:cNvSpPr/>
            <p:nvPr/>
          </p:nvSpPr>
          <p:spPr>
            <a:xfrm>
              <a:off x="6523575" y="2480975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05" y="1"/>
                  </a:moveTo>
                  <a:cubicBezTo>
                    <a:pt x="767" y="1"/>
                    <a:pt x="726" y="5"/>
                    <a:pt x="684" y="15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380" y="1"/>
                    <a:pt x="80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5"/>
            <p:cNvSpPr/>
            <p:nvPr/>
          </p:nvSpPr>
          <p:spPr>
            <a:xfrm>
              <a:off x="6810800" y="2252250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0"/>
                  </a:moveTo>
                  <a:cubicBezTo>
                    <a:pt x="743" y="0"/>
                    <a:pt x="699" y="5"/>
                    <a:pt x="654" y="15"/>
                  </a:cubicBezTo>
                  <a:cubicBezTo>
                    <a:pt x="0" y="157"/>
                    <a:pt x="144" y="1123"/>
                    <a:pt x="762" y="1123"/>
                  </a:cubicBezTo>
                  <a:cubicBezTo>
                    <a:pt x="805" y="1123"/>
                    <a:pt x="850" y="1119"/>
                    <a:pt x="897" y="1109"/>
                  </a:cubicBezTo>
                  <a:cubicBezTo>
                    <a:pt x="1523" y="967"/>
                    <a:pt x="1377" y="0"/>
                    <a:pt x="78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5"/>
            <p:cNvSpPr/>
            <p:nvPr/>
          </p:nvSpPr>
          <p:spPr>
            <a:xfrm>
              <a:off x="6885275" y="1823675"/>
              <a:ext cx="38875" cy="28850"/>
            </a:xfrm>
            <a:custGeom>
              <a:avLst/>
              <a:gdLst/>
              <a:ahLst/>
              <a:cxnLst/>
              <a:rect l="l" t="t" r="r" b="b"/>
              <a:pathLst>
                <a:path w="1555" h="1154" extrusionOk="0">
                  <a:moveTo>
                    <a:pt x="816" y="0"/>
                  </a:moveTo>
                  <a:cubicBezTo>
                    <a:pt x="774" y="0"/>
                    <a:pt x="730" y="5"/>
                    <a:pt x="684" y="15"/>
                  </a:cubicBezTo>
                  <a:cubicBezTo>
                    <a:pt x="1" y="157"/>
                    <a:pt x="171" y="1153"/>
                    <a:pt x="795" y="1153"/>
                  </a:cubicBezTo>
                  <a:cubicBezTo>
                    <a:pt x="837" y="1153"/>
                    <a:pt x="882" y="1149"/>
                    <a:pt x="927" y="1139"/>
                  </a:cubicBezTo>
                  <a:cubicBezTo>
                    <a:pt x="1554" y="997"/>
                    <a:pt x="1433" y="0"/>
                    <a:pt x="8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5"/>
            <p:cNvSpPr/>
            <p:nvPr/>
          </p:nvSpPr>
          <p:spPr>
            <a:xfrm>
              <a:off x="7271300" y="2249425"/>
              <a:ext cx="39225" cy="28625"/>
            </a:xfrm>
            <a:custGeom>
              <a:avLst/>
              <a:gdLst/>
              <a:ahLst/>
              <a:cxnLst/>
              <a:rect l="l" t="t" r="r" b="b"/>
              <a:pathLst>
                <a:path w="1569" h="1145" extrusionOk="0">
                  <a:moveTo>
                    <a:pt x="762" y="1"/>
                  </a:moveTo>
                  <a:cubicBezTo>
                    <a:pt x="737" y="1"/>
                    <a:pt x="711" y="2"/>
                    <a:pt x="684" y="6"/>
                  </a:cubicBezTo>
                  <a:cubicBezTo>
                    <a:pt x="1" y="148"/>
                    <a:pt x="145" y="1145"/>
                    <a:pt x="765" y="1145"/>
                  </a:cubicBezTo>
                  <a:cubicBezTo>
                    <a:pt x="807" y="1145"/>
                    <a:pt x="851" y="1140"/>
                    <a:pt x="897" y="1131"/>
                  </a:cubicBezTo>
                  <a:cubicBezTo>
                    <a:pt x="1568" y="1014"/>
                    <a:pt x="1371" y="1"/>
                    <a:pt x="762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5"/>
            <p:cNvSpPr/>
            <p:nvPr/>
          </p:nvSpPr>
          <p:spPr>
            <a:xfrm>
              <a:off x="7332900" y="18951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7" y="0"/>
                    <a:pt x="726" y="5"/>
                    <a:pt x="682" y="15"/>
                  </a:cubicBezTo>
                  <a:cubicBezTo>
                    <a:pt x="0" y="157"/>
                    <a:pt x="169" y="1123"/>
                    <a:pt x="765" y="1123"/>
                  </a:cubicBezTo>
                  <a:cubicBezTo>
                    <a:pt x="807" y="1123"/>
                    <a:pt x="850" y="1119"/>
                    <a:pt x="895" y="1109"/>
                  </a:cubicBezTo>
                  <a:cubicBezTo>
                    <a:pt x="1549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5"/>
            <p:cNvSpPr/>
            <p:nvPr/>
          </p:nvSpPr>
          <p:spPr>
            <a:xfrm>
              <a:off x="6905775" y="2817725"/>
              <a:ext cx="38300" cy="27975"/>
            </a:xfrm>
            <a:custGeom>
              <a:avLst/>
              <a:gdLst/>
              <a:ahLst/>
              <a:cxnLst/>
              <a:rect l="l" t="t" r="r" b="b"/>
              <a:pathLst>
                <a:path w="1532" h="1119" extrusionOk="0">
                  <a:moveTo>
                    <a:pt x="761" y="1"/>
                  </a:moveTo>
                  <a:cubicBezTo>
                    <a:pt x="727" y="1"/>
                    <a:pt x="691" y="4"/>
                    <a:pt x="655" y="10"/>
                  </a:cubicBezTo>
                  <a:cubicBezTo>
                    <a:pt x="1" y="152"/>
                    <a:pt x="145" y="1119"/>
                    <a:pt x="763" y="1119"/>
                  </a:cubicBezTo>
                  <a:cubicBezTo>
                    <a:pt x="806" y="1119"/>
                    <a:pt x="851" y="1114"/>
                    <a:pt x="898" y="1104"/>
                  </a:cubicBezTo>
                  <a:cubicBezTo>
                    <a:pt x="1531" y="989"/>
                    <a:pt x="1374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5"/>
            <p:cNvSpPr/>
            <p:nvPr/>
          </p:nvSpPr>
          <p:spPr>
            <a:xfrm>
              <a:off x="7440025" y="3019100"/>
              <a:ext cx="39000" cy="27975"/>
            </a:xfrm>
            <a:custGeom>
              <a:avLst/>
              <a:gdLst/>
              <a:ahLst/>
              <a:cxnLst/>
              <a:rect l="l" t="t" r="r" b="b"/>
              <a:pathLst>
                <a:path w="1560" h="1119" extrusionOk="0">
                  <a:moveTo>
                    <a:pt x="789" y="0"/>
                  </a:moveTo>
                  <a:cubicBezTo>
                    <a:pt x="755" y="0"/>
                    <a:pt x="720" y="3"/>
                    <a:pt x="683" y="10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60" y="989"/>
                    <a:pt x="1402" y="0"/>
                    <a:pt x="78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5"/>
            <p:cNvSpPr/>
            <p:nvPr/>
          </p:nvSpPr>
          <p:spPr>
            <a:xfrm>
              <a:off x="7741650" y="2297825"/>
              <a:ext cx="39525" cy="28125"/>
            </a:xfrm>
            <a:custGeom>
              <a:avLst/>
              <a:gdLst/>
              <a:ahLst/>
              <a:cxnLst/>
              <a:rect l="l" t="t" r="r" b="b"/>
              <a:pathLst>
                <a:path w="1581" h="1125" extrusionOk="0">
                  <a:moveTo>
                    <a:pt x="790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80" y="967"/>
                    <a:pt x="1412" y="1"/>
                    <a:pt x="79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5"/>
            <p:cNvSpPr/>
            <p:nvPr/>
          </p:nvSpPr>
          <p:spPr>
            <a:xfrm>
              <a:off x="6743175" y="3715800"/>
              <a:ext cx="39525" cy="28850"/>
            </a:xfrm>
            <a:custGeom>
              <a:avLst/>
              <a:gdLst/>
              <a:ahLst/>
              <a:cxnLst/>
              <a:rect l="l" t="t" r="r" b="b"/>
              <a:pathLst>
                <a:path w="1581" h="1154" extrusionOk="0">
                  <a:moveTo>
                    <a:pt x="811" y="0"/>
                  </a:moveTo>
                  <a:cubicBezTo>
                    <a:pt x="771" y="0"/>
                    <a:pt x="728" y="5"/>
                    <a:pt x="684" y="15"/>
                  </a:cubicBezTo>
                  <a:cubicBezTo>
                    <a:pt x="1" y="157"/>
                    <a:pt x="145" y="1153"/>
                    <a:pt x="765" y="1153"/>
                  </a:cubicBezTo>
                  <a:cubicBezTo>
                    <a:pt x="807" y="1153"/>
                    <a:pt x="851" y="1149"/>
                    <a:pt x="897" y="1139"/>
                  </a:cubicBezTo>
                  <a:cubicBezTo>
                    <a:pt x="1581" y="997"/>
                    <a:pt x="1410" y="0"/>
                    <a:pt x="81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5"/>
            <p:cNvSpPr/>
            <p:nvPr/>
          </p:nvSpPr>
          <p:spPr>
            <a:xfrm>
              <a:off x="6987900" y="3110275"/>
              <a:ext cx="38975" cy="27975"/>
            </a:xfrm>
            <a:custGeom>
              <a:avLst/>
              <a:gdLst/>
              <a:ahLst/>
              <a:cxnLst/>
              <a:rect l="l" t="t" r="r" b="b"/>
              <a:pathLst>
                <a:path w="1559" h="1119" extrusionOk="0">
                  <a:moveTo>
                    <a:pt x="791" y="1"/>
                  </a:moveTo>
                  <a:cubicBezTo>
                    <a:pt x="757" y="1"/>
                    <a:pt x="720" y="4"/>
                    <a:pt x="683" y="10"/>
                  </a:cubicBezTo>
                  <a:cubicBezTo>
                    <a:pt x="0" y="152"/>
                    <a:pt x="169" y="1119"/>
                    <a:pt x="791" y="1119"/>
                  </a:cubicBezTo>
                  <a:cubicBezTo>
                    <a:pt x="834" y="1119"/>
                    <a:pt x="879" y="1114"/>
                    <a:pt x="926" y="1104"/>
                  </a:cubicBezTo>
                  <a:cubicBezTo>
                    <a:pt x="1559" y="961"/>
                    <a:pt x="1402" y="1"/>
                    <a:pt x="79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5"/>
            <p:cNvSpPr/>
            <p:nvPr/>
          </p:nvSpPr>
          <p:spPr>
            <a:xfrm>
              <a:off x="7436225" y="3851800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8" y="1"/>
                  </a:moveTo>
                  <a:cubicBezTo>
                    <a:pt x="775" y="1"/>
                    <a:pt x="730" y="5"/>
                    <a:pt x="683" y="15"/>
                  </a:cubicBezTo>
                  <a:cubicBezTo>
                    <a:pt x="1" y="157"/>
                    <a:pt x="170" y="1124"/>
                    <a:pt x="791" y="1124"/>
                  </a:cubicBezTo>
                  <a:cubicBezTo>
                    <a:pt x="834" y="1124"/>
                    <a:pt x="879" y="1119"/>
                    <a:pt x="926" y="1110"/>
                  </a:cubicBezTo>
                  <a:cubicBezTo>
                    <a:pt x="1552" y="967"/>
                    <a:pt x="1433" y="1"/>
                    <a:pt x="8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5"/>
            <p:cNvSpPr/>
            <p:nvPr/>
          </p:nvSpPr>
          <p:spPr>
            <a:xfrm>
              <a:off x="8097525" y="3024500"/>
              <a:ext cx="39000" cy="28025"/>
            </a:xfrm>
            <a:custGeom>
              <a:avLst/>
              <a:gdLst/>
              <a:ahLst/>
              <a:cxnLst/>
              <a:rect l="l" t="t" r="r" b="b"/>
              <a:pathLst>
                <a:path w="1560" h="1121" extrusionOk="0">
                  <a:moveTo>
                    <a:pt x="761" y="1"/>
                  </a:moveTo>
                  <a:cubicBezTo>
                    <a:pt x="734" y="1"/>
                    <a:pt x="705" y="3"/>
                    <a:pt x="675" y="7"/>
                  </a:cubicBezTo>
                  <a:cubicBezTo>
                    <a:pt x="0" y="147"/>
                    <a:pt x="158" y="1121"/>
                    <a:pt x="764" y="1121"/>
                  </a:cubicBezTo>
                  <a:cubicBezTo>
                    <a:pt x="812" y="1121"/>
                    <a:pt x="864" y="1114"/>
                    <a:pt x="919" y="1101"/>
                  </a:cubicBezTo>
                  <a:cubicBezTo>
                    <a:pt x="1559" y="955"/>
                    <a:pt x="1391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5"/>
            <p:cNvSpPr/>
            <p:nvPr/>
          </p:nvSpPr>
          <p:spPr>
            <a:xfrm>
              <a:off x="7955975" y="2701350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15" y="0"/>
                  </a:moveTo>
                  <a:cubicBezTo>
                    <a:pt x="774" y="0"/>
                    <a:pt x="730" y="5"/>
                    <a:pt x="684" y="14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433" y="0"/>
                    <a:pt x="81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5"/>
            <p:cNvSpPr/>
            <p:nvPr/>
          </p:nvSpPr>
          <p:spPr>
            <a:xfrm>
              <a:off x="8338975" y="3661075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3" y="1"/>
                  </a:moveTo>
                  <a:cubicBezTo>
                    <a:pt x="772" y="1"/>
                    <a:pt x="728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78" y="967"/>
                    <a:pt x="1410" y="1"/>
                    <a:pt x="81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5"/>
            <p:cNvSpPr/>
            <p:nvPr/>
          </p:nvSpPr>
          <p:spPr>
            <a:xfrm>
              <a:off x="8990225" y="3306975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7" y="0"/>
                  </a:moveTo>
                  <a:cubicBezTo>
                    <a:pt x="774" y="0"/>
                    <a:pt x="730" y="5"/>
                    <a:pt x="682" y="15"/>
                  </a:cubicBezTo>
                  <a:cubicBezTo>
                    <a:pt x="0" y="157"/>
                    <a:pt x="169" y="1123"/>
                    <a:pt x="790" y="1123"/>
                  </a:cubicBezTo>
                  <a:cubicBezTo>
                    <a:pt x="833" y="1123"/>
                    <a:pt x="878" y="1119"/>
                    <a:pt x="926" y="1109"/>
                  </a:cubicBezTo>
                  <a:cubicBezTo>
                    <a:pt x="1551" y="967"/>
                    <a:pt x="1432" y="0"/>
                    <a:pt x="8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5"/>
            <p:cNvSpPr/>
            <p:nvPr/>
          </p:nvSpPr>
          <p:spPr>
            <a:xfrm>
              <a:off x="8710700" y="3191475"/>
              <a:ext cx="39375" cy="28225"/>
            </a:xfrm>
            <a:custGeom>
              <a:avLst/>
              <a:gdLst/>
              <a:ahLst/>
              <a:cxnLst/>
              <a:rect l="l" t="t" r="r" b="b"/>
              <a:pathLst>
                <a:path w="1575" h="1129" extrusionOk="0">
                  <a:moveTo>
                    <a:pt x="780" y="0"/>
                  </a:moveTo>
                  <a:cubicBezTo>
                    <a:pt x="738" y="0"/>
                    <a:pt x="693" y="5"/>
                    <a:pt x="647" y="15"/>
                  </a:cubicBezTo>
                  <a:cubicBezTo>
                    <a:pt x="0" y="155"/>
                    <a:pt x="134" y="1129"/>
                    <a:pt x="736" y="1129"/>
                  </a:cubicBezTo>
                  <a:cubicBezTo>
                    <a:pt x="785" y="1129"/>
                    <a:pt x="836" y="1122"/>
                    <a:pt x="891" y="1109"/>
                  </a:cubicBezTo>
                  <a:cubicBezTo>
                    <a:pt x="1574" y="995"/>
                    <a:pt x="1404" y="0"/>
                    <a:pt x="78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5"/>
            <p:cNvSpPr/>
            <p:nvPr/>
          </p:nvSpPr>
          <p:spPr>
            <a:xfrm>
              <a:off x="9411200" y="260862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7" y="1"/>
                    <a:pt x="726" y="5"/>
                    <a:pt x="683" y="15"/>
                  </a:cubicBezTo>
                  <a:cubicBezTo>
                    <a:pt x="0" y="157"/>
                    <a:pt x="169" y="1124"/>
                    <a:pt x="766" y="1124"/>
                  </a:cubicBezTo>
                  <a:cubicBezTo>
                    <a:pt x="807" y="1124"/>
                    <a:pt x="850" y="1119"/>
                    <a:pt x="895" y="1109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5"/>
            <p:cNvSpPr/>
            <p:nvPr/>
          </p:nvSpPr>
          <p:spPr>
            <a:xfrm>
              <a:off x="7468900" y="16017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8" y="1"/>
                    <a:pt x="726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50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5"/>
            <p:cNvSpPr/>
            <p:nvPr/>
          </p:nvSpPr>
          <p:spPr>
            <a:xfrm>
              <a:off x="7863250" y="1175475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1"/>
                  </a:moveTo>
                  <a:cubicBezTo>
                    <a:pt x="743" y="1"/>
                    <a:pt x="699" y="5"/>
                    <a:pt x="654" y="15"/>
                  </a:cubicBezTo>
                  <a:cubicBezTo>
                    <a:pt x="0" y="157"/>
                    <a:pt x="144" y="1124"/>
                    <a:pt x="762" y="1124"/>
                  </a:cubicBezTo>
                  <a:cubicBezTo>
                    <a:pt x="805" y="1124"/>
                    <a:pt x="850" y="1119"/>
                    <a:pt x="897" y="1109"/>
                  </a:cubicBezTo>
                  <a:cubicBezTo>
                    <a:pt x="1523" y="967"/>
                    <a:pt x="1377" y="1"/>
                    <a:pt x="78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5"/>
            <p:cNvSpPr/>
            <p:nvPr/>
          </p:nvSpPr>
          <p:spPr>
            <a:xfrm>
              <a:off x="6566150" y="1183975"/>
              <a:ext cx="39725" cy="27975"/>
            </a:xfrm>
            <a:custGeom>
              <a:avLst/>
              <a:gdLst/>
              <a:ahLst/>
              <a:cxnLst/>
              <a:rect l="l" t="t" r="r" b="b"/>
              <a:pathLst>
                <a:path w="1589" h="1119" extrusionOk="0">
                  <a:moveTo>
                    <a:pt x="794" y="0"/>
                  </a:moveTo>
                  <a:cubicBezTo>
                    <a:pt x="758" y="0"/>
                    <a:pt x="721" y="3"/>
                    <a:pt x="683" y="9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89" y="988"/>
                    <a:pt x="1432" y="0"/>
                    <a:pt x="79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5"/>
            <p:cNvSpPr/>
            <p:nvPr/>
          </p:nvSpPr>
          <p:spPr>
            <a:xfrm>
              <a:off x="7077575" y="4120800"/>
              <a:ext cx="38750" cy="28125"/>
            </a:xfrm>
            <a:custGeom>
              <a:avLst/>
              <a:gdLst/>
              <a:ahLst/>
              <a:cxnLst/>
              <a:rect l="l" t="t" r="r" b="b"/>
              <a:pathLst>
                <a:path w="1550" h="1125" extrusionOk="0">
                  <a:moveTo>
                    <a:pt x="807" y="1"/>
                  </a:moveTo>
                  <a:cubicBezTo>
                    <a:pt x="767" y="1"/>
                    <a:pt x="726" y="6"/>
                    <a:pt x="682" y="15"/>
                  </a:cubicBezTo>
                  <a:cubicBezTo>
                    <a:pt x="0" y="158"/>
                    <a:pt x="142" y="1124"/>
                    <a:pt x="760" y="1124"/>
                  </a:cubicBezTo>
                  <a:cubicBezTo>
                    <a:pt x="803" y="1124"/>
                    <a:pt x="848" y="1119"/>
                    <a:pt x="895" y="1110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5"/>
            <p:cNvSpPr/>
            <p:nvPr/>
          </p:nvSpPr>
          <p:spPr>
            <a:xfrm>
              <a:off x="6351025" y="4418700"/>
              <a:ext cx="38850" cy="28850"/>
            </a:xfrm>
            <a:custGeom>
              <a:avLst/>
              <a:gdLst/>
              <a:ahLst/>
              <a:cxnLst/>
              <a:rect l="l" t="t" r="r" b="b"/>
              <a:pathLst>
                <a:path w="1554" h="1154" extrusionOk="0">
                  <a:moveTo>
                    <a:pt x="787" y="0"/>
                  </a:moveTo>
                  <a:cubicBezTo>
                    <a:pt x="746" y="0"/>
                    <a:pt x="702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54" y="997"/>
                    <a:pt x="1408" y="0"/>
                    <a:pt x="7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5"/>
            <p:cNvSpPr/>
            <p:nvPr/>
          </p:nvSpPr>
          <p:spPr>
            <a:xfrm>
              <a:off x="6017475" y="3389250"/>
              <a:ext cx="39200" cy="28650"/>
            </a:xfrm>
            <a:custGeom>
              <a:avLst/>
              <a:gdLst/>
              <a:ahLst/>
              <a:cxnLst/>
              <a:rect l="l" t="t" r="r" b="b"/>
              <a:pathLst>
                <a:path w="1568" h="1146" extrusionOk="0">
                  <a:moveTo>
                    <a:pt x="764" y="1"/>
                  </a:moveTo>
                  <a:cubicBezTo>
                    <a:pt x="739" y="1"/>
                    <a:pt x="712" y="3"/>
                    <a:pt x="684" y="6"/>
                  </a:cubicBezTo>
                  <a:cubicBezTo>
                    <a:pt x="1" y="149"/>
                    <a:pt x="145" y="1145"/>
                    <a:pt x="766" y="1145"/>
                  </a:cubicBezTo>
                  <a:cubicBezTo>
                    <a:pt x="807" y="1145"/>
                    <a:pt x="851" y="1141"/>
                    <a:pt x="897" y="1131"/>
                  </a:cubicBezTo>
                  <a:cubicBezTo>
                    <a:pt x="1568" y="985"/>
                    <a:pt x="1371" y="1"/>
                    <a:pt x="7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5"/>
            <p:cNvSpPr/>
            <p:nvPr/>
          </p:nvSpPr>
          <p:spPr>
            <a:xfrm>
              <a:off x="5996250" y="2531875"/>
              <a:ext cx="38775" cy="28100"/>
            </a:xfrm>
            <a:custGeom>
              <a:avLst/>
              <a:gdLst/>
              <a:ahLst/>
              <a:cxnLst/>
              <a:rect l="l" t="t" r="r" b="b"/>
              <a:pathLst>
                <a:path w="1551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90" y="1124"/>
                  </a:cubicBezTo>
                  <a:cubicBezTo>
                    <a:pt x="833" y="1124"/>
                    <a:pt x="878" y="1119"/>
                    <a:pt x="926" y="1109"/>
                  </a:cubicBezTo>
                  <a:cubicBezTo>
                    <a:pt x="1551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5"/>
            <p:cNvSpPr/>
            <p:nvPr/>
          </p:nvSpPr>
          <p:spPr>
            <a:xfrm>
              <a:off x="5640550" y="2115450"/>
              <a:ext cx="38100" cy="28125"/>
            </a:xfrm>
            <a:custGeom>
              <a:avLst/>
              <a:gdLst/>
              <a:ahLst/>
              <a:cxnLst/>
              <a:rect l="l" t="t" r="r" b="b"/>
              <a:pathLst>
                <a:path w="1524" h="1125" extrusionOk="0">
                  <a:moveTo>
                    <a:pt x="789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23" y="968"/>
                    <a:pt x="1404" y="1"/>
                    <a:pt x="78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5"/>
            <p:cNvSpPr/>
            <p:nvPr/>
          </p:nvSpPr>
          <p:spPr>
            <a:xfrm>
              <a:off x="5938475" y="1706775"/>
              <a:ext cx="38975" cy="28725"/>
            </a:xfrm>
            <a:custGeom>
              <a:avLst/>
              <a:gdLst/>
              <a:ahLst/>
              <a:cxnLst/>
              <a:rect l="l" t="t" r="r" b="b"/>
              <a:pathLst>
                <a:path w="1559" h="1149" extrusionOk="0">
                  <a:moveTo>
                    <a:pt x="785" y="0"/>
                  </a:moveTo>
                  <a:cubicBezTo>
                    <a:pt x="752" y="0"/>
                    <a:pt x="718" y="3"/>
                    <a:pt x="683" y="10"/>
                  </a:cubicBezTo>
                  <a:cubicBezTo>
                    <a:pt x="1" y="180"/>
                    <a:pt x="170" y="1149"/>
                    <a:pt x="766" y="1149"/>
                  </a:cubicBezTo>
                  <a:cubicBezTo>
                    <a:pt x="808" y="1149"/>
                    <a:pt x="851" y="1144"/>
                    <a:pt x="896" y="1134"/>
                  </a:cubicBezTo>
                  <a:cubicBezTo>
                    <a:pt x="1558" y="990"/>
                    <a:pt x="1375" y="0"/>
                    <a:pt x="78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5"/>
            <p:cNvSpPr/>
            <p:nvPr/>
          </p:nvSpPr>
          <p:spPr>
            <a:xfrm>
              <a:off x="5854900" y="1355700"/>
              <a:ext cx="38925" cy="27975"/>
            </a:xfrm>
            <a:custGeom>
              <a:avLst/>
              <a:gdLst/>
              <a:ahLst/>
              <a:cxnLst/>
              <a:rect l="l" t="t" r="r" b="b"/>
              <a:pathLst>
                <a:path w="1557" h="1119" extrusionOk="0">
                  <a:moveTo>
                    <a:pt x="796" y="0"/>
                  </a:moveTo>
                  <a:cubicBezTo>
                    <a:pt x="760" y="0"/>
                    <a:pt x="722" y="3"/>
                    <a:pt x="683" y="10"/>
                  </a:cubicBezTo>
                  <a:cubicBezTo>
                    <a:pt x="0" y="152"/>
                    <a:pt x="169" y="1119"/>
                    <a:pt x="766" y="1119"/>
                  </a:cubicBezTo>
                  <a:cubicBezTo>
                    <a:pt x="807" y="1119"/>
                    <a:pt x="850" y="1114"/>
                    <a:pt x="896" y="1104"/>
                  </a:cubicBezTo>
                  <a:cubicBezTo>
                    <a:pt x="1557" y="960"/>
                    <a:pt x="1429" y="0"/>
                    <a:pt x="79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5"/>
            <p:cNvSpPr/>
            <p:nvPr/>
          </p:nvSpPr>
          <p:spPr>
            <a:xfrm>
              <a:off x="9060075" y="1848750"/>
              <a:ext cx="39500" cy="28100"/>
            </a:xfrm>
            <a:custGeom>
              <a:avLst/>
              <a:gdLst/>
              <a:ahLst/>
              <a:cxnLst/>
              <a:rect l="l" t="t" r="r" b="b"/>
              <a:pathLst>
                <a:path w="1580" h="1124" extrusionOk="0">
                  <a:moveTo>
                    <a:pt x="790" y="0"/>
                  </a:moveTo>
                  <a:cubicBezTo>
                    <a:pt x="747" y="0"/>
                    <a:pt x="702" y="5"/>
                    <a:pt x="654" y="15"/>
                  </a:cubicBezTo>
                  <a:cubicBezTo>
                    <a:pt x="1" y="157"/>
                    <a:pt x="144" y="1123"/>
                    <a:pt x="763" y="1123"/>
                  </a:cubicBezTo>
                  <a:cubicBezTo>
                    <a:pt x="805" y="1123"/>
                    <a:pt x="850" y="1119"/>
                    <a:pt x="898" y="1109"/>
                  </a:cubicBezTo>
                  <a:cubicBezTo>
                    <a:pt x="1580" y="967"/>
                    <a:pt x="1411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5"/>
            <p:cNvSpPr/>
            <p:nvPr/>
          </p:nvSpPr>
          <p:spPr>
            <a:xfrm>
              <a:off x="9456800" y="20653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65" y="1124"/>
                  </a:cubicBezTo>
                  <a:cubicBezTo>
                    <a:pt x="807" y="1124"/>
                    <a:pt x="850" y="1119"/>
                    <a:pt x="895" y="1110"/>
                  </a:cubicBezTo>
                  <a:cubicBezTo>
                    <a:pt x="1549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5"/>
            <p:cNvSpPr/>
            <p:nvPr/>
          </p:nvSpPr>
          <p:spPr>
            <a:xfrm>
              <a:off x="9878525" y="1594950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8" y="0"/>
                  </a:moveTo>
                  <a:cubicBezTo>
                    <a:pt x="775" y="0"/>
                    <a:pt x="730" y="5"/>
                    <a:pt x="683" y="14"/>
                  </a:cubicBezTo>
                  <a:cubicBezTo>
                    <a:pt x="1" y="157"/>
                    <a:pt x="169" y="1123"/>
                    <a:pt x="766" y="1123"/>
                  </a:cubicBezTo>
                  <a:cubicBezTo>
                    <a:pt x="807" y="1123"/>
                    <a:pt x="851" y="1119"/>
                    <a:pt x="896" y="1109"/>
                  </a:cubicBezTo>
                  <a:cubicBezTo>
                    <a:pt x="1578" y="967"/>
                    <a:pt x="1436" y="0"/>
                    <a:pt x="8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5"/>
            <p:cNvSpPr/>
            <p:nvPr/>
          </p:nvSpPr>
          <p:spPr>
            <a:xfrm>
              <a:off x="10573825" y="20318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8" y="0"/>
                    <a:pt x="726" y="5"/>
                    <a:pt x="683" y="15"/>
                  </a:cubicBezTo>
                  <a:cubicBezTo>
                    <a:pt x="1" y="157"/>
                    <a:pt x="169" y="1124"/>
                    <a:pt x="766" y="1124"/>
                  </a:cubicBezTo>
                  <a:cubicBezTo>
                    <a:pt x="807" y="1124"/>
                    <a:pt x="851" y="1119"/>
                    <a:pt x="896" y="1109"/>
                  </a:cubicBezTo>
                  <a:cubicBezTo>
                    <a:pt x="1550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3" name="Google Shape;1183;p5"/>
          <p:cNvSpPr txBox="1">
            <a:spLocks noGrp="1"/>
          </p:cNvSpPr>
          <p:nvPr>
            <p:ph type="body" idx="1"/>
          </p:nvPr>
        </p:nvSpPr>
        <p:spPr>
          <a:xfrm>
            <a:off x="713325" y="2198444"/>
            <a:ext cx="2789100" cy="8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84" name="Google Shape;1184;p5"/>
          <p:cNvSpPr txBox="1">
            <a:spLocks noGrp="1"/>
          </p:cNvSpPr>
          <p:nvPr>
            <p:ph type="body" idx="2"/>
          </p:nvPr>
        </p:nvSpPr>
        <p:spPr>
          <a:xfrm>
            <a:off x="5641238" y="2194350"/>
            <a:ext cx="2789100" cy="8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85" name="Google Shape;1185;p5"/>
          <p:cNvSpPr txBox="1">
            <a:spLocks noGrp="1"/>
          </p:cNvSpPr>
          <p:nvPr>
            <p:ph type="subTitle" idx="3"/>
          </p:nvPr>
        </p:nvSpPr>
        <p:spPr>
          <a:xfrm>
            <a:off x="713325" y="1700625"/>
            <a:ext cx="27852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6" name="Google Shape;1186;p5"/>
          <p:cNvSpPr txBox="1">
            <a:spLocks noGrp="1"/>
          </p:cNvSpPr>
          <p:nvPr>
            <p:ph type="subTitle" idx="4"/>
          </p:nvPr>
        </p:nvSpPr>
        <p:spPr>
          <a:xfrm>
            <a:off x="5645572" y="1700625"/>
            <a:ext cx="27852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7" name="Google Shape;1187;p5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6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grpSp>
        <p:nvGrpSpPr>
          <p:cNvPr id="1190" name="Google Shape;1190;p6"/>
          <p:cNvGrpSpPr/>
          <p:nvPr/>
        </p:nvGrpSpPr>
        <p:grpSpPr>
          <a:xfrm rot="5400000" flipH="1">
            <a:off x="3436200" y="659438"/>
            <a:ext cx="9036625" cy="5462925"/>
            <a:chOff x="-1554275" y="-744050"/>
            <a:chExt cx="9036625" cy="5462925"/>
          </a:xfrm>
        </p:grpSpPr>
        <p:sp>
          <p:nvSpPr>
            <p:cNvPr id="1191" name="Google Shape;1191;p6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6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93" name="Google Shape;1193;p6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1194" name="Google Shape;1194;p6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6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6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6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6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6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6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6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6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6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6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6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6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6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6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6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6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6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6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6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6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6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6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6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6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6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6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6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6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6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6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6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6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6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6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6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6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6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6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6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6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6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6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6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6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6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6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6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6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6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6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6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6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6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6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6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6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6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6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6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6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6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6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6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6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6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6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6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6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6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6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6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6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6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6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6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6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6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6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6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6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6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6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6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6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6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6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6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6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6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6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6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6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6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6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6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6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6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6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6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6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6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6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6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6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6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6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6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6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6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6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6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6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6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6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6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6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6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6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6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6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6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6" name="Google Shape;1386;p8"/>
          <p:cNvGrpSpPr/>
          <p:nvPr/>
        </p:nvGrpSpPr>
        <p:grpSpPr>
          <a:xfrm>
            <a:off x="-767292" y="3067057"/>
            <a:ext cx="10488084" cy="6107348"/>
            <a:chOff x="-120550" y="-133450"/>
            <a:chExt cx="7847425" cy="4570000"/>
          </a:xfrm>
        </p:grpSpPr>
        <p:sp>
          <p:nvSpPr>
            <p:cNvPr id="1387" name="Google Shape;1387;p8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8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8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8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8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8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8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8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8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8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8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8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8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8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8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8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8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8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8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8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8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8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8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8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8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8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8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8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8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8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8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8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8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8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8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8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8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8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8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8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8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8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8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8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8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8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8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8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8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8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8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8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8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8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8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8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8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8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8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8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8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8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8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8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8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8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8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8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8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8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8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8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8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8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8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8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8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8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8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8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8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8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8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8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8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8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8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8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8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8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8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8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8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8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8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8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8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8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8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8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8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8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8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8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8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8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8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8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8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8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8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8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8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8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8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8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8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8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8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8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8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8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8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8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8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8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8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8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8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8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8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8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8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8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8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8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8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8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8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8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8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8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8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8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8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8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8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8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8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8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8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8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8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8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8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8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8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8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8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8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8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8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8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8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8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8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8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8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8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8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8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8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8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8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8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8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8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8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8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8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8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8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8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8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8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8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8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8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8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8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8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8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8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8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8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8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8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8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8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8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8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8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8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8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8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8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8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8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8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8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8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8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8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8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8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8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8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8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8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8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8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8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8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8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8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8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8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8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8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8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8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8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8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8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8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8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8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8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8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8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8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8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8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8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8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8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8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8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8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8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8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8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8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8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8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8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8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8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8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8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8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8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8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8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8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8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8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8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8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8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8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8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8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8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8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8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8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8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8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8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8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8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8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8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8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8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8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8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8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8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8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8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8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8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8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8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8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8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8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8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8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8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8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8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8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8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8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8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8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8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8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8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8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8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8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8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8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8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8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8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8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8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8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0" name="Google Shape;1710;p8"/>
          <p:cNvSpPr txBox="1">
            <a:spLocks noGrp="1"/>
          </p:cNvSpPr>
          <p:nvPr>
            <p:ph type="title"/>
          </p:nvPr>
        </p:nvSpPr>
        <p:spPr>
          <a:xfrm>
            <a:off x="1510350" y="539500"/>
            <a:ext cx="6123300" cy="203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1" name="Google Shape;1991;p13"/>
          <p:cNvGrpSpPr/>
          <p:nvPr/>
        </p:nvGrpSpPr>
        <p:grpSpPr>
          <a:xfrm flipH="1">
            <a:off x="2890413" y="-1150512"/>
            <a:ext cx="9036625" cy="5462925"/>
            <a:chOff x="-1554275" y="-744050"/>
            <a:chExt cx="9036625" cy="5462925"/>
          </a:xfrm>
        </p:grpSpPr>
        <p:sp>
          <p:nvSpPr>
            <p:cNvPr id="1992" name="Google Shape;1992;p13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13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94" name="Google Shape;1994;p13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1995" name="Google Shape;1995;p13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13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13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13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13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13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13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13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13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13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13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13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13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13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13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13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13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13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13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13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13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13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13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13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13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13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13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13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13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13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13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13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13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13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13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13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13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13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13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13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13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13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13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13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13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13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13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13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13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13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13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13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13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13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13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13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13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13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13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13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13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13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13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13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13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13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13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13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13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13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13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13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13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13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13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13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13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13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13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13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13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13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13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13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13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13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13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13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13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13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13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13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13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13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13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13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13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13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13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13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13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13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2097;p13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13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13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13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13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13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13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13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13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13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13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13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13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13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13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13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13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13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13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13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17" name="Google Shape;2117;p13"/>
          <p:cNvSpPr txBox="1">
            <a:spLocks noGrp="1"/>
          </p:cNvSpPr>
          <p:nvPr>
            <p:ph type="title" hasCustomPrompt="1"/>
          </p:nvPr>
        </p:nvSpPr>
        <p:spPr>
          <a:xfrm>
            <a:off x="717994" y="1536363"/>
            <a:ext cx="5577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118" name="Google Shape;2118;p13"/>
          <p:cNvSpPr txBox="1">
            <a:spLocks noGrp="1"/>
          </p:cNvSpPr>
          <p:nvPr>
            <p:ph type="subTitle" idx="1"/>
          </p:nvPr>
        </p:nvSpPr>
        <p:spPr>
          <a:xfrm>
            <a:off x="1278450" y="1536375"/>
            <a:ext cx="32856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9" name="Google Shape;2119;p13"/>
          <p:cNvSpPr txBox="1">
            <a:spLocks noGrp="1"/>
          </p:cNvSpPr>
          <p:nvPr>
            <p:ph type="subTitle" idx="2"/>
          </p:nvPr>
        </p:nvSpPr>
        <p:spPr>
          <a:xfrm>
            <a:off x="1278449" y="2043613"/>
            <a:ext cx="2258700" cy="5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20" name="Google Shape;2120;p13"/>
          <p:cNvSpPr txBox="1">
            <a:spLocks noGrp="1"/>
          </p:cNvSpPr>
          <p:nvPr>
            <p:ph type="title" idx="3" hasCustomPrompt="1"/>
          </p:nvPr>
        </p:nvSpPr>
        <p:spPr>
          <a:xfrm>
            <a:off x="4592704" y="1536363"/>
            <a:ext cx="5577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121" name="Google Shape;2121;p13"/>
          <p:cNvSpPr txBox="1">
            <a:spLocks noGrp="1"/>
          </p:cNvSpPr>
          <p:nvPr>
            <p:ph type="subTitle" idx="4"/>
          </p:nvPr>
        </p:nvSpPr>
        <p:spPr>
          <a:xfrm>
            <a:off x="5147526" y="1536375"/>
            <a:ext cx="32856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2" name="Google Shape;2122;p13"/>
          <p:cNvSpPr txBox="1">
            <a:spLocks noGrp="1"/>
          </p:cNvSpPr>
          <p:nvPr>
            <p:ph type="subTitle" idx="5"/>
          </p:nvPr>
        </p:nvSpPr>
        <p:spPr>
          <a:xfrm>
            <a:off x="5147519" y="2043613"/>
            <a:ext cx="2258700" cy="5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23" name="Google Shape;2123;p13"/>
          <p:cNvSpPr txBox="1">
            <a:spLocks noGrp="1"/>
          </p:cNvSpPr>
          <p:nvPr>
            <p:ph type="title" idx="6" hasCustomPrompt="1"/>
          </p:nvPr>
        </p:nvSpPr>
        <p:spPr>
          <a:xfrm>
            <a:off x="717994" y="3326299"/>
            <a:ext cx="5577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124" name="Google Shape;2124;p13"/>
          <p:cNvSpPr txBox="1">
            <a:spLocks noGrp="1"/>
          </p:cNvSpPr>
          <p:nvPr>
            <p:ph type="subTitle" idx="7"/>
          </p:nvPr>
        </p:nvSpPr>
        <p:spPr>
          <a:xfrm>
            <a:off x="1278450" y="3326302"/>
            <a:ext cx="32856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5" name="Google Shape;2125;p13"/>
          <p:cNvSpPr txBox="1">
            <a:spLocks noGrp="1"/>
          </p:cNvSpPr>
          <p:nvPr>
            <p:ph type="subTitle" idx="8"/>
          </p:nvPr>
        </p:nvSpPr>
        <p:spPr>
          <a:xfrm>
            <a:off x="1278449" y="3830263"/>
            <a:ext cx="22587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26" name="Google Shape;2126;p13"/>
          <p:cNvSpPr txBox="1">
            <a:spLocks noGrp="1"/>
          </p:cNvSpPr>
          <p:nvPr>
            <p:ph type="title" idx="9" hasCustomPrompt="1"/>
          </p:nvPr>
        </p:nvSpPr>
        <p:spPr>
          <a:xfrm>
            <a:off x="4592704" y="3326299"/>
            <a:ext cx="5577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127" name="Google Shape;2127;p13"/>
          <p:cNvSpPr txBox="1">
            <a:spLocks noGrp="1"/>
          </p:cNvSpPr>
          <p:nvPr>
            <p:ph type="subTitle" idx="13"/>
          </p:nvPr>
        </p:nvSpPr>
        <p:spPr>
          <a:xfrm>
            <a:off x="5147526" y="3326302"/>
            <a:ext cx="32856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8" name="Google Shape;2128;p13"/>
          <p:cNvSpPr txBox="1">
            <a:spLocks noGrp="1"/>
          </p:cNvSpPr>
          <p:nvPr>
            <p:ph type="subTitle" idx="14"/>
          </p:nvPr>
        </p:nvSpPr>
        <p:spPr>
          <a:xfrm>
            <a:off x="5147519" y="3830263"/>
            <a:ext cx="22587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29" name="Google Shape;2129;p13"/>
          <p:cNvSpPr txBox="1">
            <a:spLocks noGrp="1"/>
          </p:cNvSpPr>
          <p:nvPr>
            <p:ph type="title" idx="15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6">
    <p:spTree>
      <p:nvGrpSpPr>
        <p:cNvPr id="1" name="Shape 2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5" name="Google Shape;2465;p17"/>
          <p:cNvGrpSpPr/>
          <p:nvPr/>
        </p:nvGrpSpPr>
        <p:grpSpPr>
          <a:xfrm rot="10800000" flipH="1">
            <a:off x="-672042" y="438157"/>
            <a:ext cx="10488084" cy="6107348"/>
            <a:chOff x="-120550" y="-133450"/>
            <a:chExt cx="7847425" cy="4570000"/>
          </a:xfrm>
        </p:grpSpPr>
        <p:sp>
          <p:nvSpPr>
            <p:cNvPr id="2466" name="Google Shape;2466;p17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17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17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17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17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17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17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17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17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17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17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17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17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17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17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17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17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17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17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17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17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17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17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17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17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17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17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17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17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17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17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17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17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17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17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17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17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17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17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17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17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17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17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17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17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17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17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17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17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17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17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17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17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17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17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17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17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17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17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17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17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17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17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17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17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17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17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17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17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17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17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17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17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17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17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17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17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17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17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17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17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17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17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17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17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17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17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17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17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17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17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17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17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17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17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17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17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17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17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17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17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17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17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17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17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17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17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17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17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17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17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17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17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17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17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17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17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17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17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17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17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17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17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17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17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17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17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17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17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17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17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17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17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17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17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17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17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17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17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17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17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17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17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17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17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17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17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17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17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17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17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17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17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17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17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17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17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17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17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17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17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17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17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17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17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17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17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17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17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17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17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17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17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17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17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17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17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17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17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17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17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17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17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17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17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17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17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17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17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17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17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17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17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17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17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17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17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17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17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17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17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17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17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17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17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17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17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17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17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17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17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17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17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17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17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17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17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17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17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17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17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17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17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17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17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17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17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17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17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17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17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17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17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17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17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17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17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17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17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17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17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17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17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17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17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17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17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17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17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17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17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17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17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17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17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17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17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17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17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17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17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17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17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17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17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17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17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17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17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17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17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17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17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17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17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17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17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17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17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17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17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17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17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17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17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17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17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17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17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17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17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17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17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17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17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17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17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17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17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17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17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17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17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17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17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17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17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17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17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17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17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17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17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17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17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17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17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17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17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17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17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17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17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9" name="Google Shape;2789;p17"/>
          <p:cNvSpPr txBox="1">
            <a:spLocks noGrp="1"/>
          </p:cNvSpPr>
          <p:nvPr>
            <p:ph type="subTitle" idx="1"/>
          </p:nvPr>
        </p:nvSpPr>
        <p:spPr>
          <a:xfrm>
            <a:off x="1095375" y="2236821"/>
            <a:ext cx="2952900" cy="10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90" name="Google Shape;2790;p17"/>
          <p:cNvSpPr txBox="1">
            <a:spLocks noGrp="1"/>
          </p:cNvSpPr>
          <p:nvPr>
            <p:ph type="title"/>
          </p:nvPr>
        </p:nvSpPr>
        <p:spPr>
          <a:xfrm>
            <a:off x="1085975" y="1615227"/>
            <a:ext cx="2952900" cy="62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8">
    <p:spTree>
      <p:nvGrpSpPr>
        <p:cNvPr id="1" name="Shape 2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2" name="Google Shape;2792;p18"/>
          <p:cNvGrpSpPr/>
          <p:nvPr/>
        </p:nvGrpSpPr>
        <p:grpSpPr>
          <a:xfrm rot="10800000" flipH="1">
            <a:off x="-3046325" y="-455562"/>
            <a:ext cx="9206200" cy="7199075"/>
            <a:chOff x="-3560675" y="-1695025"/>
            <a:chExt cx="9206200" cy="7199075"/>
          </a:xfrm>
        </p:grpSpPr>
        <p:sp>
          <p:nvSpPr>
            <p:cNvPr id="2793" name="Google Shape;2793;p18"/>
            <p:cNvSpPr/>
            <p:nvPr/>
          </p:nvSpPr>
          <p:spPr>
            <a:xfrm>
              <a:off x="3144700" y="1760900"/>
              <a:ext cx="49725" cy="38825"/>
            </a:xfrm>
            <a:custGeom>
              <a:avLst/>
              <a:gdLst/>
              <a:ahLst/>
              <a:cxnLst/>
              <a:rect l="l" t="t" r="r" b="b"/>
              <a:pathLst>
                <a:path w="1989" h="1553" extrusionOk="0">
                  <a:moveTo>
                    <a:pt x="1058" y="1"/>
                  </a:moveTo>
                  <a:cubicBezTo>
                    <a:pt x="1040" y="1"/>
                    <a:pt x="1022" y="2"/>
                    <a:pt x="1004" y="3"/>
                  </a:cubicBezTo>
                  <a:cubicBezTo>
                    <a:pt x="1" y="33"/>
                    <a:pt x="31" y="1553"/>
                    <a:pt x="1034" y="1553"/>
                  </a:cubicBezTo>
                  <a:cubicBezTo>
                    <a:pt x="1988" y="1523"/>
                    <a:pt x="1977" y="1"/>
                    <a:pt x="105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18"/>
            <p:cNvSpPr/>
            <p:nvPr/>
          </p:nvSpPr>
          <p:spPr>
            <a:xfrm>
              <a:off x="2791350" y="1538300"/>
              <a:ext cx="49950" cy="38775"/>
            </a:xfrm>
            <a:custGeom>
              <a:avLst/>
              <a:gdLst/>
              <a:ahLst/>
              <a:cxnLst/>
              <a:rect l="l" t="t" r="r" b="b"/>
              <a:pathLst>
                <a:path w="1998" h="1551" extrusionOk="0">
                  <a:moveTo>
                    <a:pt x="1002" y="0"/>
                  </a:moveTo>
                  <a:cubicBezTo>
                    <a:pt x="993" y="0"/>
                    <a:pt x="983" y="0"/>
                    <a:pt x="973" y="1"/>
                  </a:cubicBezTo>
                  <a:cubicBezTo>
                    <a:pt x="1" y="31"/>
                    <a:pt x="31" y="1551"/>
                    <a:pt x="1034" y="1551"/>
                  </a:cubicBezTo>
                  <a:cubicBezTo>
                    <a:pt x="1997" y="1521"/>
                    <a:pt x="1977" y="0"/>
                    <a:pt x="100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18"/>
            <p:cNvSpPr/>
            <p:nvPr/>
          </p:nvSpPr>
          <p:spPr>
            <a:xfrm>
              <a:off x="3881050" y="912150"/>
              <a:ext cx="50175" cy="39550"/>
            </a:xfrm>
            <a:custGeom>
              <a:avLst/>
              <a:gdLst/>
              <a:ahLst/>
              <a:cxnLst/>
              <a:rect l="l" t="t" r="r" b="b"/>
              <a:pathLst>
                <a:path w="2007" h="1582" extrusionOk="0">
                  <a:moveTo>
                    <a:pt x="973" y="1"/>
                  </a:moveTo>
                  <a:cubicBezTo>
                    <a:pt x="0" y="62"/>
                    <a:pt x="30" y="1581"/>
                    <a:pt x="1033" y="1581"/>
                  </a:cubicBezTo>
                  <a:cubicBezTo>
                    <a:pt x="2006" y="1521"/>
                    <a:pt x="1976" y="1"/>
                    <a:pt x="97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96" name="Google Shape;2796;p18"/>
            <p:cNvGrpSpPr/>
            <p:nvPr/>
          </p:nvGrpSpPr>
          <p:grpSpPr>
            <a:xfrm>
              <a:off x="-3560675" y="-1695025"/>
              <a:ext cx="9206200" cy="7199075"/>
              <a:chOff x="-3560675" y="-1695025"/>
              <a:chExt cx="9206200" cy="7199075"/>
            </a:xfrm>
          </p:grpSpPr>
          <p:sp>
            <p:nvSpPr>
              <p:cNvPr id="2797" name="Google Shape;2797;p18"/>
              <p:cNvSpPr/>
              <p:nvPr/>
            </p:nvSpPr>
            <p:spPr>
              <a:xfrm>
                <a:off x="3584675" y="-201850"/>
                <a:ext cx="50175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52" extrusionOk="0">
                    <a:moveTo>
                      <a:pt x="973" y="1"/>
                    </a:moveTo>
                    <a:cubicBezTo>
                      <a:pt x="1" y="31"/>
                      <a:pt x="31" y="1551"/>
                      <a:pt x="1034" y="1551"/>
                    </a:cubicBezTo>
                    <a:cubicBezTo>
                      <a:pt x="2007" y="1521"/>
                      <a:pt x="1976" y="1"/>
                      <a:pt x="9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Google Shape;2798;p18"/>
              <p:cNvSpPr/>
              <p:nvPr/>
            </p:nvSpPr>
            <p:spPr>
              <a:xfrm>
                <a:off x="4071775" y="186450"/>
                <a:ext cx="4992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1997" h="1582" extrusionOk="0">
                    <a:moveTo>
                      <a:pt x="1032" y="1"/>
                    </a:moveTo>
                    <a:cubicBezTo>
                      <a:pt x="1023" y="1"/>
                      <a:pt x="1013" y="1"/>
                      <a:pt x="1003" y="1"/>
                    </a:cubicBezTo>
                    <a:cubicBezTo>
                      <a:pt x="0" y="62"/>
                      <a:pt x="31" y="1582"/>
                      <a:pt x="1034" y="1582"/>
                    </a:cubicBezTo>
                    <a:cubicBezTo>
                      <a:pt x="1997" y="1491"/>
                      <a:pt x="1977" y="1"/>
                      <a:pt x="103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Google Shape;2799;p18"/>
              <p:cNvSpPr/>
              <p:nvPr/>
            </p:nvSpPr>
            <p:spPr>
              <a:xfrm>
                <a:off x="4755675" y="-352300"/>
                <a:ext cx="5017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82" extrusionOk="0">
                    <a:moveTo>
                      <a:pt x="1004" y="1"/>
                    </a:moveTo>
                    <a:cubicBezTo>
                      <a:pt x="0" y="61"/>
                      <a:pt x="31" y="1581"/>
                      <a:pt x="1034" y="1581"/>
                    </a:cubicBezTo>
                    <a:cubicBezTo>
                      <a:pt x="2007" y="1520"/>
                      <a:pt x="1976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Google Shape;2800;p18"/>
              <p:cNvSpPr/>
              <p:nvPr/>
            </p:nvSpPr>
            <p:spPr>
              <a:xfrm>
                <a:off x="5595350" y="406075"/>
                <a:ext cx="50175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51" extrusionOk="0">
                    <a:moveTo>
                      <a:pt x="1004" y="0"/>
                    </a:moveTo>
                    <a:cubicBezTo>
                      <a:pt x="1" y="31"/>
                      <a:pt x="31" y="1551"/>
                      <a:pt x="1034" y="1551"/>
                    </a:cubicBezTo>
                    <a:cubicBezTo>
                      <a:pt x="2007" y="1520"/>
                      <a:pt x="1976" y="0"/>
                      <a:pt x="100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18"/>
              <p:cNvSpPr/>
              <p:nvPr/>
            </p:nvSpPr>
            <p:spPr>
              <a:xfrm>
                <a:off x="1941075" y="5468575"/>
                <a:ext cx="506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2027" h="1419" extrusionOk="0">
                    <a:moveTo>
                      <a:pt x="1041" y="0"/>
                    </a:moveTo>
                    <a:cubicBezTo>
                      <a:pt x="495" y="0"/>
                      <a:pt x="1" y="690"/>
                      <a:pt x="516" y="1181"/>
                    </a:cubicBezTo>
                    <a:cubicBezTo>
                      <a:pt x="669" y="1349"/>
                      <a:pt x="844" y="1419"/>
                      <a:pt x="1014" y="1419"/>
                    </a:cubicBezTo>
                    <a:cubicBezTo>
                      <a:pt x="1551" y="1419"/>
                      <a:pt x="2027" y="717"/>
                      <a:pt x="1519" y="208"/>
                    </a:cubicBezTo>
                    <a:cubicBezTo>
                      <a:pt x="1372" y="62"/>
                      <a:pt x="1204" y="0"/>
                      <a:pt x="10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02" name="Google Shape;2802;p18"/>
              <p:cNvGrpSpPr/>
              <p:nvPr/>
            </p:nvGrpSpPr>
            <p:grpSpPr>
              <a:xfrm>
                <a:off x="-3560675" y="-1695025"/>
                <a:ext cx="9184925" cy="7184775"/>
                <a:chOff x="-3560675" y="-1695025"/>
                <a:chExt cx="9184925" cy="7184775"/>
              </a:xfrm>
            </p:grpSpPr>
            <p:sp>
              <p:nvSpPr>
                <p:cNvPr id="2803" name="Google Shape;2803;p18"/>
                <p:cNvSpPr/>
                <p:nvPr/>
              </p:nvSpPr>
              <p:spPr>
                <a:xfrm>
                  <a:off x="-1101575" y="-1682675"/>
                  <a:ext cx="6725825" cy="435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033" h="174008" extrusionOk="0">
                      <a:moveTo>
                        <a:pt x="59302" y="540"/>
                      </a:moveTo>
                      <a:lnTo>
                        <a:pt x="70458" y="37653"/>
                      </a:lnTo>
                      <a:lnTo>
                        <a:pt x="70458" y="37653"/>
                      </a:lnTo>
                      <a:lnTo>
                        <a:pt x="20365" y="22790"/>
                      </a:lnTo>
                      <a:lnTo>
                        <a:pt x="59302" y="540"/>
                      </a:lnTo>
                      <a:close/>
                      <a:moveTo>
                        <a:pt x="103984" y="31635"/>
                      </a:moveTo>
                      <a:lnTo>
                        <a:pt x="93984" y="45769"/>
                      </a:lnTo>
                      <a:cubicBezTo>
                        <a:pt x="93893" y="45860"/>
                        <a:pt x="93953" y="45981"/>
                        <a:pt x="94014" y="46042"/>
                      </a:cubicBezTo>
                      <a:lnTo>
                        <a:pt x="94045" y="46073"/>
                      </a:lnTo>
                      <a:lnTo>
                        <a:pt x="91036" y="54431"/>
                      </a:lnTo>
                      <a:lnTo>
                        <a:pt x="71066" y="38170"/>
                      </a:lnTo>
                      <a:lnTo>
                        <a:pt x="103984" y="31635"/>
                      </a:lnTo>
                      <a:close/>
                      <a:moveTo>
                        <a:pt x="129516" y="12334"/>
                      </a:moveTo>
                      <a:lnTo>
                        <a:pt x="116446" y="58048"/>
                      </a:lnTo>
                      <a:lnTo>
                        <a:pt x="94409" y="45921"/>
                      </a:lnTo>
                      <a:lnTo>
                        <a:pt x="129516" y="12334"/>
                      </a:lnTo>
                      <a:close/>
                      <a:moveTo>
                        <a:pt x="49363" y="35221"/>
                      </a:moveTo>
                      <a:lnTo>
                        <a:pt x="70640" y="38170"/>
                      </a:lnTo>
                      <a:lnTo>
                        <a:pt x="70640" y="38322"/>
                      </a:lnTo>
                      <a:lnTo>
                        <a:pt x="87054" y="64401"/>
                      </a:lnTo>
                      <a:lnTo>
                        <a:pt x="87054" y="64401"/>
                      </a:lnTo>
                      <a:lnTo>
                        <a:pt x="49363" y="35221"/>
                      </a:lnTo>
                      <a:close/>
                      <a:moveTo>
                        <a:pt x="71643" y="39142"/>
                      </a:moveTo>
                      <a:lnTo>
                        <a:pt x="90975" y="54796"/>
                      </a:lnTo>
                      <a:lnTo>
                        <a:pt x="87510" y="64401"/>
                      </a:lnTo>
                      <a:lnTo>
                        <a:pt x="71643" y="39142"/>
                      </a:lnTo>
                      <a:close/>
                      <a:moveTo>
                        <a:pt x="49454" y="35799"/>
                      </a:moveTo>
                      <a:lnTo>
                        <a:pt x="86689" y="64644"/>
                      </a:lnTo>
                      <a:lnTo>
                        <a:pt x="62707" y="60511"/>
                      </a:lnTo>
                      <a:lnTo>
                        <a:pt x="62707" y="60359"/>
                      </a:lnTo>
                      <a:lnTo>
                        <a:pt x="49454" y="35799"/>
                      </a:lnTo>
                      <a:close/>
                      <a:moveTo>
                        <a:pt x="20335" y="23185"/>
                      </a:moveTo>
                      <a:lnTo>
                        <a:pt x="68786" y="37531"/>
                      </a:lnTo>
                      <a:lnTo>
                        <a:pt x="48846" y="34765"/>
                      </a:lnTo>
                      <a:lnTo>
                        <a:pt x="48755" y="34765"/>
                      </a:lnTo>
                      <a:lnTo>
                        <a:pt x="48634" y="34644"/>
                      </a:lnTo>
                      <a:cubicBezTo>
                        <a:pt x="48608" y="34618"/>
                        <a:pt x="48571" y="34609"/>
                        <a:pt x="48533" y="34609"/>
                      </a:cubicBezTo>
                      <a:cubicBezTo>
                        <a:pt x="48481" y="34609"/>
                        <a:pt x="48425" y="34626"/>
                        <a:pt x="48390" y="34644"/>
                      </a:cubicBezTo>
                      <a:lnTo>
                        <a:pt x="15593" y="66985"/>
                      </a:lnTo>
                      <a:lnTo>
                        <a:pt x="20335" y="23185"/>
                      </a:lnTo>
                      <a:close/>
                      <a:moveTo>
                        <a:pt x="91248" y="55039"/>
                      </a:moveTo>
                      <a:lnTo>
                        <a:pt x="111583" y="71514"/>
                      </a:lnTo>
                      <a:lnTo>
                        <a:pt x="87753" y="64827"/>
                      </a:lnTo>
                      <a:lnTo>
                        <a:pt x="91248" y="55039"/>
                      </a:lnTo>
                      <a:close/>
                      <a:moveTo>
                        <a:pt x="94349" y="46346"/>
                      </a:moveTo>
                      <a:lnTo>
                        <a:pt x="116325" y="58444"/>
                      </a:lnTo>
                      <a:lnTo>
                        <a:pt x="112525" y="71787"/>
                      </a:lnTo>
                      <a:lnTo>
                        <a:pt x="91400" y="54675"/>
                      </a:lnTo>
                      <a:lnTo>
                        <a:pt x="94349" y="46346"/>
                      </a:lnTo>
                      <a:close/>
                      <a:moveTo>
                        <a:pt x="129820" y="12759"/>
                      </a:moveTo>
                      <a:lnTo>
                        <a:pt x="150672" y="76863"/>
                      </a:lnTo>
                      <a:lnTo>
                        <a:pt x="116781" y="58231"/>
                      </a:lnTo>
                      <a:lnTo>
                        <a:pt x="129820" y="12759"/>
                      </a:lnTo>
                      <a:close/>
                      <a:moveTo>
                        <a:pt x="130216" y="12729"/>
                      </a:moveTo>
                      <a:lnTo>
                        <a:pt x="172557" y="68201"/>
                      </a:lnTo>
                      <a:lnTo>
                        <a:pt x="153286" y="78262"/>
                      </a:lnTo>
                      <a:lnTo>
                        <a:pt x="151158" y="77137"/>
                      </a:lnTo>
                      <a:lnTo>
                        <a:pt x="130216" y="12729"/>
                      </a:lnTo>
                      <a:close/>
                      <a:moveTo>
                        <a:pt x="151341" y="77684"/>
                      </a:moveTo>
                      <a:lnTo>
                        <a:pt x="152921" y="78535"/>
                      </a:lnTo>
                      <a:lnTo>
                        <a:pt x="151797" y="79113"/>
                      </a:lnTo>
                      <a:lnTo>
                        <a:pt x="151341" y="77684"/>
                      </a:lnTo>
                      <a:close/>
                      <a:moveTo>
                        <a:pt x="87753" y="65191"/>
                      </a:moveTo>
                      <a:lnTo>
                        <a:pt x="111796" y="71970"/>
                      </a:lnTo>
                      <a:lnTo>
                        <a:pt x="88421" y="81423"/>
                      </a:lnTo>
                      <a:lnTo>
                        <a:pt x="87753" y="65191"/>
                      </a:lnTo>
                      <a:close/>
                      <a:moveTo>
                        <a:pt x="63315" y="61027"/>
                      </a:moveTo>
                      <a:lnTo>
                        <a:pt x="87358" y="65131"/>
                      </a:lnTo>
                      <a:lnTo>
                        <a:pt x="88057" y="81575"/>
                      </a:lnTo>
                      <a:lnTo>
                        <a:pt x="87327" y="81848"/>
                      </a:lnTo>
                      <a:lnTo>
                        <a:pt x="63315" y="61027"/>
                      </a:lnTo>
                      <a:close/>
                      <a:moveTo>
                        <a:pt x="88087" y="81939"/>
                      </a:moveTo>
                      <a:lnTo>
                        <a:pt x="88118" y="82487"/>
                      </a:lnTo>
                      <a:lnTo>
                        <a:pt x="87722" y="82152"/>
                      </a:lnTo>
                      <a:lnTo>
                        <a:pt x="88087" y="81939"/>
                      </a:lnTo>
                      <a:close/>
                      <a:moveTo>
                        <a:pt x="62494" y="60723"/>
                      </a:moveTo>
                      <a:cubicBezTo>
                        <a:pt x="62494" y="60754"/>
                        <a:pt x="62524" y="60814"/>
                        <a:pt x="62555" y="60875"/>
                      </a:cubicBezTo>
                      <a:lnTo>
                        <a:pt x="86993" y="82031"/>
                      </a:lnTo>
                      <a:lnTo>
                        <a:pt x="83801" y="83338"/>
                      </a:lnTo>
                      <a:lnTo>
                        <a:pt x="44895" y="70359"/>
                      </a:lnTo>
                      <a:lnTo>
                        <a:pt x="62494" y="60723"/>
                      </a:lnTo>
                      <a:close/>
                      <a:moveTo>
                        <a:pt x="87297" y="82304"/>
                      </a:moveTo>
                      <a:lnTo>
                        <a:pt x="88118" y="83003"/>
                      </a:lnTo>
                      <a:lnTo>
                        <a:pt x="88209" y="84797"/>
                      </a:lnTo>
                      <a:lnTo>
                        <a:pt x="88209" y="84797"/>
                      </a:lnTo>
                      <a:lnTo>
                        <a:pt x="84318" y="83520"/>
                      </a:lnTo>
                      <a:lnTo>
                        <a:pt x="87297" y="82304"/>
                      </a:lnTo>
                      <a:close/>
                      <a:moveTo>
                        <a:pt x="88543" y="83368"/>
                      </a:moveTo>
                      <a:lnTo>
                        <a:pt x="91431" y="85860"/>
                      </a:lnTo>
                      <a:lnTo>
                        <a:pt x="88604" y="84918"/>
                      </a:lnTo>
                      <a:lnTo>
                        <a:pt x="88543" y="83368"/>
                      </a:lnTo>
                      <a:close/>
                      <a:moveTo>
                        <a:pt x="45229" y="70906"/>
                      </a:moveTo>
                      <a:lnTo>
                        <a:pt x="83193" y="83550"/>
                      </a:lnTo>
                      <a:lnTo>
                        <a:pt x="62403" y="91940"/>
                      </a:lnTo>
                      <a:lnTo>
                        <a:pt x="45229" y="70906"/>
                      </a:lnTo>
                      <a:close/>
                      <a:moveTo>
                        <a:pt x="116659" y="58626"/>
                      </a:moveTo>
                      <a:lnTo>
                        <a:pt x="150824" y="77380"/>
                      </a:lnTo>
                      <a:lnTo>
                        <a:pt x="151432" y="79265"/>
                      </a:lnTo>
                      <a:lnTo>
                        <a:pt x="120641" y="95313"/>
                      </a:lnTo>
                      <a:cubicBezTo>
                        <a:pt x="120580" y="95374"/>
                        <a:pt x="120550" y="95435"/>
                        <a:pt x="120550" y="95526"/>
                      </a:cubicBezTo>
                      <a:lnTo>
                        <a:pt x="120550" y="95557"/>
                      </a:lnTo>
                      <a:cubicBezTo>
                        <a:pt x="120550" y="95557"/>
                        <a:pt x="120489" y="95526"/>
                        <a:pt x="120459" y="95526"/>
                      </a:cubicBezTo>
                      <a:lnTo>
                        <a:pt x="92343" y="86164"/>
                      </a:lnTo>
                      <a:lnTo>
                        <a:pt x="88513" y="82821"/>
                      </a:lnTo>
                      <a:lnTo>
                        <a:pt x="88482" y="81818"/>
                      </a:lnTo>
                      <a:lnTo>
                        <a:pt x="112404" y="72122"/>
                      </a:lnTo>
                      <a:lnTo>
                        <a:pt x="112586" y="72152"/>
                      </a:lnTo>
                      <a:cubicBezTo>
                        <a:pt x="112608" y="72157"/>
                        <a:pt x="112629" y="72160"/>
                        <a:pt x="112650" y="72160"/>
                      </a:cubicBezTo>
                      <a:cubicBezTo>
                        <a:pt x="112747" y="72160"/>
                        <a:pt x="112829" y="72105"/>
                        <a:pt x="112829" y="72030"/>
                      </a:cubicBezTo>
                      <a:lnTo>
                        <a:pt x="116659" y="58626"/>
                      </a:lnTo>
                      <a:close/>
                      <a:moveTo>
                        <a:pt x="151553" y="79660"/>
                      </a:moveTo>
                      <a:lnTo>
                        <a:pt x="158088" y="99721"/>
                      </a:lnTo>
                      <a:lnTo>
                        <a:pt x="158088" y="99721"/>
                      </a:lnTo>
                      <a:lnTo>
                        <a:pt x="121370" y="95435"/>
                      </a:lnTo>
                      <a:lnTo>
                        <a:pt x="151553" y="79660"/>
                      </a:lnTo>
                      <a:close/>
                      <a:moveTo>
                        <a:pt x="172770" y="68535"/>
                      </a:moveTo>
                      <a:lnTo>
                        <a:pt x="199670" y="103855"/>
                      </a:lnTo>
                      <a:lnTo>
                        <a:pt x="153711" y="78535"/>
                      </a:lnTo>
                      <a:lnTo>
                        <a:pt x="172770" y="68535"/>
                      </a:lnTo>
                      <a:close/>
                      <a:moveTo>
                        <a:pt x="83771" y="83702"/>
                      </a:moveTo>
                      <a:lnTo>
                        <a:pt x="88209" y="85192"/>
                      </a:lnTo>
                      <a:lnTo>
                        <a:pt x="89181" y="107988"/>
                      </a:lnTo>
                      <a:lnTo>
                        <a:pt x="64135" y="108657"/>
                      </a:lnTo>
                      <a:lnTo>
                        <a:pt x="62646" y="92304"/>
                      </a:lnTo>
                      <a:lnTo>
                        <a:pt x="83771" y="83702"/>
                      </a:lnTo>
                      <a:close/>
                      <a:moveTo>
                        <a:pt x="93102" y="86863"/>
                      </a:moveTo>
                      <a:lnTo>
                        <a:pt x="120276" y="95891"/>
                      </a:lnTo>
                      <a:lnTo>
                        <a:pt x="124744" y="114250"/>
                      </a:lnTo>
                      <a:lnTo>
                        <a:pt x="93102" y="86863"/>
                      </a:lnTo>
                      <a:close/>
                      <a:moveTo>
                        <a:pt x="15654" y="68261"/>
                      </a:moveTo>
                      <a:lnTo>
                        <a:pt x="44469" y="70480"/>
                      </a:lnTo>
                      <a:cubicBezTo>
                        <a:pt x="44469" y="70511"/>
                        <a:pt x="44469" y="70541"/>
                        <a:pt x="44500" y="70602"/>
                      </a:cubicBezTo>
                      <a:lnTo>
                        <a:pt x="62038" y="92092"/>
                      </a:lnTo>
                      <a:lnTo>
                        <a:pt x="8724" y="114311"/>
                      </a:lnTo>
                      <a:lnTo>
                        <a:pt x="15654" y="68261"/>
                      </a:lnTo>
                      <a:close/>
                      <a:moveTo>
                        <a:pt x="88634" y="85344"/>
                      </a:moveTo>
                      <a:lnTo>
                        <a:pt x="92160" y="86529"/>
                      </a:lnTo>
                      <a:lnTo>
                        <a:pt x="124805" y="114797"/>
                      </a:lnTo>
                      <a:lnTo>
                        <a:pt x="109364" y="128323"/>
                      </a:lnTo>
                      <a:lnTo>
                        <a:pt x="89607" y="108262"/>
                      </a:lnTo>
                      <a:lnTo>
                        <a:pt x="89607" y="108171"/>
                      </a:lnTo>
                      <a:lnTo>
                        <a:pt x="88634" y="85344"/>
                      </a:lnTo>
                      <a:close/>
                      <a:moveTo>
                        <a:pt x="63132" y="109417"/>
                      </a:moveTo>
                      <a:lnTo>
                        <a:pt x="42706" y="137624"/>
                      </a:lnTo>
                      <a:lnTo>
                        <a:pt x="9180" y="115101"/>
                      </a:lnTo>
                      <a:lnTo>
                        <a:pt x="63132" y="109417"/>
                      </a:lnTo>
                      <a:close/>
                      <a:moveTo>
                        <a:pt x="158636" y="100146"/>
                      </a:moveTo>
                      <a:lnTo>
                        <a:pt x="200126" y="105010"/>
                      </a:lnTo>
                      <a:lnTo>
                        <a:pt x="171067" y="138445"/>
                      </a:lnTo>
                      <a:lnTo>
                        <a:pt x="171067" y="138384"/>
                      </a:lnTo>
                      <a:lnTo>
                        <a:pt x="158636" y="100146"/>
                      </a:lnTo>
                      <a:close/>
                      <a:moveTo>
                        <a:pt x="62251" y="92456"/>
                      </a:moveTo>
                      <a:lnTo>
                        <a:pt x="63771" y="108931"/>
                      </a:lnTo>
                      <a:lnTo>
                        <a:pt x="63771" y="108961"/>
                      </a:lnTo>
                      <a:cubicBezTo>
                        <a:pt x="63801" y="109052"/>
                        <a:pt x="63892" y="109113"/>
                        <a:pt x="63953" y="109113"/>
                      </a:cubicBezTo>
                      <a:lnTo>
                        <a:pt x="89090" y="108444"/>
                      </a:lnTo>
                      <a:lnTo>
                        <a:pt x="44956" y="139144"/>
                      </a:lnTo>
                      <a:lnTo>
                        <a:pt x="43071" y="137837"/>
                      </a:lnTo>
                      <a:lnTo>
                        <a:pt x="63710" y="109326"/>
                      </a:lnTo>
                      <a:cubicBezTo>
                        <a:pt x="63740" y="109235"/>
                        <a:pt x="63740" y="109174"/>
                        <a:pt x="63710" y="109083"/>
                      </a:cubicBezTo>
                      <a:cubicBezTo>
                        <a:pt x="63649" y="109022"/>
                        <a:pt x="63588" y="108961"/>
                        <a:pt x="63497" y="108961"/>
                      </a:cubicBezTo>
                      <a:lnTo>
                        <a:pt x="8663" y="114736"/>
                      </a:lnTo>
                      <a:lnTo>
                        <a:pt x="62251" y="92456"/>
                      </a:lnTo>
                      <a:close/>
                      <a:moveTo>
                        <a:pt x="156812" y="129721"/>
                      </a:moveTo>
                      <a:lnTo>
                        <a:pt x="170794" y="138597"/>
                      </a:lnTo>
                      <a:lnTo>
                        <a:pt x="133377" y="150694"/>
                      </a:lnTo>
                      <a:lnTo>
                        <a:pt x="133377" y="150694"/>
                      </a:lnTo>
                      <a:lnTo>
                        <a:pt x="156812" y="129721"/>
                      </a:lnTo>
                      <a:close/>
                      <a:moveTo>
                        <a:pt x="120611" y="95678"/>
                      </a:moveTo>
                      <a:lnTo>
                        <a:pt x="120611" y="95678"/>
                      </a:lnTo>
                      <a:cubicBezTo>
                        <a:pt x="120641" y="95709"/>
                        <a:pt x="120702" y="95709"/>
                        <a:pt x="120732" y="95709"/>
                      </a:cubicBezTo>
                      <a:lnTo>
                        <a:pt x="158240" y="100116"/>
                      </a:lnTo>
                      <a:lnTo>
                        <a:pt x="170551" y="137989"/>
                      </a:lnTo>
                      <a:lnTo>
                        <a:pt x="156903" y="129296"/>
                      </a:lnTo>
                      <a:cubicBezTo>
                        <a:pt x="156865" y="129283"/>
                        <a:pt x="156833" y="129276"/>
                        <a:pt x="156801" y="129276"/>
                      </a:cubicBezTo>
                      <a:cubicBezTo>
                        <a:pt x="156756" y="129276"/>
                        <a:pt x="156713" y="129291"/>
                        <a:pt x="156660" y="129326"/>
                      </a:cubicBezTo>
                      <a:lnTo>
                        <a:pt x="132465" y="150998"/>
                      </a:lnTo>
                      <a:lnTo>
                        <a:pt x="132191" y="151059"/>
                      </a:lnTo>
                      <a:lnTo>
                        <a:pt x="125352" y="114827"/>
                      </a:lnTo>
                      <a:cubicBezTo>
                        <a:pt x="125352" y="114767"/>
                        <a:pt x="125322" y="114736"/>
                        <a:pt x="125291" y="114706"/>
                      </a:cubicBezTo>
                      <a:lnTo>
                        <a:pt x="125200" y="114675"/>
                      </a:lnTo>
                      <a:lnTo>
                        <a:pt x="120611" y="95678"/>
                      </a:lnTo>
                      <a:close/>
                      <a:moveTo>
                        <a:pt x="125018" y="115101"/>
                      </a:moveTo>
                      <a:lnTo>
                        <a:pt x="131827" y="151120"/>
                      </a:lnTo>
                      <a:lnTo>
                        <a:pt x="131827" y="151120"/>
                      </a:lnTo>
                      <a:lnTo>
                        <a:pt x="109638" y="128627"/>
                      </a:lnTo>
                      <a:lnTo>
                        <a:pt x="125018" y="115101"/>
                      </a:lnTo>
                      <a:close/>
                      <a:moveTo>
                        <a:pt x="89425" y="108627"/>
                      </a:moveTo>
                      <a:lnTo>
                        <a:pt x="109060" y="128566"/>
                      </a:lnTo>
                      <a:lnTo>
                        <a:pt x="81157" y="153035"/>
                      </a:lnTo>
                      <a:lnTo>
                        <a:pt x="45260" y="139387"/>
                      </a:lnTo>
                      <a:lnTo>
                        <a:pt x="89425" y="108627"/>
                      </a:lnTo>
                      <a:close/>
                      <a:moveTo>
                        <a:pt x="42828" y="138110"/>
                      </a:moveTo>
                      <a:lnTo>
                        <a:pt x="44895" y="139478"/>
                      </a:lnTo>
                      <a:cubicBezTo>
                        <a:pt x="44925" y="139509"/>
                        <a:pt x="44956" y="139509"/>
                        <a:pt x="45047" y="139509"/>
                      </a:cubicBezTo>
                      <a:lnTo>
                        <a:pt x="45047" y="139661"/>
                      </a:lnTo>
                      <a:lnTo>
                        <a:pt x="58877" y="164342"/>
                      </a:lnTo>
                      <a:lnTo>
                        <a:pt x="17265" y="173491"/>
                      </a:lnTo>
                      <a:lnTo>
                        <a:pt x="17265" y="173491"/>
                      </a:lnTo>
                      <a:lnTo>
                        <a:pt x="42828" y="138110"/>
                      </a:lnTo>
                      <a:close/>
                      <a:moveTo>
                        <a:pt x="59359" y="1"/>
                      </a:moveTo>
                      <a:cubicBezTo>
                        <a:pt x="59333" y="1"/>
                        <a:pt x="59302" y="8"/>
                        <a:pt x="59272" y="23"/>
                      </a:cubicBezTo>
                      <a:lnTo>
                        <a:pt x="20365" y="22334"/>
                      </a:lnTo>
                      <a:lnTo>
                        <a:pt x="19241" y="2850"/>
                      </a:lnTo>
                      <a:cubicBezTo>
                        <a:pt x="19241" y="2789"/>
                        <a:pt x="19150" y="2698"/>
                        <a:pt x="19089" y="2668"/>
                      </a:cubicBezTo>
                      <a:cubicBezTo>
                        <a:pt x="19068" y="2654"/>
                        <a:pt x="19048" y="2648"/>
                        <a:pt x="19028" y="2648"/>
                      </a:cubicBezTo>
                      <a:cubicBezTo>
                        <a:pt x="18958" y="2648"/>
                        <a:pt x="18893" y="2719"/>
                        <a:pt x="18846" y="2789"/>
                      </a:cubicBezTo>
                      <a:lnTo>
                        <a:pt x="61" y="42000"/>
                      </a:lnTo>
                      <a:cubicBezTo>
                        <a:pt x="0" y="42091"/>
                        <a:pt x="61" y="42212"/>
                        <a:pt x="122" y="42243"/>
                      </a:cubicBezTo>
                      <a:cubicBezTo>
                        <a:pt x="149" y="42261"/>
                        <a:pt x="175" y="42268"/>
                        <a:pt x="202" y="42268"/>
                      </a:cubicBezTo>
                      <a:cubicBezTo>
                        <a:pt x="267" y="42268"/>
                        <a:pt x="331" y="42225"/>
                        <a:pt x="396" y="42182"/>
                      </a:cubicBezTo>
                      <a:lnTo>
                        <a:pt x="18846" y="3640"/>
                      </a:lnTo>
                      <a:lnTo>
                        <a:pt x="19970" y="22729"/>
                      </a:lnTo>
                      <a:cubicBezTo>
                        <a:pt x="19970" y="22790"/>
                        <a:pt x="20001" y="22850"/>
                        <a:pt x="20031" y="22881"/>
                      </a:cubicBezTo>
                      <a:cubicBezTo>
                        <a:pt x="20001" y="22911"/>
                        <a:pt x="20001" y="22942"/>
                        <a:pt x="20001" y="23002"/>
                      </a:cubicBezTo>
                      <a:lnTo>
                        <a:pt x="15168" y="67502"/>
                      </a:lnTo>
                      <a:cubicBezTo>
                        <a:pt x="15168" y="67593"/>
                        <a:pt x="15198" y="67653"/>
                        <a:pt x="15289" y="67714"/>
                      </a:cubicBezTo>
                      <a:cubicBezTo>
                        <a:pt x="15312" y="67725"/>
                        <a:pt x="15338" y="67732"/>
                        <a:pt x="15365" y="67732"/>
                      </a:cubicBezTo>
                      <a:cubicBezTo>
                        <a:pt x="15413" y="67732"/>
                        <a:pt x="15464" y="67711"/>
                        <a:pt x="15502" y="67653"/>
                      </a:cubicBezTo>
                      <a:lnTo>
                        <a:pt x="48542" y="35069"/>
                      </a:lnTo>
                      <a:lnTo>
                        <a:pt x="48694" y="35191"/>
                      </a:lnTo>
                      <a:lnTo>
                        <a:pt x="62251" y="60359"/>
                      </a:lnTo>
                      <a:lnTo>
                        <a:pt x="44560" y="70085"/>
                      </a:lnTo>
                      <a:lnTo>
                        <a:pt x="15502" y="67897"/>
                      </a:lnTo>
                      <a:cubicBezTo>
                        <a:pt x="15411" y="67897"/>
                        <a:pt x="15320" y="67988"/>
                        <a:pt x="15320" y="68049"/>
                      </a:cubicBezTo>
                      <a:lnTo>
                        <a:pt x="8298" y="114645"/>
                      </a:lnTo>
                      <a:cubicBezTo>
                        <a:pt x="8298" y="114706"/>
                        <a:pt x="8298" y="114797"/>
                        <a:pt x="8359" y="114827"/>
                      </a:cubicBezTo>
                      <a:cubicBezTo>
                        <a:pt x="8420" y="114858"/>
                        <a:pt x="8450" y="114858"/>
                        <a:pt x="8481" y="114858"/>
                      </a:cubicBezTo>
                      <a:cubicBezTo>
                        <a:pt x="8481" y="114888"/>
                        <a:pt x="8450" y="114888"/>
                        <a:pt x="8450" y="114949"/>
                      </a:cubicBezTo>
                      <a:cubicBezTo>
                        <a:pt x="8450" y="115010"/>
                        <a:pt x="8450" y="115101"/>
                        <a:pt x="8511" y="115162"/>
                      </a:cubicBezTo>
                      <a:lnTo>
                        <a:pt x="42524" y="137958"/>
                      </a:lnTo>
                      <a:lnTo>
                        <a:pt x="16657" y="173704"/>
                      </a:lnTo>
                      <a:cubicBezTo>
                        <a:pt x="16627" y="173795"/>
                        <a:pt x="16627" y="173856"/>
                        <a:pt x="16657" y="173947"/>
                      </a:cubicBezTo>
                      <a:cubicBezTo>
                        <a:pt x="16688" y="174008"/>
                        <a:pt x="16779" y="174008"/>
                        <a:pt x="16809" y="174008"/>
                      </a:cubicBezTo>
                      <a:lnTo>
                        <a:pt x="16840" y="174008"/>
                      </a:lnTo>
                      <a:lnTo>
                        <a:pt x="59211" y="164707"/>
                      </a:lnTo>
                      <a:cubicBezTo>
                        <a:pt x="59302" y="164707"/>
                        <a:pt x="59333" y="164676"/>
                        <a:pt x="59363" y="164585"/>
                      </a:cubicBezTo>
                      <a:cubicBezTo>
                        <a:pt x="59394" y="164555"/>
                        <a:pt x="59363" y="164463"/>
                        <a:pt x="59363" y="164403"/>
                      </a:cubicBezTo>
                      <a:lnTo>
                        <a:pt x="45685" y="139965"/>
                      </a:lnTo>
                      <a:lnTo>
                        <a:pt x="81218" y="153460"/>
                      </a:lnTo>
                      <a:cubicBezTo>
                        <a:pt x="81236" y="153469"/>
                        <a:pt x="81256" y="153473"/>
                        <a:pt x="81277" y="153473"/>
                      </a:cubicBezTo>
                      <a:cubicBezTo>
                        <a:pt x="81327" y="153473"/>
                        <a:pt x="81379" y="153451"/>
                        <a:pt x="81400" y="153430"/>
                      </a:cubicBezTo>
                      <a:lnTo>
                        <a:pt x="109395" y="128870"/>
                      </a:lnTo>
                      <a:lnTo>
                        <a:pt x="131979" y="151788"/>
                      </a:lnTo>
                      <a:cubicBezTo>
                        <a:pt x="132009" y="151819"/>
                        <a:pt x="132055" y="151834"/>
                        <a:pt x="132104" y="151834"/>
                      </a:cubicBezTo>
                      <a:cubicBezTo>
                        <a:pt x="132153" y="151834"/>
                        <a:pt x="132206" y="151819"/>
                        <a:pt x="132252" y="151788"/>
                      </a:cubicBezTo>
                      <a:lnTo>
                        <a:pt x="132738" y="151363"/>
                      </a:lnTo>
                      <a:lnTo>
                        <a:pt x="171219" y="138931"/>
                      </a:lnTo>
                      <a:cubicBezTo>
                        <a:pt x="171250" y="138931"/>
                        <a:pt x="171311" y="138901"/>
                        <a:pt x="171311" y="138901"/>
                      </a:cubicBezTo>
                      <a:lnTo>
                        <a:pt x="200703" y="105040"/>
                      </a:lnTo>
                      <a:cubicBezTo>
                        <a:pt x="200734" y="105010"/>
                        <a:pt x="200794" y="104949"/>
                        <a:pt x="200734" y="104858"/>
                      </a:cubicBezTo>
                      <a:cubicBezTo>
                        <a:pt x="200703" y="104797"/>
                        <a:pt x="200673" y="104736"/>
                        <a:pt x="200582" y="104736"/>
                      </a:cubicBezTo>
                      <a:lnTo>
                        <a:pt x="158544" y="99812"/>
                      </a:lnTo>
                      <a:lnTo>
                        <a:pt x="151918" y="79508"/>
                      </a:lnTo>
                      <a:lnTo>
                        <a:pt x="153286" y="78809"/>
                      </a:lnTo>
                      <a:lnTo>
                        <a:pt x="200338" y="104645"/>
                      </a:lnTo>
                      <a:cubicBezTo>
                        <a:pt x="200361" y="104656"/>
                        <a:pt x="200391" y="104663"/>
                        <a:pt x="200422" y="104663"/>
                      </a:cubicBezTo>
                      <a:cubicBezTo>
                        <a:pt x="200476" y="104663"/>
                        <a:pt x="200532" y="104642"/>
                        <a:pt x="200551" y="104584"/>
                      </a:cubicBezTo>
                      <a:cubicBezTo>
                        <a:pt x="200582" y="104523"/>
                        <a:pt x="200642" y="104432"/>
                        <a:pt x="200551" y="104371"/>
                      </a:cubicBezTo>
                      <a:lnTo>
                        <a:pt x="173134" y="68413"/>
                      </a:lnTo>
                      <a:lnTo>
                        <a:pt x="188332" y="60480"/>
                      </a:lnTo>
                      <a:lnTo>
                        <a:pt x="207694" y="75769"/>
                      </a:lnTo>
                      <a:cubicBezTo>
                        <a:pt x="207740" y="75784"/>
                        <a:pt x="207778" y="75792"/>
                        <a:pt x="207816" y="75792"/>
                      </a:cubicBezTo>
                      <a:cubicBezTo>
                        <a:pt x="207854" y="75792"/>
                        <a:pt x="207892" y="75784"/>
                        <a:pt x="207937" y="75769"/>
                      </a:cubicBezTo>
                      <a:lnTo>
                        <a:pt x="235081" y="54249"/>
                      </a:lnTo>
                      <a:lnTo>
                        <a:pt x="268638" y="84523"/>
                      </a:lnTo>
                      <a:cubicBezTo>
                        <a:pt x="268683" y="84569"/>
                        <a:pt x="268729" y="84591"/>
                        <a:pt x="268774" y="84591"/>
                      </a:cubicBezTo>
                      <a:cubicBezTo>
                        <a:pt x="268820" y="84591"/>
                        <a:pt x="268866" y="84569"/>
                        <a:pt x="268911" y="84523"/>
                      </a:cubicBezTo>
                      <a:cubicBezTo>
                        <a:pt x="269033" y="84401"/>
                        <a:pt x="269033" y="84280"/>
                        <a:pt x="268942" y="84189"/>
                      </a:cubicBezTo>
                      <a:lnTo>
                        <a:pt x="235263" y="53793"/>
                      </a:lnTo>
                      <a:cubicBezTo>
                        <a:pt x="235233" y="53763"/>
                        <a:pt x="235187" y="53748"/>
                        <a:pt x="235142" y="53748"/>
                      </a:cubicBezTo>
                      <a:cubicBezTo>
                        <a:pt x="235096" y="53748"/>
                        <a:pt x="235050" y="53763"/>
                        <a:pt x="235020" y="53793"/>
                      </a:cubicBezTo>
                      <a:lnTo>
                        <a:pt x="207846" y="75252"/>
                      </a:lnTo>
                      <a:lnTo>
                        <a:pt x="188484" y="60024"/>
                      </a:lnTo>
                      <a:cubicBezTo>
                        <a:pt x="188420" y="60003"/>
                        <a:pt x="188370" y="59981"/>
                        <a:pt x="188326" y="59981"/>
                      </a:cubicBezTo>
                      <a:cubicBezTo>
                        <a:pt x="188307" y="59981"/>
                        <a:pt x="188289" y="59985"/>
                        <a:pt x="188271" y="59994"/>
                      </a:cubicBezTo>
                      <a:lnTo>
                        <a:pt x="172891" y="68049"/>
                      </a:lnTo>
                      <a:lnTo>
                        <a:pt x="129912" y="11726"/>
                      </a:lnTo>
                      <a:cubicBezTo>
                        <a:pt x="129881" y="11695"/>
                        <a:pt x="129851" y="11665"/>
                        <a:pt x="129760" y="11665"/>
                      </a:cubicBezTo>
                      <a:cubicBezTo>
                        <a:pt x="129729" y="11665"/>
                        <a:pt x="129668" y="11665"/>
                        <a:pt x="129608" y="11695"/>
                      </a:cubicBezTo>
                      <a:lnTo>
                        <a:pt x="95443" y="44370"/>
                      </a:lnTo>
                      <a:lnTo>
                        <a:pt x="104562" y="31483"/>
                      </a:lnTo>
                      <a:cubicBezTo>
                        <a:pt x="104622" y="31422"/>
                        <a:pt x="104622" y="31331"/>
                        <a:pt x="104562" y="31270"/>
                      </a:cubicBezTo>
                      <a:cubicBezTo>
                        <a:pt x="104539" y="31202"/>
                        <a:pt x="104499" y="31167"/>
                        <a:pt x="104442" y="31167"/>
                      </a:cubicBezTo>
                      <a:cubicBezTo>
                        <a:pt x="104423" y="31167"/>
                        <a:pt x="104402" y="31171"/>
                        <a:pt x="104379" y="31179"/>
                      </a:cubicBezTo>
                      <a:lnTo>
                        <a:pt x="70944" y="37805"/>
                      </a:lnTo>
                      <a:lnTo>
                        <a:pt x="70883" y="37775"/>
                      </a:lnTo>
                      <a:lnTo>
                        <a:pt x="59546" y="145"/>
                      </a:lnTo>
                      <a:cubicBezTo>
                        <a:pt x="59546" y="84"/>
                        <a:pt x="59485" y="23"/>
                        <a:pt x="59424" y="23"/>
                      </a:cubicBezTo>
                      <a:cubicBezTo>
                        <a:pt x="59409" y="8"/>
                        <a:pt x="59386" y="1"/>
                        <a:pt x="5935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4" name="Google Shape;2804;p18"/>
                <p:cNvSpPr/>
                <p:nvPr/>
              </p:nvSpPr>
              <p:spPr>
                <a:xfrm>
                  <a:off x="90700" y="-831025"/>
                  <a:ext cx="5092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7" h="1581" extrusionOk="0">
                      <a:moveTo>
                        <a:pt x="1003" y="0"/>
                      </a:moveTo>
                      <a:cubicBezTo>
                        <a:pt x="0" y="61"/>
                        <a:pt x="31" y="1581"/>
                        <a:pt x="1034" y="1581"/>
                      </a:cubicBezTo>
                      <a:cubicBezTo>
                        <a:pt x="2037" y="1520"/>
                        <a:pt x="1976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5" name="Google Shape;2805;p18"/>
                <p:cNvSpPr/>
                <p:nvPr/>
              </p:nvSpPr>
              <p:spPr>
                <a:xfrm>
                  <a:off x="-8100" y="55725"/>
                  <a:ext cx="497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553" extrusionOk="0">
                      <a:moveTo>
                        <a:pt x="1058" y="0"/>
                      </a:moveTo>
                      <a:cubicBezTo>
                        <a:pt x="1040" y="0"/>
                        <a:pt x="1022" y="1"/>
                        <a:pt x="1004" y="2"/>
                      </a:cubicBezTo>
                      <a:cubicBezTo>
                        <a:pt x="1" y="32"/>
                        <a:pt x="31" y="1552"/>
                        <a:pt x="1034" y="1552"/>
                      </a:cubicBezTo>
                      <a:cubicBezTo>
                        <a:pt x="1989" y="1522"/>
                        <a:pt x="1977" y="0"/>
                        <a:pt x="105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6" name="Google Shape;2806;p18"/>
                <p:cNvSpPr/>
                <p:nvPr/>
              </p:nvSpPr>
              <p:spPr>
                <a:xfrm>
                  <a:off x="434925" y="-187400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973" y="0"/>
                      </a:move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2007" y="1520"/>
                        <a:pt x="1976" y="0"/>
                        <a:pt x="9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7" name="Google Shape;2807;p18"/>
                <p:cNvSpPr/>
                <p:nvPr/>
              </p:nvSpPr>
              <p:spPr>
                <a:xfrm>
                  <a:off x="639325" y="-751250"/>
                  <a:ext cx="49950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82" extrusionOk="0">
                      <a:moveTo>
                        <a:pt x="1003" y="0"/>
                      </a:moveTo>
                      <a:cubicBezTo>
                        <a:pt x="993" y="0"/>
                        <a:pt x="984" y="1"/>
                        <a:pt x="974" y="1"/>
                      </a:cubicBezTo>
                      <a:cubicBezTo>
                        <a:pt x="1" y="62"/>
                        <a:pt x="31" y="1581"/>
                        <a:pt x="1004" y="1581"/>
                      </a:cubicBezTo>
                      <a:cubicBezTo>
                        <a:pt x="1997" y="1491"/>
                        <a:pt x="1977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8" name="Google Shape;2808;p18"/>
                <p:cNvSpPr/>
                <p:nvPr/>
              </p:nvSpPr>
              <p:spPr>
                <a:xfrm>
                  <a:off x="1061075" y="-81050"/>
                  <a:ext cx="49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8" h="1552" extrusionOk="0">
                      <a:moveTo>
                        <a:pt x="1029" y="0"/>
                      </a:moveTo>
                      <a:cubicBezTo>
                        <a:pt x="1011" y="0"/>
                        <a:pt x="992" y="1"/>
                        <a:pt x="973" y="2"/>
                      </a:cubicBezTo>
                      <a:cubicBezTo>
                        <a:pt x="1" y="32"/>
                        <a:pt x="31" y="1552"/>
                        <a:pt x="1004" y="1552"/>
                      </a:cubicBezTo>
                      <a:cubicBezTo>
                        <a:pt x="1988" y="1522"/>
                        <a:pt x="1977" y="0"/>
                        <a:pt x="10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9" name="Google Shape;2809;p18"/>
                <p:cNvSpPr/>
                <p:nvPr/>
              </p:nvSpPr>
              <p:spPr>
                <a:xfrm>
                  <a:off x="1229000" y="-547600"/>
                  <a:ext cx="4995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52" extrusionOk="0">
                      <a:moveTo>
                        <a:pt x="1003" y="0"/>
                      </a:moveTo>
                      <a:cubicBezTo>
                        <a:pt x="993" y="0"/>
                        <a:pt x="984" y="1"/>
                        <a:pt x="974" y="1"/>
                      </a:cubicBezTo>
                      <a:cubicBezTo>
                        <a:pt x="1" y="31"/>
                        <a:pt x="31" y="1551"/>
                        <a:pt x="1034" y="1551"/>
                      </a:cubicBezTo>
                      <a:cubicBezTo>
                        <a:pt x="1997" y="1491"/>
                        <a:pt x="1977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0" name="Google Shape;2810;p18"/>
                <p:cNvSpPr/>
                <p:nvPr/>
              </p:nvSpPr>
              <p:spPr>
                <a:xfrm>
                  <a:off x="430375" y="602875"/>
                  <a:ext cx="50175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2" extrusionOk="0">
                      <a:moveTo>
                        <a:pt x="973" y="1"/>
                      </a:moveTo>
                      <a:cubicBezTo>
                        <a:pt x="0" y="31"/>
                        <a:pt x="31" y="1551"/>
                        <a:pt x="1003" y="1551"/>
                      </a:cubicBezTo>
                      <a:cubicBezTo>
                        <a:pt x="2006" y="1521"/>
                        <a:pt x="1976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1" name="Google Shape;2811;p18"/>
                <p:cNvSpPr/>
                <p:nvPr/>
              </p:nvSpPr>
              <p:spPr>
                <a:xfrm>
                  <a:off x="1108200" y="1003325"/>
                  <a:ext cx="499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82" extrusionOk="0">
                      <a:moveTo>
                        <a:pt x="1032" y="1"/>
                      </a:moveTo>
                      <a:cubicBezTo>
                        <a:pt x="1022" y="1"/>
                        <a:pt x="1013" y="1"/>
                        <a:pt x="1003" y="1"/>
                      </a:cubicBezTo>
                      <a:cubicBezTo>
                        <a:pt x="0" y="62"/>
                        <a:pt x="30" y="1582"/>
                        <a:pt x="1034" y="1582"/>
                      </a:cubicBezTo>
                      <a:cubicBezTo>
                        <a:pt x="1997" y="1492"/>
                        <a:pt x="1976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2" name="Google Shape;2812;p18"/>
                <p:cNvSpPr/>
                <p:nvPr/>
              </p:nvSpPr>
              <p:spPr>
                <a:xfrm>
                  <a:off x="1688750" y="95275"/>
                  <a:ext cx="4995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51" extrusionOk="0">
                      <a:moveTo>
                        <a:pt x="1002" y="0"/>
                      </a:moveTo>
                      <a:cubicBezTo>
                        <a:pt x="992" y="0"/>
                        <a:pt x="983" y="0"/>
                        <a:pt x="973" y="1"/>
                      </a:cubicBez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1997" y="1521"/>
                        <a:pt x="1977" y="0"/>
                        <a:pt x="100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3" name="Google Shape;2813;p18"/>
                <p:cNvSpPr/>
                <p:nvPr/>
              </p:nvSpPr>
              <p:spPr>
                <a:xfrm>
                  <a:off x="-2025" y="1782975"/>
                  <a:ext cx="49950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82" extrusionOk="0">
                      <a:moveTo>
                        <a:pt x="1003" y="1"/>
                      </a:moveTo>
                      <a:cubicBezTo>
                        <a:pt x="993" y="1"/>
                        <a:pt x="983" y="1"/>
                        <a:pt x="974" y="1"/>
                      </a:cubicBezTo>
                      <a:cubicBezTo>
                        <a:pt x="1" y="62"/>
                        <a:pt x="31" y="1582"/>
                        <a:pt x="1004" y="1582"/>
                      </a:cubicBezTo>
                      <a:cubicBezTo>
                        <a:pt x="1997" y="1522"/>
                        <a:pt x="1977" y="1"/>
                        <a:pt x="100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4" name="Google Shape;2814;p18"/>
                <p:cNvSpPr/>
                <p:nvPr/>
              </p:nvSpPr>
              <p:spPr>
                <a:xfrm>
                  <a:off x="472925" y="1020025"/>
                  <a:ext cx="497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553" extrusionOk="0">
                      <a:moveTo>
                        <a:pt x="1029" y="0"/>
                      </a:moveTo>
                      <a:cubicBezTo>
                        <a:pt x="1010" y="0"/>
                        <a:pt x="992" y="1"/>
                        <a:pt x="973" y="2"/>
                      </a:cubicBezTo>
                      <a:cubicBezTo>
                        <a:pt x="0" y="32"/>
                        <a:pt x="31" y="1552"/>
                        <a:pt x="1034" y="1552"/>
                      </a:cubicBezTo>
                      <a:cubicBezTo>
                        <a:pt x="1988" y="1522"/>
                        <a:pt x="1977" y="0"/>
                        <a:pt x="10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5" name="Google Shape;2815;p18"/>
                <p:cNvSpPr/>
                <p:nvPr/>
              </p:nvSpPr>
              <p:spPr>
                <a:xfrm>
                  <a:off x="906050" y="2131775"/>
                  <a:ext cx="5017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82" extrusionOk="0">
                      <a:moveTo>
                        <a:pt x="973" y="1"/>
                      </a:moveTo>
                      <a:cubicBezTo>
                        <a:pt x="1" y="62"/>
                        <a:pt x="31" y="1581"/>
                        <a:pt x="1034" y="1581"/>
                      </a:cubicBezTo>
                      <a:cubicBezTo>
                        <a:pt x="2007" y="1521"/>
                        <a:pt x="1977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6" name="Google Shape;2816;p18"/>
                <p:cNvSpPr/>
                <p:nvPr/>
              </p:nvSpPr>
              <p:spPr>
                <a:xfrm>
                  <a:off x="1998025" y="1166700"/>
                  <a:ext cx="50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2" extrusionOk="0">
                      <a:moveTo>
                        <a:pt x="1032" y="1"/>
                      </a:moveTo>
                      <a:cubicBezTo>
                        <a:pt x="1023" y="1"/>
                        <a:pt x="1013" y="1"/>
                        <a:pt x="1004" y="1"/>
                      </a:cubicBezTo>
                      <a:cubicBezTo>
                        <a:pt x="0" y="32"/>
                        <a:pt x="61" y="1552"/>
                        <a:pt x="1034" y="1552"/>
                      </a:cubicBezTo>
                      <a:cubicBezTo>
                        <a:pt x="2027" y="1491"/>
                        <a:pt x="1977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7" name="Google Shape;2817;p18"/>
                <p:cNvSpPr/>
                <p:nvPr/>
              </p:nvSpPr>
              <p:spPr>
                <a:xfrm>
                  <a:off x="1883275" y="694075"/>
                  <a:ext cx="5170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8" h="1551" extrusionOk="0">
                      <a:moveTo>
                        <a:pt x="1004" y="0"/>
                      </a:moveTo>
                      <a:cubicBezTo>
                        <a:pt x="1" y="31"/>
                        <a:pt x="31" y="1550"/>
                        <a:pt x="1034" y="1550"/>
                      </a:cubicBezTo>
                      <a:cubicBezTo>
                        <a:pt x="2068" y="1520"/>
                        <a:pt x="2007" y="0"/>
                        <a:pt x="100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8" name="Google Shape;2818;p18"/>
                <p:cNvSpPr/>
                <p:nvPr/>
              </p:nvSpPr>
              <p:spPr>
                <a:xfrm>
                  <a:off x="2175850" y="2087675"/>
                  <a:ext cx="51175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7" h="1552" extrusionOk="0">
                      <a:moveTo>
                        <a:pt x="1061" y="0"/>
                      </a:moveTo>
                      <a:cubicBezTo>
                        <a:pt x="1042" y="0"/>
                        <a:pt x="1023" y="1"/>
                        <a:pt x="1003" y="2"/>
                      </a:cubicBezTo>
                      <a:cubicBezTo>
                        <a:pt x="0" y="32"/>
                        <a:pt x="30" y="1552"/>
                        <a:pt x="1033" y="1552"/>
                      </a:cubicBezTo>
                      <a:cubicBezTo>
                        <a:pt x="2047" y="1463"/>
                        <a:pt x="2008" y="0"/>
                        <a:pt x="106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9" name="Google Shape;2819;p18"/>
                <p:cNvSpPr/>
                <p:nvPr/>
              </p:nvSpPr>
              <p:spPr>
                <a:xfrm>
                  <a:off x="1482825" y="-914625"/>
                  <a:ext cx="499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82" extrusionOk="0">
                      <a:moveTo>
                        <a:pt x="1001" y="0"/>
                      </a:moveTo>
                      <a:cubicBezTo>
                        <a:pt x="992" y="0"/>
                        <a:pt x="982" y="1"/>
                        <a:pt x="973" y="1"/>
                      </a:cubicBezTo>
                      <a:cubicBezTo>
                        <a:pt x="0" y="62"/>
                        <a:pt x="31" y="1581"/>
                        <a:pt x="1003" y="1581"/>
                      </a:cubicBezTo>
                      <a:cubicBezTo>
                        <a:pt x="1997" y="1521"/>
                        <a:pt x="1947" y="0"/>
                        <a:pt x="10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0" name="Google Shape;2820;p18"/>
                <p:cNvSpPr/>
                <p:nvPr/>
              </p:nvSpPr>
              <p:spPr>
                <a:xfrm>
                  <a:off x="2118850" y="-1399425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1003" y="0"/>
                      </a:move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2006" y="1520"/>
                        <a:pt x="1976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1" name="Google Shape;2821;p18"/>
                <p:cNvSpPr/>
                <p:nvPr/>
              </p:nvSpPr>
              <p:spPr>
                <a:xfrm>
                  <a:off x="358175" y="-1695025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973" y="1"/>
                      </a:moveTo>
                      <a:cubicBezTo>
                        <a:pt x="1" y="31"/>
                        <a:pt x="31" y="1551"/>
                        <a:pt x="1004" y="1551"/>
                      </a:cubicBezTo>
                      <a:cubicBezTo>
                        <a:pt x="2007" y="1520"/>
                        <a:pt x="1976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2" name="Google Shape;2822;p18"/>
                <p:cNvSpPr/>
                <p:nvPr/>
              </p:nvSpPr>
              <p:spPr>
                <a:xfrm>
                  <a:off x="354375" y="2412175"/>
                  <a:ext cx="4992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51" extrusionOk="0">
                      <a:moveTo>
                        <a:pt x="1001" y="0"/>
                      </a:moveTo>
                      <a:cubicBezTo>
                        <a:pt x="992" y="0"/>
                        <a:pt x="983" y="0"/>
                        <a:pt x="973" y="1"/>
                      </a:cubicBezTo>
                      <a:cubicBezTo>
                        <a:pt x="1" y="31"/>
                        <a:pt x="31" y="1551"/>
                        <a:pt x="1004" y="1551"/>
                      </a:cubicBezTo>
                      <a:cubicBezTo>
                        <a:pt x="1997" y="1521"/>
                        <a:pt x="1947" y="0"/>
                        <a:pt x="10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3" name="Google Shape;2823;p18"/>
                <p:cNvSpPr/>
                <p:nvPr/>
              </p:nvSpPr>
              <p:spPr>
                <a:xfrm>
                  <a:off x="-702625" y="2644700"/>
                  <a:ext cx="5067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582" extrusionOk="0">
                      <a:moveTo>
                        <a:pt x="1031" y="0"/>
                      </a:moveTo>
                      <a:cubicBezTo>
                        <a:pt x="1022" y="0"/>
                        <a:pt x="1013" y="0"/>
                        <a:pt x="1003" y="1"/>
                      </a:cubicBezTo>
                      <a:cubicBezTo>
                        <a:pt x="0" y="62"/>
                        <a:pt x="61" y="1581"/>
                        <a:pt x="1034" y="1581"/>
                      </a:cubicBezTo>
                      <a:cubicBezTo>
                        <a:pt x="2027" y="1521"/>
                        <a:pt x="1977" y="0"/>
                        <a:pt x="103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4" name="Google Shape;2824;p18"/>
                <p:cNvSpPr/>
                <p:nvPr/>
              </p:nvSpPr>
              <p:spPr>
                <a:xfrm>
                  <a:off x="-911600" y="1169000"/>
                  <a:ext cx="506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551" extrusionOk="0">
                      <a:moveTo>
                        <a:pt x="1032" y="0"/>
                      </a:moveTo>
                      <a:cubicBezTo>
                        <a:pt x="1023" y="0"/>
                        <a:pt x="1013" y="0"/>
                        <a:pt x="1003" y="1"/>
                      </a:cubicBezTo>
                      <a:cubicBezTo>
                        <a:pt x="0" y="31"/>
                        <a:pt x="61" y="1551"/>
                        <a:pt x="1034" y="1551"/>
                      </a:cubicBezTo>
                      <a:cubicBezTo>
                        <a:pt x="2027" y="1491"/>
                        <a:pt x="197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5" name="Google Shape;2825;p18"/>
                <p:cNvSpPr/>
                <p:nvPr/>
              </p:nvSpPr>
              <p:spPr>
                <a:xfrm>
                  <a:off x="-735300" y="-475"/>
                  <a:ext cx="4992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51" extrusionOk="0">
                      <a:moveTo>
                        <a:pt x="1002" y="0"/>
                      </a:moveTo>
                      <a:cubicBezTo>
                        <a:pt x="993" y="0"/>
                        <a:pt x="983" y="0"/>
                        <a:pt x="973" y="1"/>
                      </a:cubicBezTo>
                      <a:cubicBezTo>
                        <a:pt x="0" y="31"/>
                        <a:pt x="31" y="1551"/>
                        <a:pt x="1003" y="1551"/>
                      </a:cubicBezTo>
                      <a:cubicBezTo>
                        <a:pt x="1996" y="1491"/>
                        <a:pt x="1976" y="0"/>
                        <a:pt x="100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6" name="Google Shape;2826;p18"/>
                <p:cNvSpPr/>
                <p:nvPr/>
              </p:nvSpPr>
              <p:spPr>
                <a:xfrm>
                  <a:off x="-1120575" y="-650175"/>
                  <a:ext cx="5070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1" extrusionOk="0">
                      <a:moveTo>
                        <a:pt x="1032" y="0"/>
                      </a:moveTo>
                      <a:cubicBezTo>
                        <a:pt x="1022" y="0"/>
                        <a:pt x="1013" y="0"/>
                        <a:pt x="1004" y="1"/>
                      </a:cubicBezTo>
                      <a:cubicBezTo>
                        <a:pt x="0" y="31"/>
                        <a:pt x="61" y="1551"/>
                        <a:pt x="1034" y="1551"/>
                      </a:cubicBezTo>
                      <a:cubicBezTo>
                        <a:pt x="2027" y="1521"/>
                        <a:pt x="197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7" name="Google Shape;2827;p18"/>
                <p:cNvSpPr/>
                <p:nvPr/>
              </p:nvSpPr>
              <p:spPr>
                <a:xfrm>
                  <a:off x="-618275" y="-1134975"/>
                  <a:ext cx="5017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81" extrusionOk="0">
                      <a:moveTo>
                        <a:pt x="973" y="0"/>
                      </a:moveTo>
                      <a:cubicBezTo>
                        <a:pt x="0" y="61"/>
                        <a:pt x="30" y="1581"/>
                        <a:pt x="1003" y="1581"/>
                      </a:cubicBezTo>
                      <a:cubicBezTo>
                        <a:pt x="2006" y="1520"/>
                        <a:pt x="1945" y="0"/>
                        <a:pt x="9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8" name="Google Shape;2828;p18"/>
                <p:cNvSpPr/>
                <p:nvPr/>
              </p:nvSpPr>
              <p:spPr>
                <a:xfrm>
                  <a:off x="-649450" y="-1630450"/>
                  <a:ext cx="50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2" extrusionOk="0">
                      <a:moveTo>
                        <a:pt x="1032" y="1"/>
                      </a:moveTo>
                      <a:cubicBezTo>
                        <a:pt x="1023" y="1"/>
                        <a:pt x="1013" y="1"/>
                        <a:pt x="1004" y="1"/>
                      </a:cubicBezTo>
                      <a:cubicBezTo>
                        <a:pt x="1" y="32"/>
                        <a:pt x="62" y="1551"/>
                        <a:pt x="1034" y="1551"/>
                      </a:cubicBezTo>
                      <a:lnTo>
                        <a:pt x="1034" y="1551"/>
                      </a:lnTo>
                      <a:cubicBezTo>
                        <a:pt x="2028" y="1521"/>
                        <a:pt x="1978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9" name="Google Shape;2829;p18"/>
                <p:cNvSpPr/>
                <p:nvPr/>
              </p:nvSpPr>
              <p:spPr>
                <a:xfrm>
                  <a:off x="-3541600" y="-45575"/>
                  <a:ext cx="5511525" cy="553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461" h="221413" extrusionOk="0">
                      <a:moveTo>
                        <a:pt x="104684" y="13993"/>
                      </a:moveTo>
                      <a:lnTo>
                        <a:pt x="125535" y="55909"/>
                      </a:lnTo>
                      <a:lnTo>
                        <a:pt x="114745" y="40559"/>
                      </a:lnTo>
                      <a:lnTo>
                        <a:pt x="114745" y="40407"/>
                      </a:lnTo>
                      <a:cubicBezTo>
                        <a:pt x="114745" y="40346"/>
                        <a:pt x="114684" y="40255"/>
                        <a:pt x="114593" y="40255"/>
                      </a:cubicBezTo>
                      <a:lnTo>
                        <a:pt x="71917" y="38462"/>
                      </a:lnTo>
                      <a:lnTo>
                        <a:pt x="104684" y="13993"/>
                      </a:lnTo>
                      <a:close/>
                      <a:moveTo>
                        <a:pt x="104896" y="13750"/>
                      </a:moveTo>
                      <a:lnTo>
                        <a:pt x="144654" y="26000"/>
                      </a:lnTo>
                      <a:lnTo>
                        <a:pt x="126477" y="57094"/>
                      </a:lnTo>
                      <a:lnTo>
                        <a:pt x="104896" y="13750"/>
                      </a:lnTo>
                      <a:close/>
                      <a:moveTo>
                        <a:pt x="126477" y="57854"/>
                      </a:moveTo>
                      <a:lnTo>
                        <a:pt x="151797" y="76061"/>
                      </a:lnTo>
                      <a:lnTo>
                        <a:pt x="135870" y="78219"/>
                      </a:lnTo>
                      <a:cubicBezTo>
                        <a:pt x="135809" y="78219"/>
                        <a:pt x="135718" y="78280"/>
                        <a:pt x="135718" y="78402"/>
                      </a:cubicBezTo>
                      <a:lnTo>
                        <a:pt x="135718" y="78432"/>
                      </a:lnTo>
                      <a:lnTo>
                        <a:pt x="128179" y="81715"/>
                      </a:lnTo>
                      <a:lnTo>
                        <a:pt x="126477" y="57854"/>
                      </a:lnTo>
                      <a:close/>
                      <a:moveTo>
                        <a:pt x="114471" y="41653"/>
                      </a:moveTo>
                      <a:lnTo>
                        <a:pt x="118483" y="85180"/>
                      </a:lnTo>
                      <a:lnTo>
                        <a:pt x="106082" y="66274"/>
                      </a:lnTo>
                      <a:lnTo>
                        <a:pt x="106203" y="66183"/>
                      </a:lnTo>
                      <a:lnTo>
                        <a:pt x="114471" y="41653"/>
                      </a:lnTo>
                      <a:close/>
                      <a:moveTo>
                        <a:pt x="114836" y="41258"/>
                      </a:moveTo>
                      <a:lnTo>
                        <a:pt x="126265" y="57550"/>
                      </a:lnTo>
                      <a:cubicBezTo>
                        <a:pt x="126234" y="57581"/>
                        <a:pt x="126173" y="57611"/>
                        <a:pt x="126143" y="57702"/>
                      </a:cubicBezTo>
                      <a:lnTo>
                        <a:pt x="118818" y="85332"/>
                      </a:lnTo>
                      <a:lnTo>
                        <a:pt x="114836" y="41258"/>
                      </a:lnTo>
                      <a:close/>
                      <a:moveTo>
                        <a:pt x="126265" y="58827"/>
                      </a:moveTo>
                      <a:lnTo>
                        <a:pt x="127876" y="81867"/>
                      </a:lnTo>
                      <a:lnTo>
                        <a:pt x="119152" y="85575"/>
                      </a:lnTo>
                      <a:lnTo>
                        <a:pt x="119152" y="85575"/>
                      </a:lnTo>
                      <a:lnTo>
                        <a:pt x="126265" y="58827"/>
                      </a:lnTo>
                      <a:close/>
                      <a:moveTo>
                        <a:pt x="71066" y="39313"/>
                      </a:moveTo>
                      <a:lnTo>
                        <a:pt x="87784" y="60255"/>
                      </a:lnTo>
                      <a:cubicBezTo>
                        <a:pt x="87723" y="60286"/>
                        <a:pt x="87723" y="60316"/>
                        <a:pt x="87692" y="60347"/>
                      </a:cubicBezTo>
                      <a:lnTo>
                        <a:pt x="84166" y="85818"/>
                      </a:lnTo>
                      <a:lnTo>
                        <a:pt x="35381" y="63690"/>
                      </a:lnTo>
                      <a:lnTo>
                        <a:pt x="71066" y="39313"/>
                      </a:lnTo>
                      <a:close/>
                      <a:moveTo>
                        <a:pt x="87996" y="61015"/>
                      </a:moveTo>
                      <a:lnTo>
                        <a:pt x="103437" y="94754"/>
                      </a:lnTo>
                      <a:lnTo>
                        <a:pt x="84531" y="85970"/>
                      </a:lnTo>
                      <a:lnTo>
                        <a:pt x="87996" y="61015"/>
                      </a:lnTo>
                      <a:close/>
                      <a:moveTo>
                        <a:pt x="88179" y="60407"/>
                      </a:moveTo>
                      <a:lnTo>
                        <a:pt x="105808" y="66243"/>
                      </a:lnTo>
                      <a:cubicBezTo>
                        <a:pt x="105778" y="66274"/>
                        <a:pt x="105747" y="66335"/>
                        <a:pt x="105778" y="66395"/>
                      </a:cubicBezTo>
                      <a:lnTo>
                        <a:pt x="106872" y="96335"/>
                      </a:lnTo>
                      <a:lnTo>
                        <a:pt x="103954" y="94967"/>
                      </a:lnTo>
                      <a:lnTo>
                        <a:pt x="88179" y="60407"/>
                      </a:lnTo>
                      <a:close/>
                      <a:moveTo>
                        <a:pt x="106112" y="67034"/>
                      </a:moveTo>
                      <a:lnTo>
                        <a:pt x="118544" y="85970"/>
                      </a:lnTo>
                      <a:lnTo>
                        <a:pt x="107845" y="96821"/>
                      </a:lnTo>
                      <a:lnTo>
                        <a:pt x="107176" y="96517"/>
                      </a:lnTo>
                      <a:lnTo>
                        <a:pt x="106112" y="67034"/>
                      </a:lnTo>
                      <a:close/>
                      <a:moveTo>
                        <a:pt x="107237" y="96943"/>
                      </a:moveTo>
                      <a:lnTo>
                        <a:pt x="107571" y="97095"/>
                      </a:lnTo>
                      <a:lnTo>
                        <a:pt x="107237" y="97429"/>
                      </a:lnTo>
                      <a:lnTo>
                        <a:pt x="107237" y="96943"/>
                      </a:lnTo>
                      <a:close/>
                      <a:moveTo>
                        <a:pt x="104136" y="95514"/>
                      </a:moveTo>
                      <a:lnTo>
                        <a:pt x="106842" y="96761"/>
                      </a:lnTo>
                      <a:lnTo>
                        <a:pt x="106872" y="97794"/>
                      </a:lnTo>
                      <a:lnTo>
                        <a:pt x="105747" y="98949"/>
                      </a:lnTo>
                      <a:lnTo>
                        <a:pt x="104136" y="95514"/>
                      </a:lnTo>
                      <a:close/>
                      <a:moveTo>
                        <a:pt x="136022" y="78554"/>
                      </a:moveTo>
                      <a:lnTo>
                        <a:pt x="181007" y="81168"/>
                      </a:lnTo>
                      <a:lnTo>
                        <a:pt x="141736" y="101198"/>
                      </a:lnTo>
                      <a:lnTo>
                        <a:pt x="136022" y="78554"/>
                      </a:lnTo>
                      <a:close/>
                      <a:moveTo>
                        <a:pt x="35199" y="64511"/>
                      </a:moveTo>
                      <a:lnTo>
                        <a:pt x="73194" y="97551"/>
                      </a:lnTo>
                      <a:lnTo>
                        <a:pt x="41157" y="101533"/>
                      </a:lnTo>
                      <a:lnTo>
                        <a:pt x="35199" y="64511"/>
                      </a:lnTo>
                      <a:close/>
                      <a:moveTo>
                        <a:pt x="106933" y="98280"/>
                      </a:moveTo>
                      <a:lnTo>
                        <a:pt x="107024" y="101806"/>
                      </a:lnTo>
                      <a:lnTo>
                        <a:pt x="107024" y="101806"/>
                      </a:lnTo>
                      <a:lnTo>
                        <a:pt x="105899" y="99314"/>
                      </a:lnTo>
                      <a:lnTo>
                        <a:pt x="106933" y="98280"/>
                      </a:lnTo>
                      <a:close/>
                      <a:moveTo>
                        <a:pt x="127845" y="82201"/>
                      </a:moveTo>
                      <a:lnTo>
                        <a:pt x="129517" y="106396"/>
                      </a:lnTo>
                      <a:lnTo>
                        <a:pt x="119000" y="86000"/>
                      </a:lnTo>
                      <a:lnTo>
                        <a:pt x="127845" y="82201"/>
                      </a:lnTo>
                      <a:close/>
                      <a:moveTo>
                        <a:pt x="118726" y="86244"/>
                      </a:moveTo>
                      <a:lnTo>
                        <a:pt x="129334" y="106821"/>
                      </a:lnTo>
                      <a:lnTo>
                        <a:pt x="108179" y="96943"/>
                      </a:lnTo>
                      <a:lnTo>
                        <a:pt x="118726" y="86244"/>
                      </a:lnTo>
                      <a:close/>
                      <a:moveTo>
                        <a:pt x="135718" y="78827"/>
                      </a:moveTo>
                      <a:lnTo>
                        <a:pt x="141432" y="101350"/>
                      </a:lnTo>
                      <a:lnTo>
                        <a:pt x="129942" y="107217"/>
                      </a:lnTo>
                      <a:lnTo>
                        <a:pt x="128210" y="82049"/>
                      </a:lnTo>
                      <a:lnTo>
                        <a:pt x="135718" y="78827"/>
                      </a:lnTo>
                      <a:close/>
                      <a:moveTo>
                        <a:pt x="84470" y="86335"/>
                      </a:moveTo>
                      <a:lnTo>
                        <a:pt x="103650" y="95271"/>
                      </a:lnTo>
                      <a:lnTo>
                        <a:pt x="105474" y="99223"/>
                      </a:lnTo>
                      <a:lnTo>
                        <a:pt x="90610" y="114299"/>
                      </a:lnTo>
                      <a:lnTo>
                        <a:pt x="74318" y="97733"/>
                      </a:lnTo>
                      <a:lnTo>
                        <a:pt x="84470" y="86335"/>
                      </a:lnTo>
                      <a:close/>
                      <a:moveTo>
                        <a:pt x="35169" y="63964"/>
                      </a:moveTo>
                      <a:lnTo>
                        <a:pt x="84136" y="86152"/>
                      </a:lnTo>
                      <a:lnTo>
                        <a:pt x="73893" y="97642"/>
                      </a:lnTo>
                      <a:lnTo>
                        <a:pt x="73862" y="97672"/>
                      </a:lnTo>
                      <a:cubicBezTo>
                        <a:pt x="73832" y="97733"/>
                        <a:pt x="73832" y="97824"/>
                        <a:pt x="73893" y="97885"/>
                      </a:cubicBezTo>
                      <a:lnTo>
                        <a:pt x="90276" y="114512"/>
                      </a:lnTo>
                      <a:lnTo>
                        <a:pt x="41521" y="103964"/>
                      </a:lnTo>
                      <a:lnTo>
                        <a:pt x="41187" y="101837"/>
                      </a:lnTo>
                      <a:lnTo>
                        <a:pt x="73589" y="97824"/>
                      </a:lnTo>
                      <a:cubicBezTo>
                        <a:pt x="73680" y="97824"/>
                        <a:pt x="73710" y="97794"/>
                        <a:pt x="73741" y="97703"/>
                      </a:cubicBezTo>
                      <a:cubicBezTo>
                        <a:pt x="73802" y="97642"/>
                        <a:pt x="73741" y="97551"/>
                        <a:pt x="73710" y="97520"/>
                      </a:cubicBezTo>
                      <a:lnTo>
                        <a:pt x="35169" y="63964"/>
                      </a:lnTo>
                      <a:close/>
                      <a:moveTo>
                        <a:pt x="40853" y="101897"/>
                      </a:moveTo>
                      <a:lnTo>
                        <a:pt x="41187" y="104116"/>
                      </a:lnTo>
                      <a:cubicBezTo>
                        <a:pt x="41187" y="104177"/>
                        <a:pt x="41217" y="104207"/>
                        <a:pt x="41278" y="104238"/>
                      </a:cubicBezTo>
                      <a:cubicBezTo>
                        <a:pt x="41217" y="104268"/>
                        <a:pt x="41187" y="104268"/>
                        <a:pt x="41187" y="104359"/>
                      </a:cubicBezTo>
                      <a:lnTo>
                        <a:pt x="33223" y="129345"/>
                      </a:lnTo>
                      <a:lnTo>
                        <a:pt x="700" y="106913"/>
                      </a:lnTo>
                      <a:lnTo>
                        <a:pt x="40853" y="101897"/>
                      </a:lnTo>
                      <a:close/>
                      <a:moveTo>
                        <a:pt x="180946" y="81593"/>
                      </a:moveTo>
                      <a:lnTo>
                        <a:pt x="150611" y="136305"/>
                      </a:lnTo>
                      <a:lnTo>
                        <a:pt x="141827" y="101533"/>
                      </a:lnTo>
                      <a:lnTo>
                        <a:pt x="180946" y="81593"/>
                      </a:lnTo>
                      <a:close/>
                      <a:moveTo>
                        <a:pt x="107936" y="97247"/>
                      </a:moveTo>
                      <a:lnTo>
                        <a:pt x="129638" y="107369"/>
                      </a:lnTo>
                      <a:lnTo>
                        <a:pt x="129730" y="107521"/>
                      </a:lnTo>
                      <a:cubicBezTo>
                        <a:pt x="129752" y="107565"/>
                        <a:pt x="129823" y="107593"/>
                        <a:pt x="129883" y="107593"/>
                      </a:cubicBezTo>
                      <a:cubicBezTo>
                        <a:pt x="129905" y="107593"/>
                        <a:pt x="129926" y="107589"/>
                        <a:pt x="129942" y="107581"/>
                      </a:cubicBezTo>
                      <a:lnTo>
                        <a:pt x="141493" y="101685"/>
                      </a:lnTo>
                      <a:lnTo>
                        <a:pt x="150338" y="136761"/>
                      </a:lnTo>
                      <a:lnTo>
                        <a:pt x="149487" y="138342"/>
                      </a:lnTo>
                      <a:lnTo>
                        <a:pt x="119091" y="127642"/>
                      </a:lnTo>
                      <a:cubicBezTo>
                        <a:pt x="119067" y="127634"/>
                        <a:pt x="119044" y="127631"/>
                        <a:pt x="119024" y="127631"/>
                      </a:cubicBezTo>
                      <a:cubicBezTo>
                        <a:pt x="118967" y="127631"/>
                        <a:pt x="118923" y="127659"/>
                        <a:pt x="118878" y="127703"/>
                      </a:cubicBezTo>
                      <a:lnTo>
                        <a:pt x="118878" y="127673"/>
                      </a:lnTo>
                      <a:lnTo>
                        <a:pt x="107419" y="102657"/>
                      </a:lnTo>
                      <a:lnTo>
                        <a:pt x="107267" y="97946"/>
                      </a:lnTo>
                      <a:lnTo>
                        <a:pt x="107936" y="97247"/>
                      </a:lnTo>
                      <a:close/>
                      <a:moveTo>
                        <a:pt x="150490" y="137308"/>
                      </a:moveTo>
                      <a:lnTo>
                        <a:pt x="150915" y="138889"/>
                      </a:lnTo>
                      <a:lnTo>
                        <a:pt x="149821" y="138524"/>
                      </a:lnTo>
                      <a:lnTo>
                        <a:pt x="150490" y="137308"/>
                      </a:lnTo>
                      <a:close/>
                      <a:moveTo>
                        <a:pt x="41552" y="104359"/>
                      </a:moveTo>
                      <a:lnTo>
                        <a:pt x="90337" y="114876"/>
                      </a:lnTo>
                      <a:lnTo>
                        <a:pt x="89212" y="140834"/>
                      </a:lnTo>
                      <a:lnTo>
                        <a:pt x="54987" y="137339"/>
                      </a:lnTo>
                      <a:lnTo>
                        <a:pt x="41552" y="104359"/>
                      </a:lnTo>
                      <a:close/>
                      <a:moveTo>
                        <a:pt x="107419" y="103600"/>
                      </a:moveTo>
                      <a:lnTo>
                        <a:pt x="118483" y="127764"/>
                      </a:lnTo>
                      <a:lnTo>
                        <a:pt x="108817" y="142384"/>
                      </a:lnTo>
                      <a:lnTo>
                        <a:pt x="107419" y="103600"/>
                      </a:lnTo>
                      <a:close/>
                      <a:moveTo>
                        <a:pt x="105626" y="99557"/>
                      </a:moveTo>
                      <a:lnTo>
                        <a:pt x="107085" y="102718"/>
                      </a:lnTo>
                      <a:lnTo>
                        <a:pt x="108513" y="142749"/>
                      </a:lnTo>
                      <a:lnTo>
                        <a:pt x="89607" y="140865"/>
                      </a:lnTo>
                      <a:lnTo>
                        <a:pt x="90702" y="114724"/>
                      </a:lnTo>
                      <a:cubicBezTo>
                        <a:pt x="90702" y="114694"/>
                        <a:pt x="90732" y="114694"/>
                        <a:pt x="90732" y="114694"/>
                      </a:cubicBezTo>
                      <a:lnTo>
                        <a:pt x="105626" y="99557"/>
                      </a:lnTo>
                      <a:close/>
                      <a:moveTo>
                        <a:pt x="181220" y="81897"/>
                      </a:moveTo>
                      <a:lnTo>
                        <a:pt x="170308" y="145728"/>
                      </a:lnTo>
                      <a:lnTo>
                        <a:pt x="151311" y="139041"/>
                      </a:lnTo>
                      <a:lnTo>
                        <a:pt x="150733" y="136852"/>
                      </a:lnTo>
                      <a:lnTo>
                        <a:pt x="181220" y="81897"/>
                      </a:lnTo>
                      <a:close/>
                      <a:moveTo>
                        <a:pt x="119486" y="128220"/>
                      </a:moveTo>
                      <a:lnTo>
                        <a:pt x="149274" y="138706"/>
                      </a:lnTo>
                      <a:lnTo>
                        <a:pt x="139791" y="155850"/>
                      </a:lnTo>
                      <a:lnTo>
                        <a:pt x="119486" y="128220"/>
                      </a:lnTo>
                      <a:close/>
                      <a:moveTo>
                        <a:pt x="89577" y="141168"/>
                      </a:moveTo>
                      <a:lnTo>
                        <a:pt x="108453" y="143083"/>
                      </a:lnTo>
                      <a:lnTo>
                        <a:pt x="88300" y="170470"/>
                      </a:lnTo>
                      <a:lnTo>
                        <a:pt x="89577" y="141168"/>
                      </a:lnTo>
                      <a:close/>
                      <a:moveTo>
                        <a:pt x="151432" y="139436"/>
                      </a:moveTo>
                      <a:lnTo>
                        <a:pt x="170278" y="146062"/>
                      </a:lnTo>
                      <a:lnTo>
                        <a:pt x="163317" y="186640"/>
                      </a:lnTo>
                      <a:lnTo>
                        <a:pt x="151432" y="139436"/>
                      </a:lnTo>
                      <a:close/>
                      <a:moveTo>
                        <a:pt x="118848" y="127886"/>
                      </a:moveTo>
                      <a:cubicBezTo>
                        <a:pt x="118848" y="127916"/>
                        <a:pt x="118848" y="127946"/>
                        <a:pt x="118909" y="127946"/>
                      </a:cubicBezTo>
                      <a:lnTo>
                        <a:pt x="139639" y="156184"/>
                      </a:lnTo>
                      <a:lnTo>
                        <a:pt x="121705" y="188464"/>
                      </a:lnTo>
                      <a:lnTo>
                        <a:pt x="118970" y="173722"/>
                      </a:lnTo>
                      <a:cubicBezTo>
                        <a:pt x="118970" y="173661"/>
                        <a:pt x="118878" y="173570"/>
                        <a:pt x="118818" y="173570"/>
                      </a:cubicBezTo>
                      <a:lnTo>
                        <a:pt x="88787" y="170835"/>
                      </a:lnTo>
                      <a:lnTo>
                        <a:pt x="88574" y="170743"/>
                      </a:lnTo>
                      <a:lnTo>
                        <a:pt x="108878" y="143175"/>
                      </a:lnTo>
                      <a:cubicBezTo>
                        <a:pt x="108909" y="143144"/>
                        <a:pt x="108909" y="143114"/>
                        <a:pt x="108909" y="143083"/>
                      </a:cubicBezTo>
                      <a:lnTo>
                        <a:pt x="108909" y="142992"/>
                      </a:lnTo>
                      <a:lnTo>
                        <a:pt x="118848" y="127886"/>
                      </a:lnTo>
                      <a:close/>
                      <a:moveTo>
                        <a:pt x="89577" y="171290"/>
                      </a:moveTo>
                      <a:lnTo>
                        <a:pt x="118635" y="173935"/>
                      </a:lnTo>
                      <a:lnTo>
                        <a:pt x="121401" y="189041"/>
                      </a:lnTo>
                      <a:lnTo>
                        <a:pt x="89577" y="171290"/>
                      </a:lnTo>
                      <a:close/>
                      <a:moveTo>
                        <a:pt x="139851" y="156488"/>
                      </a:moveTo>
                      <a:lnTo>
                        <a:pt x="162831" y="187704"/>
                      </a:lnTo>
                      <a:lnTo>
                        <a:pt x="121736" y="189133"/>
                      </a:lnTo>
                      <a:lnTo>
                        <a:pt x="121766" y="189072"/>
                      </a:lnTo>
                      <a:lnTo>
                        <a:pt x="139851" y="156488"/>
                      </a:lnTo>
                      <a:close/>
                      <a:moveTo>
                        <a:pt x="117652" y="0"/>
                      </a:moveTo>
                      <a:cubicBezTo>
                        <a:pt x="117634" y="0"/>
                        <a:pt x="117617" y="4"/>
                        <a:pt x="117602" y="11"/>
                      </a:cubicBezTo>
                      <a:lnTo>
                        <a:pt x="79121" y="12018"/>
                      </a:lnTo>
                      <a:cubicBezTo>
                        <a:pt x="78999" y="12048"/>
                        <a:pt x="78969" y="12139"/>
                        <a:pt x="78999" y="12261"/>
                      </a:cubicBezTo>
                      <a:cubicBezTo>
                        <a:pt x="79021" y="12327"/>
                        <a:pt x="79075" y="12376"/>
                        <a:pt x="79137" y="12376"/>
                      </a:cubicBezTo>
                      <a:cubicBezTo>
                        <a:pt x="79161" y="12376"/>
                        <a:pt x="79187" y="12369"/>
                        <a:pt x="79212" y="12352"/>
                      </a:cubicBezTo>
                      <a:lnTo>
                        <a:pt x="116994" y="589"/>
                      </a:lnTo>
                      <a:lnTo>
                        <a:pt x="104744" y="13385"/>
                      </a:lnTo>
                      <a:cubicBezTo>
                        <a:pt x="104714" y="13446"/>
                        <a:pt x="104714" y="13477"/>
                        <a:pt x="104714" y="13537"/>
                      </a:cubicBezTo>
                      <a:cubicBezTo>
                        <a:pt x="104684" y="13537"/>
                        <a:pt x="104653" y="13537"/>
                        <a:pt x="104592" y="13598"/>
                      </a:cubicBezTo>
                      <a:lnTo>
                        <a:pt x="71279" y="38462"/>
                      </a:lnTo>
                      <a:cubicBezTo>
                        <a:pt x="71218" y="38523"/>
                        <a:pt x="71218" y="38583"/>
                        <a:pt x="71218" y="38675"/>
                      </a:cubicBezTo>
                      <a:cubicBezTo>
                        <a:pt x="71248" y="38735"/>
                        <a:pt x="71279" y="38766"/>
                        <a:pt x="71370" y="38766"/>
                      </a:cubicBezTo>
                      <a:lnTo>
                        <a:pt x="114380" y="40589"/>
                      </a:lnTo>
                      <a:lnTo>
                        <a:pt x="114380" y="40802"/>
                      </a:lnTo>
                      <a:lnTo>
                        <a:pt x="105869" y="65939"/>
                      </a:lnTo>
                      <a:lnTo>
                        <a:pt x="88088" y="60043"/>
                      </a:lnTo>
                      <a:lnTo>
                        <a:pt x="71218" y="38979"/>
                      </a:lnTo>
                      <a:cubicBezTo>
                        <a:pt x="71160" y="38921"/>
                        <a:pt x="71115" y="38900"/>
                        <a:pt x="71066" y="38900"/>
                      </a:cubicBezTo>
                      <a:cubicBezTo>
                        <a:pt x="71037" y="38900"/>
                        <a:pt x="71008" y="38907"/>
                        <a:pt x="70975" y="38918"/>
                      </a:cubicBezTo>
                      <a:lnTo>
                        <a:pt x="34925" y="63599"/>
                      </a:lnTo>
                      <a:cubicBezTo>
                        <a:pt x="34895" y="63629"/>
                        <a:pt x="34834" y="63690"/>
                        <a:pt x="34834" y="63751"/>
                      </a:cubicBezTo>
                      <a:cubicBezTo>
                        <a:pt x="34834" y="63781"/>
                        <a:pt x="34834" y="63812"/>
                        <a:pt x="34895" y="63842"/>
                      </a:cubicBezTo>
                      <a:cubicBezTo>
                        <a:pt x="34834" y="63842"/>
                        <a:pt x="34834" y="63842"/>
                        <a:pt x="34804" y="63903"/>
                      </a:cubicBezTo>
                      <a:cubicBezTo>
                        <a:pt x="34743" y="63933"/>
                        <a:pt x="34713" y="63994"/>
                        <a:pt x="34743" y="64085"/>
                      </a:cubicBezTo>
                      <a:lnTo>
                        <a:pt x="40792" y="101593"/>
                      </a:lnTo>
                      <a:lnTo>
                        <a:pt x="153" y="106639"/>
                      </a:lnTo>
                      <a:cubicBezTo>
                        <a:pt x="92" y="106639"/>
                        <a:pt x="1" y="106700"/>
                        <a:pt x="1" y="106791"/>
                      </a:cubicBezTo>
                      <a:cubicBezTo>
                        <a:pt x="1" y="106852"/>
                        <a:pt x="1" y="106913"/>
                        <a:pt x="62" y="106943"/>
                      </a:cubicBezTo>
                      <a:lnTo>
                        <a:pt x="92" y="106973"/>
                      </a:lnTo>
                      <a:lnTo>
                        <a:pt x="33193" y="129861"/>
                      </a:lnTo>
                      <a:cubicBezTo>
                        <a:pt x="33223" y="129892"/>
                        <a:pt x="33284" y="129892"/>
                        <a:pt x="33345" y="129892"/>
                      </a:cubicBezTo>
                      <a:lnTo>
                        <a:pt x="33436" y="129770"/>
                      </a:lnTo>
                      <a:lnTo>
                        <a:pt x="41400" y="105028"/>
                      </a:lnTo>
                      <a:lnTo>
                        <a:pt x="54683" y="137673"/>
                      </a:lnTo>
                      <a:cubicBezTo>
                        <a:pt x="54713" y="137764"/>
                        <a:pt x="54774" y="137795"/>
                        <a:pt x="54835" y="137795"/>
                      </a:cubicBezTo>
                      <a:lnTo>
                        <a:pt x="89182" y="141290"/>
                      </a:lnTo>
                      <a:lnTo>
                        <a:pt x="87936" y="171078"/>
                      </a:lnTo>
                      <a:cubicBezTo>
                        <a:pt x="87936" y="171138"/>
                        <a:pt x="87996" y="171260"/>
                        <a:pt x="88088" y="171260"/>
                      </a:cubicBezTo>
                      <a:lnTo>
                        <a:pt x="88695" y="171290"/>
                      </a:lnTo>
                      <a:lnTo>
                        <a:pt x="121492" y="189589"/>
                      </a:lnTo>
                      <a:cubicBezTo>
                        <a:pt x="121523" y="189589"/>
                        <a:pt x="121553" y="189619"/>
                        <a:pt x="121553" y="189619"/>
                      </a:cubicBezTo>
                      <a:lnTo>
                        <a:pt x="163135" y="188160"/>
                      </a:lnTo>
                      <a:cubicBezTo>
                        <a:pt x="163195" y="188160"/>
                        <a:pt x="163226" y="188130"/>
                        <a:pt x="163286" y="188069"/>
                      </a:cubicBezTo>
                      <a:cubicBezTo>
                        <a:pt x="163317" y="187978"/>
                        <a:pt x="163317" y="187947"/>
                        <a:pt x="163286" y="187856"/>
                      </a:cubicBezTo>
                      <a:lnTo>
                        <a:pt x="140034" y="156214"/>
                      </a:lnTo>
                      <a:lnTo>
                        <a:pt x="149639" y="138828"/>
                      </a:lnTo>
                      <a:lnTo>
                        <a:pt x="151007" y="139314"/>
                      </a:lnTo>
                      <a:lnTo>
                        <a:pt x="163195" y="187552"/>
                      </a:lnTo>
                      <a:cubicBezTo>
                        <a:pt x="163226" y="187643"/>
                        <a:pt x="163286" y="187704"/>
                        <a:pt x="163378" y="187704"/>
                      </a:cubicBezTo>
                      <a:cubicBezTo>
                        <a:pt x="163469" y="187704"/>
                        <a:pt x="163530" y="187643"/>
                        <a:pt x="163530" y="187552"/>
                      </a:cubicBezTo>
                      <a:lnTo>
                        <a:pt x="170612" y="146214"/>
                      </a:lnTo>
                      <a:lnTo>
                        <a:pt x="185627" y="151503"/>
                      </a:lnTo>
                      <a:lnTo>
                        <a:pt x="187512" y="174330"/>
                      </a:lnTo>
                      <a:cubicBezTo>
                        <a:pt x="187512" y="174421"/>
                        <a:pt x="187603" y="174482"/>
                        <a:pt x="187664" y="174482"/>
                      </a:cubicBezTo>
                      <a:lnTo>
                        <a:pt x="219427" y="179315"/>
                      </a:lnTo>
                      <a:lnTo>
                        <a:pt x="220066" y="221230"/>
                      </a:lnTo>
                      <a:cubicBezTo>
                        <a:pt x="220066" y="221322"/>
                        <a:pt x="220157" y="221413"/>
                        <a:pt x="220278" y="221413"/>
                      </a:cubicBezTo>
                      <a:cubicBezTo>
                        <a:pt x="220370" y="221413"/>
                        <a:pt x="220461" y="221291"/>
                        <a:pt x="220461" y="221230"/>
                      </a:cubicBezTo>
                      <a:lnTo>
                        <a:pt x="219823" y="179163"/>
                      </a:lnTo>
                      <a:cubicBezTo>
                        <a:pt x="219823" y="179102"/>
                        <a:pt x="219731" y="179011"/>
                        <a:pt x="219671" y="178981"/>
                      </a:cubicBezTo>
                      <a:lnTo>
                        <a:pt x="187846" y="174148"/>
                      </a:lnTo>
                      <a:lnTo>
                        <a:pt x="185962" y="151351"/>
                      </a:lnTo>
                      <a:cubicBezTo>
                        <a:pt x="185962" y="151290"/>
                        <a:pt x="185931" y="151199"/>
                        <a:pt x="185840" y="151199"/>
                      </a:cubicBezTo>
                      <a:lnTo>
                        <a:pt x="170642" y="145849"/>
                      </a:lnTo>
                      <a:lnTo>
                        <a:pt x="181706" y="81076"/>
                      </a:lnTo>
                      <a:cubicBezTo>
                        <a:pt x="181706" y="81016"/>
                        <a:pt x="181706" y="80955"/>
                        <a:pt x="181676" y="80924"/>
                      </a:cubicBezTo>
                      <a:cubicBezTo>
                        <a:pt x="181615" y="80864"/>
                        <a:pt x="181585" y="80833"/>
                        <a:pt x="181554" y="80833"/>
                      </a:cubicBezTo>
                      <a:lnTo>
                        <a:pt x="137785" y="78280"/>
                      </a:lnTo>
                      <a:lnTo>
                        <a:pt x="152283" y="76304"/>
                      </a:lnTo>
                      <a:cubicBezTo>
                        <a:pt x="152374" y="76304"/>
                        <a:pt x="152405" y="76244"/>
                        <a:pt x="152435" y="76213"/>
                      </a:cubicBezTo>
                      <a:cubicBezTo>
                        <a:pt x="152496" y="76122"/>
                        <a:pt x="152435" y="76061"/>
                        <a:pt x="152374" y="76000"/>
                      </a:cubicBezTo>
                      <a:lnTo>
                        <a:pt x="126720" y="57520"/>
                      </a:lnTo>
                      <a:lnTo>
                        <a:pt x="126690" y="57429"/>
                      </a:lnTo>
                      <a:lnTo>
                        <a:pt x="145049" y="25969"/>
                      </a:lnTo>
                      <a:cubicBezTo>
                        <a:pt x="145079" y="25939"/>
                        <a:pt x="145079" y="25848"/>
                        <a:pt x="145049" y="25817"/>
                      </a:cubicBezTo>
                      <a:cubicBezTo>
                        <a:pt x="145049" y="25787"/>
                        <a:pt x="144958" y="25756"/>
                        <a:pt x="144927" y="25696"/>
                      </a:cubicBezTo>
                      <a:lnTo>
                        <a:pt x="105200" y="13416"/>
                      </a:lnTo>
                      <a:lnTo>
                        <a:pt x="117754" y="315"/>
                      </a:lnTo>
                      <a:cubicBezTo>
                        <a:pt x="117815" y="255"/>
                        <a:pt x="117815" y="163"/>
                        <a:pt x="117784" y="103"/>
                      </a:cubicBezTo>
                      <a:cubicBezTo>
                        <a:pt x="117761" y="34"/>
                        <a:pt x="117704" y="0"/>
                        <a:pt x="11765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0" name="Google Shape;2830;p18"/>
                <p:cNvSpPr/>
                <p:nvPr/>
              </p:nvSpPr>
              <p:spPr>
                <a:xfrm>
                  <a:off x="-700475" y="951025"/>
                  <a:ext cx="50325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1415" extrusionOk="0">
                      <a:moveTo>
                        <a:pt x="1047" y="0"/>
                      </a:moveTo>
                      <a:cubicBezTo>
                        <a:pt x="500" y="0"/>
                        <a:pt x="0" y="690"/>
                        <a:pt x="492" y="1181"/>
                      </a:cubicBezTo>
                      <a:cubicBezTo>
                        <a:pt x="642" y="1346"/>
                        <a:pt x="815" y="1415"/>
                        <a:pt x="982" y="1415"/>
                      </a:cubicBezTo>
                      <a:cubicBezTo>
                        <a:pt x="1525" y="1415"/>
                        <a:pt x="2013" y="696"/>
                        <a:pt x="1525" y="209"/>
                      </a:cubicBezTo>
                      <a:cubicBezTo>
                        <a:pt x="1378" y="62"/>
                        <a:pt x="1210" y="0"/>
                        <a:pt x="10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1" name="Google Shape;2831;p18"/>
                <p:cNvSpPr/>
                <p:nvPr/>
              </p:nvSpPr>
              <p:spPr>
                <a:xfrm>
                  <a:off x="-1364400" y="1443875"/>
                  <a:ext cx="50100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4" h="1428" extrusionOk="0">
                      <a:moveTo>
                        <a:pt x="1032" y="1"/>
                      </a:moveTo>
                      <a:cubicBezTo>
                        <a:pt x="489" y="1"/>
                        <a:pt x="0" y="705"/>
                        <a:pt x="513" y="1194"/>
                      </a:cubicBezTo>
                      <a:cubicBezTo>
                        <a:pt x="664" y="1359"/>
                        <a:pt x="835" y="1428"/>
                        <a:pt x="1000" y="1428"/>
                      </a:cubicBezTo>
                      <a:cubicBezTo>
                        <a:pt x="1533" y="1428"/>
                        <a:pt x="2004" y="709"/>
                        <a:pt x="1516" y="222"/>
                      </a:cubicBezTo>
                      <a:cubicBezTo>
                        <a:pt x="1367" y="66"/>
                        <a:pt x="1197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2" name="Google Shape;2832;p18"/>
                <p:cNvSpPr/>
                <p:nvPr/>
              </p:nvSpPr>
              <p:spPr>
                <a:xfrm>
                  <a:off x="-920175" y="1590950"/>
                  <a:ext cx="50425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" h="1433" extrusionOk="0">
                      <a:moveTo>
                        <a:pt x="1060" y="0"/>
                      </a:moveTo>
                      <a:cubicBezTo>
                        <a:pt x="509" y="0"/>
                        <a:pt x="1" y="714"/>
                        <a:pt x="495" y="1208"/>
                      </a:cubicBezTo>
                      <a:cubicBezTo>
                        <a:pt x="653" y="1366"/>
                        <a:pt x="830" y="1432"/>
                        <a:pt x="999" y="1432"/>
                      </a:cubicBezTo>
                      <a:cubicBezTo>
                        <a:pt x="1546" y="1432"/>
                        <a:pt x="2016" y="739"/>
                        <a:pt x="1529" y="205"/>
                      </a:cubicBezTo>
                      <a:cubicBezTo>
                        <a:pt x="1385" y="61"/>
                        <a:pt x="1221" y="0"/>
                        <a:pt x="10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3" name="Google Shape;2833;p18"/>
                <p:cNvSpPr/>
                <p:nvPr/>
              </p:nvSpPr>
              <p:spPr>
                <a:xfrm>
                  <a:off x="-407925" y="1372750"/>
                  <a:ext cx="50275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1" h="1420" extrusionOk="0">
                      <a:moveTo>
                        <a:pt x="1047" y="1"/>
                      </a:moveTo>
                      <a:cubicBezTo>
                        <a:pt x="500" y="1"/>
                        <a:pt x="1" y="691"/>
                        <a:pt x="492" y="1182"/>
                      </a:cubicBezTo>
                      <a:cubicBezTo>
                        <a:pt x="645" y="1350"/>
                        <a:pt x="821" y="1419"/>
                        <a:pt x="991" y="1419"/>
                      </a:cubicBezTo>
                      <a:cubicBezTo>
                        <a:pt x="1530" y="1419"/>
                        <a:pt x="2011" y="718"/>
                        <a:pt x="1525" y="209"/>
                      </a:cubicBezTo>
                      <a:cubicBezTo>
                        <a:pt x="1379" y="62"/>
                        <a:pt x="1211" y="1"/>
                        <a:pt x="104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4" name="Google Shape;2834;p18"/>
                <p:cNvSpPr/>
                <p:nvPr/>
              </p:nvSpPr>
              <p:spPr>
                <a:xfrm>
                  <a:off x="-596200" y="2083250"/>
                  <a:ext cx="507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416" extrusionOk="0">
                      <a:moveTo>
                        <a:pt x="1041" y="1"/>
                      </a:moveTo>
                      <a:cubicBezTo>
                        <a:pt x="495" y="1"/>
                        <a:pt x="0" y="690"/>
                        <a:pt x="515" y="1182"/>
                      </a:cubicBezTo>
                      <a:cubicBezTo>
                        <a:pt x="666" y="1347"/>
                        <a:pt x="838" y="1415"/>
                        <a:pt x="1005" y="1415"/>
                      </a:cubicBezTo>
                      <a:cubicBezTo>
                        <a:pt x="1546" y="1415"/>
                        <a:pt x="2029" y="697"/>
                        <a:pt x="1518" y="209"/>
                      </a:cubicBezTo>
                      <a:cubicBezTo>
                        <a:pt x="1371" y="62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5" name="Google Shape;2835;p18"/>
                <p:cNvSpPr/>
                <p:nvPr/>
              </p:nvSpPr>
              <p:spPr>
                <a:xfrm>
                  <a:off x="-173125" y="1901650"/>
                  <a:ext cx="503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5" extrusionOk="0">
                      <a:moveTo>
                        <a:pt x="1035" y="0"/>
                      </a:moveTo>
                      <a:cubicBezTo>
                        <a:pt x="482" y="0"/>
                        <a:pt x="1" y="690"/>
                        <a:pt x="492" y="1181"/>
                      </a:cubicBezTo>
                      <a:cubicBezTo>
                        <a:pt x="650" y="1346"/>
                        <a:pt x="826" y="1415"/>
                        <a:pt x="995" y="1415"/>
                      </a:cubicBezTo>
                      <a:cubicBezTo>
                        <a:pt x="1543" y="1415"/>
                        <a:pt x="2013" y="696"/>
                        <a:pt x="1526" y="209"/>
                      </a:cubicBezTo>
                      <a:cubicBezTo>
                        <a:pt x="1372" y="62"/>
                        <a:pt x="1200" y="0"/>
                        <a:pt x="103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6" name="Google Shape;2836;p18"/>
                <p:cNvSpPr/>
                <p:nvPr/>
              </p:nvSpPr>
              <p:spPr>
                <a:xfrm>
                  <a:off x="-1459450" y="2087050"/>
                  <a:ext cx="50125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" h="1420" extrusionOk="0">
                      <a:moveTo>
                        <a:pt x="1041" y="1"/>
                      </a:moveTo>
                      <a:cubicBezTo>
                        <a:pt x="495" y="1"/>
                        <a:pt x="1" y="690"/>
                        <a:pt x="516" y="1182"/>
                      </a:cubicBezTo>
                      <a:cubicBezTo>
                        <a:pt x="669" y="1349"/>
                        <a:pt x="843" y="1419"/>
                        <a:pt x="1010" y="1419"/>
                      </a:cubicBezTo>
                      <a:cubicBezTo>
                        <a:pt x="1541" y="1419"/>
                        <a:pt x="2004" y="718"/>
                        <a:pt x="1519" y="209"/>
                      </a:cubicBezTo>
                      <a:cubicBezTo>
                        <a:pt x="1372" y="62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7" name="Google Shape;2837;p18"/>
                <p:cNvSpPr/>
                <p:nvPr/>
              </p:nvSpPr>
              <p:spPr>
                <a:xfrm>
                  <a:off x="-1301500" y="2800275"/>
                  <a:ext cx="50225" cy="3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32" extrusionOk="0">
                      <a:moveTo>
                        <a:pt x="1039" y="1"/>
                      </a:moveTo>
                      <a:cubicBezTo>
                        <a:pt x="494" y="1"/>
                        <a:pt x="0" y="705"/>
                        <a:pt x="490" y="1194"/>
                      </a:cubicBezTo>
                      <a:cubicBezTo>
                        <a:pt x="643" y="1362"/>
                        <a:pt x="818" y="1432"/>
                        <a:pt x="988" y="1432"/>
                      </a:cubicBezTo>
                      <a:cubicBezTo>
                        <a:pt x="1527" y="1432"/>
                        <a:pt x="2008" y="730"/>
                        <a:pt x="1523" y="222"/>
                      </a:cubicBezTo>
                      <a:cubicBezTo>
                        <a:pt x="1374" y="66"/>
                        <a:pt x="1204" y="1"/>
                        <a:pt x="103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8" name="Google Shape;2838;p18"/>
                <p:cNvSpPr/>
                <p:nvPr/>
              </p:nvSpPr>
              <p:spPr>
                <a:xfrm>
                  <a:off x="-318925" y="2620600"/>
                  <a:ext cx="509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8" h="1416" extrusionOk="0">
                      <a:moveTo>
                        <a:pt x="1054" y="0"/>
                      </a:moveTo>
                      <a:cubicBezTo>
                        <a:pt x="504" y="0"/>
                        <a:pt x="1" y="714"/>
                        <a:pt x="519" y="1208"/>
                      </a:cubicBezTo>
                      <a:cubicBezTo>
                        <a:pt x="665" y="1354"/>
                        <a:pt x="832" y="1416"/>
                        <a:pt x="995" y="1416"/>
                      </a:cubicBezTo>
                      <a:cubicBezTo>
                        <a:pt x="1542" y="1416"/>
                        <a:pt x="2037" y="720"/>
                        <a:pt x="1522" y="205"/>
                      </a:cubicBezTo>
                      <a:cubicBezTo>
                        <a:pt x="1378" y="61"/>
                        <a:pt x="1214" y="0"/>
                        <a:pt x="105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9" name="Google Shape;2839;p18"/>
                <p:cNvSpPr/>
                <p:nvPr/>
              </p:nvSpPr>
              <p:spPr>
                <a:xfrm>
                  <a:off x="-2533950" y="2539950"/>
                  <a:ext cx="507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437" extrusionOk="0">
                      <a:moveTo>
                        <a:pt x="1043" y="1"/>
                      </a:moveTo>
                      <a:cubicBezTo>
                        <a:pt x="496" y="1"/>
                        <a:pt x="1" y="697"/>
                        <a:pt x="516" y="1212"/>
                      </a:cubicBezTo>
                      <a:cubicBezTo>
                        <a:pt x="667" y="1370"/>
                        <a:pt x="840" y="1436"/>
                        <a:pt x="1007" y="1436"/>
                      </a:cubicBezTo>
                      <a:cubicBezTo>
                        <a:pt x="1548" y="1436"/>
                        <a:pt x="2030" y="743"/>
                        <a:pt x="1519" y="209"/>
                      </a:cubicBezTo>
                      <a:cubicBezTo>
                        <a:pt x="1373" y="63"/>
                        <a:pt x="1206" y="1"/>
                        <a:pt x="104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0" name="Google Shape;2840;p18"/>
                <p:cNvSpPr/>
                <p:nvPr/>
              </p:nvSpPr>
              <p:spPr>
                <a:xfrm>
                  <a:off x="-1714950" y="2379625"/>
                  <a:ext cx="503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19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45" y="1349"/>
                        <a:pt x="821" y="1418"/>
                        <a:pt x="991" y="1418"/>
                      </a:cubicBezTo>
                      <a:cubicBezTo>
                        <a:pt x="1530" y="1418"/>
                        <a:pt x="2011" y="717"/>
                        <a:pt x="1526" y="208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1" name="Google Shape;2841;p18"/>
                <p:cNvSpPr/>
                <p:nvPr/>
              </p:nvSpPr>
              <p:spPr>
                <a:xfrm>
                  <a:off x="-2196675" y="3377800"/>
                  <a:ext cx="50400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6" h="1403" extrusionOk="0">
                      <a:moveTo>
                        <a:pt x="1039" y="0"/>
                      </a:moveTo>
                      <a:cubicBezTo>
                        <a:pt x="495" y="0"/>
                        <a:pt x="1" y="704"/>
                        <a:pt x="491" y="1194"/>
                      </a:cubicBezTo>
                      <a:cubicBezTo>
                        <a:pt x="644" y="1341"/>
                        <a:pt x="816" y="1402"/>
                        <a:pt x="981" y="1402"/>
                      </a:cubicBezTo>
                      <a:cubicBezTo>
                        <a:pt x="1534" y="1402"/>
                        <a:pt x="2015" y="713"/>
                        <a:pt x="1524" y="221"/>
                      </a:cubicBezTo>
                      <a:cubicBezTo>
                        <a:pt x="1375" y="65"/>
                        <a:pt x="1205" y="0"/>
                        <a:pt x="103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2" name="Google Shape;2842;p18"/>
                <p:cNvSpPr/>
                <p:nvPr/>
              </p:nvSpPr>
              <p:spPr>
                <a:xfrm>
                  <a:off x="-849425" y="3508825"/>
                  <a:ext cx="5050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0" h="1416" extrusionOk="0">
                      <a:moveTo>
                        <a:pt x="1036" y="0"/>
                      </a:moveTo>
                      <a:cubicBezTo>
                        <a:pt x="483" y="0"/>
                        <a:pt x="0" y="696"/>
                        <a:pt x="492" y="1211"/>
                      </a:cubicBezTo>
                      <a:cubicBezTo>
                        <a:pt x="636" y="1355"/>
                        <a:pt x="800" y="1416"/>
                        <a:pt x="961" y="1416"/>
                      </a:cubicBezTo>
                      <a:cubicBezTo>
                        <a:pt x="1512" y="1416"/>
                        <a:pt x="2020" y="703"/>
                        <a:pt x="1526" y="208"/>
                      </a:cubicBezTo>
                      <a:cubicBezTo>
                        <a:pt x="1372" y="62"/>
                        <a:pt x="1201" y="0"/>
                        <a:pt x="103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3" name="Google Shape;2843;p18"/>
                <p:cNvSpPr/>
                <p:nvPr/>
              </p:nvSpPr>
              <p:spPr>
                <a:xfrm>
                  <a:off x="-601700" y="3131900"/>
                  <a:ext cx="503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6" extrusionOk="0">
                      <a:moveTo>
                        <a:pt x="1047" y="1"/>
                      </a:moveTo>
                      <a:cubicBezTo>
                        <a:pt x="500" y="1"/>
                        <a:pt x="1" y="690"/>
                        <a:pt x="492" y="1182"/>
                      </a:cubicBezTo>
                      <a:cubicBezTo>
                        <a:pt x="643" y="1347"/>
                        <a:pt x="815" y="1415"/>
                        <a:pt x="983" y="1415"/>
                      </a:cubicBezTo>
                      <a:cubicBezTo>
                        <a:pt x="1525" y="1415"/>
                        <a:pt x="2013" y="697"/>
                        <a:pt x="1526" y="209"/>
                      </a:cubicBezTo>
                      <a:cubicBezTo>
                        <a:pt x="1379" y="62"/>
                        <a:pt x="1211" y="1"/>
                        <a:pt x="104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4" name="Google Shape;2844;p18"/>
                <p:cNvSpPr/>
                <p:nvPr/>
              </p:nvSpPr>
              <p:spPr>
                <a:xfrm>
                  <a:off x="-1361600" y="4210950"/>
                  <a:ext cx="503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19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45" y="1349"/>
                        <a:pt x="821" y="1419"/>
                        <a:pt x="991" y="1419"/>
                      </a:cubicBezTo>
                      <a:cubicBezTo>
                        <a:pt x="1530" y="1419"/>
                        <a:pt x="2011" y="717"/>
                        <a:pt x="1526" y="209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5" name="Google Shape;2845;p18"/>
                <p:cNvSpPr/>
                <p:nvPr/>
              </p:nvSpPr>
              <p:spPr>
                <a:xfrm>
                  <a:off x="-527900" y="4660900"/>
                  <a:ext cx="51000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0" h="1433" extrusionOk="0">
                      <a:moveTo>
                        <a:pt x="1068" y="1"/>
                      </a:moveTo>
                      <a:cubicBezTo>
                        <a:pt x="504" y="1"/>
                        <a:pt x="1" y="714"/>
                        <a:pt x="519" y="1208"/>
                      </a:cubicBezTo>
                      <a:cubicBezTo>
                        <a:pt x="670" y="1366"/>
                        <a:pt x="843" y="1432"/>
                        <a:pt x="1010" y="1432"/>
                      </a:cubicBezTo>
                      <a:cubicBezTo>
                        <a:pt x="1552" y="1432"/>
                        <a:pt x="2040" y="739"/>
                        <a:pt x="1552" y="205"/>
                      </a:cubicBezTo>
                      <a:cubicBezTo>
                        <a:pt x="1402" y="61"/>
                        <a:pt x="1232" y="1"/>
                        <a:pt x="106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6" name="Google Shape;2846;p18"/>
                <p:cNvSpPr/>
                <p:nvPr/>
              </p:nvSpPr>
              <p:spPr>
                <a:xfrm>
                  <a:off x="-599950" y="4282075"/>
                  <a:ext cx="50800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1403" extrusionOk="0">
                      <a:moveTo>
                        <a:pt x="1032" y="0"/>
                      </a:moveTo>
                      <a:cubicBezTo>
                        <a:pt x="489" y="0"/>
                        <a:pt x="0" y="704"/>
                        <a:pt x="513" y="1194"/>
                      </a:cubicBezTo>
                      <a:cubicBezTo>
                        <a:pt x="660" y="1340"/>
                        <a:pt x="828" y="1402"/>
                        <a:pt x="991" y="1402"/>
                      </a:cubicBezTo>
                      <a:cubicBezTo>
                        <a:pt x="1537" y="1402"/>
                        <a:pt x="2031" y="712"/>
                        <a:pt x="1516" y="221"/>
                      </a:cubicBezTo>
                      <a:cubicBezTo>
                        <a:pt x="1368" y="65"/>
                        <a:pt x="119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7" name="Google Shape;2847;p18"/>
                <p:cNvSpPr/>
                <p:nvPr/>
              </p:nvSpPr>
              <p:spPr>
                <a:xfrm>
                  <a:off x="512475" y="4625075"/>
                  <a:ext cx="50700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420" extrusionOk="0">
                      <a:moveTo>
                        <a:pt x="1041" y="1"/>
                      </a:moveTo>
                      <a:cubicBezTo>
                        <a:pt x="495" y="1"/>
                        <a:pt x="1" y="691"/>
                        <a:pt x="516" y="1182"/>
                      </a:cubicBezTo>
                      <a:cubicBezTo>
                        <a:pt x="669" y="1350"/>
                        <a:pt x="844" y="1419"/>
                        <a:pt x="1014" y="1419"/>
                      </a:cubicBezTo>
                      <a:cubicBezTo>
                        <a:pt x="1552" y="1419"/>
                        <a:pt x="2027" y="718"/>
                        <a:pt x="1519" y="209"/>
                      </a:cubicBezTo>
                      <a:cubicBezTo>
                        <a:pt x="1372" y="63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8" name="Google Shape;2848;p18"/>
                <p:cNvSpPr/>
                <p:nvPr/>
              </p:nvSpPr>
              <p:spPr>
                <a:xfrm>
                  <a:off x="235925" y="1842825"/>
                  <a:ext cx="509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9" h="1403" extrusionOk="0">
                      <a:moveTo>
                        <a:pt x="1046" y="0"/>
                      </a:moveTo>
                      <a:cubicBezTo>
                        <a:pt x="489" y="0"/>
                        <a:pt x="1" y="704"/>
                        <a:pt x="514" y="1194"/>
                      </a:cubicBezTo>
                      <a:cubicBezTo>
                        <a:pt x="660" y="1341"/>
                        <a:pt x="828" y="1402"/>
                        <a:pt x="992" y="1402"/>
                      </a:cubicBezTo>
                      <a:cubicBezTo>
                        <a:pt x="1539" y="1402"/>
                        <a:pt x="2038" y="713"/>
                        <a:pt x="1547" y="221"/>
                      </a:cubicBezTo>
                      <a:cubicBezTo>
                        <a:pt x="1391" y="65"/>
                        <a:pt x="1215" y="0"/>
                        <a:pt x="104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9" name="Google Shape;2849;p18"/>
                <p:cNvSpPr/>
                <p:nvPr/>
              </p:nvSpPr>
              <p:spPr>
                <a:xfrm>
                  <a:off x="968350" y="1967100"/>
                  <a:ext cx="49650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6" h="1433" extrusionOk="0">
                      <a:moveTo>
                        <a:pt x="1053" y="0"/>
                      </a:moveTo>
                      <a:cubicBezTo>
                        <a:pt x="503" y="0"/>
                        <a:pt x="0" y="713"/>
                        <a:pt x="518" y="1208"/>
                      </a:cubicBezTo>
                      <a:cubicBezTo>
                        <a:pt x="669" y="1366"/>
                        <a:pt x="838" y="1432"/>
                        <a:pt x="1001" y="1432"/>
                      </a:cubicBezTo>
                      <a:cubicBezTo>
                        <a:pt x="1528" y="1432"/>
                        <a:pt x="1985" y="739"/>
                        <a:pt x="1521" y="205"/>
                      </a:cubicBezTo>
                      <a:cubicBezTo>
                        <a:pt x="1377" y="61"/>
                        <a:pt x="1213" y="0"/>
                        <a:pt x="105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0" name="Google Shape;2850;p18"/>
                <p:cNvSpPr/>
                <p:nvPr/>
              </p:nvSpPr>
              <p:spPr>
                <a:xfrm>
                  <a:off x="54900" y="585200"/>
                  <a:ext cx="50225" cy="3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32" extrusionOk="0">
                      <a:moveTo>
                        <a:pt x="1026" y="1"/>
                      </a:moveTo>
                      <a:cubicBezTo>
                        <a:pt x="476" y="1"/>
                        <a:pt x="0" y="705"/>
                        <a:pt x="490" y="1194"/>
                      </a:cubicBezTo>
                      <a:cubicBezTo>
                        <a:pt x="643" y="1362"/>
                        <a:pt x="819" y="1432"/>
                        <a:pt x="989" y="1432"/>
                      </a:cubicBezTo>
                      <a:cubicBezTo>
                        <a:pt x="1528" y="1432"/>
                        <a:pt x="2009" y="730"/>
                        <a:pt x="1523" y="222"/>
                      </a:cubicBezTo>
                      <a:cubicBezTo>
                        <a:pt x="1368" y="66"/>
                        <a:pt x="1194" y="1"/>
                        <a:pt x="10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1" name="Google Shape;2851;p18"/>
                <p:cNvSpPr/>
                <p:nvPr/>
              </p:nvSpPr>
              <p:spPr>
                <a:xfrm>
                  <a:off x="-2734675" y="3180225"/>
                  <a:ext cx="5022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03" extrusionOk="0">
                      <a:moveTo>
                        <a:pt x="1013" y="0"/>
                      </a:moveTo>
                      <a:cubicBezTo>
                        <a:pt x="477" y="0"/>
                        <a:pt x="1" y="705"/>
                        <a:pt x="490" y="1194"/>
                      </a:cubicBezTo>
                      <a:cubicBezTo>
                        <a:pt x="637" y="1341"/>
                        <a:pt x="805" y="1402"/>
                        <a:pt x="968" y="1402"/>
                      </a:cubicBezTo>
                      <a:cubicBezTo>
                        <a:pt x="1514" y="1402"/>
                        <a:pt x="2008" y="713"/>
                        <a:pt x="1493" y="221"/>
                      </a:cubicBezTo>
                      <a:cubicBezTo>
                        <a:pt x="1345" y="66"/>
                        <a:pt x="1176" y="0"/>
                        <a:pt x="101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2" name="Google Shape;2852;p18"/>
                <p:cNvSpPr/>
                <p:nvPr/>
              </p:nvSpPr>
              <p:spPr>
                <a:xfrm>
                  <a:off x="-3560675" y="2610300"/>
                  <a:ext cx="50300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28" extrusionOk="0">
                      <a:moveTo>
                        <a:pt x="1039" y="1"/>
                      </a:moveTo>
                      <a:cubicBezTo>
                        <a:pt x="494" y="1"/>
                        <a:pt x="1" y="705"/>
                        <a:pt x="490" y="1194"/>
                      </a:cubicBezTo>
                      <a:cubicBezTo>
                        <a:pt x="648" y="1359"/>
                        <a:pt x="824" y="1428"/>
                        <a:pt x="993" y="1428"/>
                      </a:cubicBezTo>
                      <a:cubicBezTo>
                        <a:pt x="1541" y="1428"/>
                        <a:pt x="2011" y="709"/>
                        <a:pt x="1524" y="222"/>
                      </a:cubicBezTo>
                      <a:cubicBezTo>
                        <a:pt x="1375" y="66"/>
                        <a:pt x="1205" y="1"/>
                        <a:pt x="103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3" name="Google Shape;2853;p18"/>
                <p:cNvSpPr/>
                <p:nvPr/>
              </p:nvSpPr>
              <p:spPr>
                <a:xfrm>
                  <a:off x="-2691350" y="1535075"/>
                  <a:ext cx="503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" h="1403" extrusionOk="0">
                      <a:moveTo>
                        <a:pt x="1039" y="0"/>
                      </a:moveTo>
                      <a:cubicBezTo>
                        <a:pt x="494" y="0"/>
                        <a:pt x="0" y="704"/>
                        <a:pt x="490" y="1194"/>
                      </a:cubicBezTo>
                      <a:cubicBezTo>
                        <a:pt x="651" y="1340"/>
                        <a:pt x="826" y="1402"/>
                        <a:pt x="993" y="1402"/>
                      </a:cubicBezTo>
                      <a:cubicBezTo>
                        <a:pt x="1551" y="1402"/>
                        <a:pt x="2015" y="712"/>
                        <a:pt x="1523" y="221"/>
                      </a:cubicBezTo>
                      <a:cubicBezTo>
                        <a:pt x="1375" y="65"/>
                        <a:pt x="1204" y="0"/>
                        <a:pt x="103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4" name="Google Shape;2854;p18"/>
                <p:cNvSpPr/>
                <p:nvPr/>
              </p:nvSpPr>
              <p:spPr>
                <a:xfrm>
                  <a:off x="-1786450" y="914650"/>
                  <a:ext cx="50525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" h="1416" extrusionOk="0">
                      <a:moveTo>
                        <a:pt x="1060" y="0"/>
                      </a:moveTo>
                      <a:cubicBezTo>
                        <a:pt x="509" y="0"/>
                        <a:pt x="1" y="713"/>
                        <a:pt x="495" y="1208"/>
                      </a:cubicBezTo>
                      <a:cubicBezTo>
                        <a:pt x="649" y="1354"/>
                        <a:pt x="820" y="1416"/>
                        <a:pt x="984" y="1416"/>
                      </a:cubicBezTo>
                      <a:cubicBezTo>
                        <a:pt x="1538" y="1416"/>
                        <a:pt x="2021" y="720"/>
                        <a:pt x="1529" y="205"/>
                      </a:cubicBezTo>
                      <a:cubicBezTo>
                        <a:pt x="1385" y="61"/>
                        <a:pt x="1221" y="0"/>
                        <a:pt x="10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5" name="Google Shape;2855;p18"/>
                <p:cNvSpPr/>
                <p:nvPr/>
              </p:nvSpPr>
              <p:spPr>
                <a:xfrm>
                  <a:off x="-1588800" y="242050"/>
                  <a:ext cx="503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37" extrusionOk="0">
                      <a:moveTo>
                        <a:pt x="1049" y="1"/>
                      </a:moveTo>
                      <a:cubicBezTo>
                        <a:pt x="501" y="1"/>
                        <a:pt x="0" y="696"/>
                        <a:pt x="492" y="1212"/>
                      </a:cubicBezTo>
                      <a:cubicBezTo>
                        <a:pt x="650" y="1370"/>
                        <a:pt x="827" y="1436"/>
                        <a:pt x="996" y="1436"/>
                      </a:cubicBezTo>
                      <a:cubicBezTo>
                        <a:pt x="1543" y="1436"/>
                        <a:pt x="2013" y="743"/>
                        <a:pt x="1526" y="209"/>
                      </a:cubicBezTo>
                      <a:cubicBezTo>
                        <a:pt x="1379" y="62"/>
                        <a:pt x="1212" y="1"/>
                        <a:pt x="10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6" name="Google Shape;2856;p18"/>
                <p:cNvSpPr/>
                <p:nvPr/>
              </p:nvSpPr>
              <p:spPr>
                <a:xfrm>
                  <a:off x="-943650" y="276250"/>
                  <a:ext cx="50325" cy="3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1436" extrusionOk="0">
                      <a:moveTo>
                        <a:pt x="1049" y="0"/>
                      </a:moveTo>
                      <a:cubicBezTo>
                        <a:pt x="501" y="0"/>
                        <a:pt x="0" y="696"/>
                        <a:pt x="492" y="1212"/>
                      </a:cubicBezTo>
                      <a:cubicBezTo>
                        <a:pt x="643" y="1370"/>
                        <a:pt x="816" y="1436"/>
                        <a:pt x="983" y="1436"/>
                      </a:cubicBezTo>
                      <a:cubicBezTo>
                        <a:pt x="1525" y="1436"/>
                        <a:pt x="2013" y="742"/>
                        <a:pt x="1525" y="209"/>
                      </a:cubicBezTo>
                      <a:cubicBezTo>
                        <a:pt x="1379" y="62"/>
                        <a:pt x="1212" y="0"/>
                        <a:pt x="104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7" name="Google Shape;2857;p18"/>
                <p:cNvSpPr/>
                <p:nvPr/>
              </p:nvSpPr>
              <p:spPr>
                <a:xfrm>
                  <a:off x="-625325" y="-57250"/>
                  <a:ext cx="50475" cy="3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1429" extrusionOk="0">
                      <a:moveTo>
                        <a:pt x="1047" y="0"/>
                      </a:moveTo>
                      <a:cubicBezTo>
                        <a:pt x="491" y="0"/>
                        <a:pt x="0" y="714"/>
                        <a:pt x="495" y="1208"/>
                      </a:cubicBezTo>
                      <a:cubicBezTo>
                        <a:pt x="643" y="1363"/>
                        <a:pt x="813" y="1428"/>
                        <a:pt x="978" y="1428"/>
                      </a:cubicBezTo>
                      <a:cubicBezTo>
                        <a:pt x="1523" y="1428"/>
                        <a:pt x="2018" y="718"/>
                        <a:pt x="1528" y="205"/>
                      </a:cubicBezTo>
                      <a:cubicBezTo>
                        <a:pt x="1377" y="61"/>
                        <a:pt x="1210" y="0"/>
                        <a:pt x="10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8" name="Google Shape;2858;p18"/>
                <p:cNvSpPr/>
                <p:nvPr/>
              </p:nvSpPr>
              <p:spPr>
                <a:xfrm>
                  <a:off x="1081525" y="3719750"/>
                  <a:ext cx="503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" h="1403" extrusionOk="0">
                      <a:moveTo>
                        <a:pt x="1038" y="0"/>
                      </a:moveTo>
                      <a:cubicBezTo>
                        <a:pt x="494" y="0"/>
                        <a:pt x="0" y="704"/>
                        <a:pt x="490" y="1194"/>
                      </a:cubicBezTo>
                      <a:cubicBezTo>
                        <a:pt x="643" y="1341"/>
                        <a:pt x="815" y="1402"/>
                        <a:pt x="980" y="1402"/>
                      </a:cubicBezTo>
                      <a:cubicBezTo>
                        <a:pt x="1533" y="1402"/>
                        <a:pt x="2014" y="713"/>
                        <a:pt x="1523" y="221"/>
                      </a:cubicBezTo>
                      <a:cubicBezTo>
                        <a:pt x="1374" y="65"/>
                        <a:pt x="1204" y="0"/>
                        <a:pt x="103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9" name="Google Shape;2859;p18"/>
                <p:cNvSpPr/>
                <p:nvPr/>
              </p:nvSpPr>
              <p:spPr>
                <a:xfrm>
                  <a:off x="1127050" y="4295300"/>
                  <a:ext cx="50475" cy="3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1429" extrusionOk="0">
                      <a:moveTo>
                        <a:pt x="1049" y="1"/>
                      </a:moveTo>
                      <a:cubicBezTo>
                        <a:pt x="501" y="1"/>
                        <a:pt x="0" y="696"/>
                        <a:pt x="492" y="1212"/>
                      </a:cubicBezTo>
                      <a:cubicBezTo>
                        <a:pt x="645" y="1365"/>
                        <a:pt x="816" y="1429"/>
                        <a:pt x="980" y="1429"/>
                      </a:cubicBezTo>
                      <a:cubicBezTo>
                        <a:pt x="1534" y="1429"/>
                        <a:pt x="2018" y="701"/>
                        <a:pt x="1526" y="209"/>
                      </a:cubicBezTo>
                      <a:cubicBezTo>
                        <a:pt x="1379" y="62"/>
                        <a:pt x="1212" y="1"/>
                        <a:pt x="10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0" name="Google Shape;2860;p18"/>
                <p:cNvSpPr/>
                <p:nvPr/>
              </p:nvSpPr>
              <p:spPr>
                <a:xfrm>
                  <a:off x="1924175" y="4419925"/>
                  <a:ext cx="503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5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57" y="1346"/>
                        <a:pt x="838" y="1415"/>
                        <a:pt x="1008" y="1415"/>
                      </a:cubicBezTo>
                      <a:cubicBezTo>
                        <a:pt x="1561" y="1415"/>
                        <a:pt x="2014" y="696"/>
                        <a:pt x="1526" y="209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861" name="Google Shape;2861;p18"/>
          <p:cNvSpPr txBox="1">
            <a:spLocks noGrp="1"/>
          </p:cNvSpPr>
          <p:nvPr>
            <p:ph type="subTitle" idx="1"/>
          </p:nvPr>
        </p:nvSpPr>
        <p:spPr>
          <a:xfrm>
            <a:off x="4905375" y="2268425"/>
            <a:ext cx="2505000" cy="8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862" name="Google Shape;2862;p18"/>
          <p:cNvSpPr txBox="1">
            <a:spLocks noGrp="1"/>
          </p:cNvSpPr>
          <p:nvPr>
            <p:ph type="title"/>
          </p:nvPr>
        </p:nvSpPr>
        <p:spPr>
          <a:xfrm>
            <a:off x="4905375" y="1565225"/>
            <a:ext cx="2505000" cy="7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1">
    <p:spTree>
      <p:nvGrpSpPr>
        <p:cNvPr id="1" name="Shape 3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3" name="Google Shape;3593;p22"/>
          <p:cNvSpPr txBox="1">
            <a:spLocks noGrp="1"/>
          </p:cNvSpPr>
          <p:nvPr>
            <p:ph type="subTitle" idx="1"/>
          </p:nvPr>
        </p:nvSpPr>
        <p:spPr>
          <a:xfrm>
            <a:off x="2686051" y="1635452"/>
            <a:ext cx="28722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4" name="Google Shape;3594;p22"/>
          <p:cNvSpPr txBox="1">
            <a:spLocks noGrp="1"/>
          </p:cNvSpPr>
          <p:nvPr>
            <p:ph type="subTitle" idx="2"/>
          </p:nvPr>
        </p:nvSpPr>
        <p:spPr>
          <a:xfrm>
            <a:off x="2686061" y="3231372"/>
            <a:ext cx="28722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5" name="Google Shape;3595;p22"/>
          <p:cNvSpPr txBox="1">
            <a:spLocks noGrp="1"/>
          </p:cNvSpPr>
          <p:nvPr>
            <p:ph type="subTitle" idx="3"/>
          </p:nvPr>
        </p:nvSpPr>
        <p:spPr>
          <a:xfrm>
            <a:off x="5558220" y="1635450"/>
            <a:ext cx="28722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6" name="Google Shape;3596;p22"/>
          <p:cNvSpPr txBox="1">
            <a:spLocks noGrp="1"/>
          </p:cNvSpPr>
          <p:nvPr>
            <p:ph type="subTitle" idx="4"/>
          </p:nvPr>
        </p:nvSpPr>
        <p:spPr>
          <a:xfrm>
            <a:off x="5558220" y="3231370"/>
            <a:ext cx="28722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7" name="Google Shape;3597;p22"/>
          <p:cNvSpPr txBox="1">
            <a:spLocks noGrp="1"/>
          </p:cNvSpPr>
          <p:nvPr>
            <p:ph type="subTitle" idx="5"/>
          </p:nvPr>
        </p:nvSpPr>
        <p:spPr>
          <a:xfrm>
            <a:off x="2686050" y="2110777"/>
            <a:ext cx="28722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8" name="Google Shape;3598;p22"/>
          <p:cNvSpPr txBox="1">
            <a:spLocks noGrp="1"/>
          </p:cNvSpPr>
          <p:nvPr>
            <p:ph type="subTitle" idx="6"/>
          </p:nvPr>
        </p:nvSpPr>
        <p:spPr>
          <a:xfrm>
            <a:off x="2686050" y="3706701"/>
            <a:ext cx="28722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9" name="Google Shape;3599;p22"/>
          <p:cNvSpPr txBox="1">
            <a:spLocks noGrp="1"/>
          </p:cNvSpPr>
          <p:nvPr>
            <p:ph type="subTitle" idx="7"/>
          </p:nvPr>
        </p:nvSpPr>
        <p:spPr>
          <a:xfrm>
            <a:off x="5558221" y="2110775"/>
            <a:ext cx="28722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0" name="Google Shape;3600;p22"/>
          <p:cNvSpPr txBox="1">
            <a:spLocks noGrp="1"/>
          </p:cNvSpPr>
          <p:nvPr>
            <p:ph type="subTitle" idx="8"/>
          </p:nvPr>
        </p:nvSpPr>
        <p:spPr>
          <a:xfrm>
            <a:off x="5558218" y="3706699"/>
            <a:ext cx="28722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1" name="Google Shape;3601;p22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grpSp>
        <p:nvGrpSpPr>
          <p:cNvPr id="3602" name="Google Shape;3602;p22"/>
          <p:cNvGrpSpPr/>
          <p:nvPr/>
        </p:nvGrpSpPr>
        <p:grpSpPr>
          <a:xfrm rot="10800000" flipH="1">
            <a:off x="-1376787" y="1167675"/>
            <a:ext cx="9036625" cy="5462925"/>
            <a:chOff x="-1554275" y="-744050"/>
            <a:chExt cx="9036625" cy="5462925"/>
          </a:xfrm>
        </p:grpSpPr>
        <p:sp>
          <p:nvSpPr>
            <p:cNvPr id="3603" name="Google Shape;3603;p22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22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05" name="Google Shape;3605;p22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3606" name="Google Shape;3606;p22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7" name="Google Shape;3607;p22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8" name="Google Shape;3608;p22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9" name="Google Shape;3609;p22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0" name="Google Shape;3610;p22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1" name="Google Shape;3611;p22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2" name="Google Shape;3612;p22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3" name="Google Shape;3613;p22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4" name="Google Shape;3614;p22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5" name="Google Shape;3615;p22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6" name="Google Shape;3616;p22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7" name="Google Shape;3617;p22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8" name="Google Shape;3618;p22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9" name="Google Shape;3619;p22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0" name="Google Shape;3620;p22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1" name="Google Shape;3621;p22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2" name="Google Shape;3622;p22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3" name="Google Shape;3623;p22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4" name="Google Shape;3624;p22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5" name="Google Shape;3625;p22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6" name="Google Shape;3626;p22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7" name="Google Shape;3627;p22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8" name="Google Shape;3628;p22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9" name="Google Shape;3629;p22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0" name="Google Shape;3630;p22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1" name="Google Shape;3631;p22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2" name="Google Shape;3632;p22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3" name="Google Shape;3633;p22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4" name="Google Shape;3634;p22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5" name="Google Shape;3635;p22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6" name="Google Shape;3636;p22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7" name="Google Shape;3637;p22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8" name="Google Shape;3638;p22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9" name="Google Shape;3639;p22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0" name="Google Shape;3640;p22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1" name="Google Shape;3641;p22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2" name="Google Shape;3642;p22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3" name="Google Shape;3643;p22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4" name="Google Shape;3644;p22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5" name="Google Shape;3645;p22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6" name="Google Shape;3646;p22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7" name="Google Shape;3647;p22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8" name="Google Shape;3648;p22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9" name="Google Shape;3649;p22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0" name="Google Shape;3650;p22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1" name="Google Shape;3651;p22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2" name="Google Shape;3652;p22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3" name="Google Shape;3653;p22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4" name="Google Shape;3654;p22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5" name="Google Shape;3655;p22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6" name="Google Shape;3656;p22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7" name="Google Shape;3657;p22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8" name="Google Shape;3658;p22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9" name="Google Shape;3659;p22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0" name="Google Shape;3660;p22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1" name="Google Shape;3661;p22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2" name="Google Shape;3662;p22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3" name="Google Shape;3663;p22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4" name="Google Shape;3664;p22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5" name="Google Shape;3665;p22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6" name="Google Shape;3666;p22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7" name="Google Shape;3667;p22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8" name="Google Shape;3668;p22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9" name="Google Shape;3669;p22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0" name="Google Shape;3670;p22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1" name="Google Shape;3671;p22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2" name="Google Shape;3672;p22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3" name="Google Shape;3673;p22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4" name="Google Shape;3674;p22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5" name="Google Shape;3675;p22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6" name="Google Shape;3676;p22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7" name="Google Shape;3677;p22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8" name="Google Shape;3678;p22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9" name="Google Shape;3679;p22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0" name="Google Shape;3680;p22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1" name="Google Shape;3681;p22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2" name="Google Shape;3682;p22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3" name="Google Shape;3683;p22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4" name="Google Shape;3684;p22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5" name="Google Shape;3685;p22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6" name="Google Shape;3686;p22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7" name="Google Shape;3687;p22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8" name="Google Shape;3688;p22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9" name="Google Shape;3689;p22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0" name="Google Shape;3690;p22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1" name="Google Shape;3691;p22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2" name="Google Shape;3692;p22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3" name="Google Shape;3693;p22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4" name="Google Shape;3694;p22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5" name="Google Shape;3695;p22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6" name="Google Shape;3696;p22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7" name="Google Shape;3697;p22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8" name="Google Shape;3698;p22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9" name="Google Shape;3699;p22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0" name="Google Shape;3700;p22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1" name="Google Shape;3701;p22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2" name="Google Shape;3702;p22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3" name="Google Shape;3703;p22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4" name="Google Shape;3704;p22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5" name="Google Shape;3705;p22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6" name="Google Shape;3706;p22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7" name="Google Shape;3707;p22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8" name="Google Shape;3708;p22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9" name="Google Shape;3709;p22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0" name="Google Shape;3710;p22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1" name="Google Shape;3711;p22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2" name="Google Shape;3712;p22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3" name="Google Shape;3713;p22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4" name="Google Shape;3714;p22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5" name="Google Shape;3715;p22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6" name="Google Shape;3716;p22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7" name="Google Shape;3717;p22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8" name="Google Shape;3718;p22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9" name="Google Shape;3719;p22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0" name="Google Shape;3720;p22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1" name="Google Shape;3721;p22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2" name="Google Shape;3722;p22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3" name="Google Shape;3723;p22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4" name="Google Shape;3724;p22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5" name="Google Shape;3725;p22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6" name="Google Shape;3726;p22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7" name="Google Shape;3727;p22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6">
    <p:spTree>
      <p:nvGrpSpPr>
        <p:cNvPr id="1" name="Shape 3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9" name="Google Shape;3729;p23"/>
          <p:cNvGrpSpPr/>
          <p:nvPr/>
        </p:nvGrpSpPr>
        <p:grpSpPr>
          <a:xfrm rot="-4280205" flipH="1">
            <a:off x="2573480" y="3405268"/>
            <a:ext cx="9206047" cy="7198955"/>
            <a:chOff x="-3560675" y="-1695025"/>
            <a:chExt cx="9206200" cy="7199075"/>
          </a:xfrm>
        </p:grpSpPr>
        <p:sp>
          <p:nvSpPr>
            <p:cNvPr id="3730" name="Google Shape;3730;p23"/>
            <p:cNvSpPr/>
            <p:nvPr/>
          </p:nvSpPr>
          <p:spPr>
            <a:xfrm>
              <a:off x="3144700" y="1760900"/>
              <a:ext cx="49725" cy="38825"/>
            </a:xfrm>
            <a:custGeom>
              <a:avLst/>
              <a:gdLst/>
              <a:ahLst/>
              <a:cxnLst/>
              <a:rect l="l" t="t" r="r" b="b"/>
              <a:pathLst>
                <a:path w="1989" h="1553" extrusionOk="0">
                  <a:moveTo>
                    <a:pt x="1058" y="1"/>
                  </a:moveTo>
                  <a:cubicBezTo>
                    <a:pt x="1040" y="1"/>
                    <a:pt x="1022" y="2"/>
                    <a:pt x="1004" y="3"/>
                  </a:cubicBezTo>
                  <a:cubicBezTo>
                    <a:pt x="1" y="33"/>
                    <a:pt x="31" y="1553"/>
                    <a:pt x="1034" y="1553"/>
                  </a:cubicBezTo>
                  <a:cubicBezTo>
                    <a:pt x="1988" y="1523"/>
                    <a:pt x="1977" y="1"/>
                    <a:pt x="105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23"/>
            <p:cNvSpPr/>
            <p:nvPr/>
          </p:nvSpPr>
          <p:spPr>
            <a:xfrm>
              <a:off x="2791350" y="1538300"/>
              <a:ext cx="49950" cy="38775"/>
            </a:xfrm>
            <a:custGeom>
              <a:avLst/>
              <a:gdLst/>
              <a:ahLst/>
              <a:cxnLst/>
              <a:rect l="l" t="t" r="r" b="b"/>
              <a:pathLst>
                <a:path w="1998" h="1551" extrusionOk="0">
                  <a:moveTo>
                    <a:pt x="1002" y="0"/>
                  </a:moveTo>
                  <a:cubicBezTo>
                    <a:pt x="993" y="0"/>
                    <a:pt x="983" y="0"/>
                    <a:pt x="973" y="1"/>
                  </a:cubicBezTo>
                  <a:cubicBezTo>
                    <a:pt x="1" y="31"/>
                    <a:pt x="31" y="1551"/>
                    <a:pt x="1034" y="1551"/>
                  </a:cubicBezTo>
                  <a:cubicBezTo>
                    <a:pt x="1997" y="1521"/>
                    <a:pt x="1977" y="0"/>
                    <a:pt x="100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23"/>
            <p:cNvSpPr/>
            <p:nvPr/>
          </p:nvSpPr>
          <p:spPr>
            <a:xfrm>
              <a:off x="3881050" y="912150"/>
              <a:ext cx="50175" cy="39550"/>
            </a:xfrm>
            <a:custGeom>
              <a:avLst/>
              <a:gdLst/>
              <a:ahLst/>
              <a:cxnLst/>
              <a:rect l="l" t="t" r="r" b="b"/>
              <a:pathLst>
                <a:path w="2007" h="1582" extrusionOk="0">
                  <a:moveTo>
                    <a:pt x="973" y="1"/>
                  </a:moveTo>
                  <a:cubicBezTo>
                    <a:pt x="0" y="62"/>
                    <a:pt x="30" y="1581"/>
                    <a:pt x="1033" y="1581"/>
                  </a:cubicBezTo>
                  <a:cubicBezTo>
                    <a:pt x="2006" y="1521"/>
                    <a:pt x="1976" y="1"/>
                    <a:pt x="97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33" name="Google Shape;3733;p23"/>
            <p:cNvGrpSpPr/>
            <p:nvPr/>
          </p:nvGrpSpPr>
          <p:grpSpPr>
            <a:xfrm>
              <a:off x="-3560675" y="-1695025"/>
              <a:ext cx="9206200" cy="7199075"/>
              <a:chOff x="-3560675" y="-1695025"/>
              <a:chExt cx="9206200" cy="7199075"/>
            </a:xfrm>
          </p:grpSpPr>
          <p:sp>
            <p:nvSpPr>
              <p:cNvPr id="3734" name="Google Shape;3734;p23"/>
              <p:cNvSpPr/>
              <p:nvPr/>
            </p:nvSpPr>
            <p:spPr>
              <a:xfrm>
                <a:off x="3584675" y="-201850"/>
                <a:ext cx="50175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52" extrusionOk="0">
                    <a:moveTo>
                      <a:pt x="973" y="1"/>
                    </a:moveTo>
                    <a:cubicBezTo>
                      <a:pt x="1" y="31"/>
                      <a:pt x="31" y="1551"/>
                      <a:pt x="1034" y="1551"/>
                    </a:cubicBezTo>
                    <a:cubicBezTo>
                      <a:pt x="2007" y="1521"/>
                      <a:pt x="1976" y="1"/>
                      <a:pt x="97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5" name="Google Shape;3735;p23"/>
              <p:cNvSpPr/>
              <p:nvPr/>
            </p:nvSpPr>
            <p:spPr>
              <a:xfrm>
                <a:off x="4071775" y="186450"/>
                <a:ext cx="4992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1997" h="1582" extrusionOk="0">
                    <a:moveTo>
                      <a:pt x="1032" y="1"/>
                    </a:moveTo>
                    <a:cubicBezTo>
                      <a:pt x="1023" y="1"/>
                      <a:pt x="1013" y="1"/>
                      <a:pt x="1003" y="1"/>
                    </a:cubicBezTo>
                    <a:cubicBezTo>
                      <a:pt x="0" y="62"/>
                      <a:pt x="31" y="1582"/>
                      <a:pt x="1034" y="1582"/>
                    </a:cubicBezTo>
                    <a:cubicBezTo>
                      <a:pt x="1997" y="1491"/>
                      <a:pt x="1977" y="1"/>
                      <a:pt x="103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6" name="Google Shape;3736;p23"/>
              <p:cNvSpPr/>
              <p:nvPr/>
            </p:nvSpPr>
            <p:spPr>
              <a:xfrm>
                <a:off x="4755675" y="-352300"/>
                <a:ext cx="5017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82" extrusionOk="0">
                    <a:moveTo>
                      <a:pt x="1004" y="1"/>
                    </a:moveTo>
                    <a:cubicBezTo>
                      <a:pt x="0" y="61"/>
                      <a:pt x="31" y="1581"/>
                      <a:pt x="1034" y="1581"/>
                    </a:cubicBezTo>
                    <a:cubicBezTo>
                      <a:pt x="2007" y="1520"/>
                      <a:pt x="1976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7" name="Google Shape;3737;p23"/>
              <p:cNvSpPr/>
              <p:nvPr/>
            </p:nvSpPr>
            <p:spPr>
              <a:xfrm>
                <a:off x="5595350" y="406075"/>
                <a:ext cx="50175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2007" h="1551" extrusionOk="0">
                    <a:moveTo>
                      <a:pt x="1004" y="0"/>
                    </a:moveTo>
                    <a:cubicBezTo>
                      <a:pt x="1" y="31"/>
                      <a:pt x="31" y="1551"/>
                      <a:pt x="1034" y="1551"/>
                    </a:cubicBezTo>
                    <a:cubicBezTo>
                      <a:pt x="2007" y="1520"/>
                      <a:pt x="1976" y="0"/>
                      <a:pt x="100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8" name="Google Shape;3738;p23"/>
              <p:cNvSpPr/>
              <p:nvPr/>
            </p:nvSpPr>
            <p:spPr>
              <a:xfrm>
                <a:off x="1941075" y="5468575"/>
                <a:ext cx="50675" cy="35475"/>
              </a:xfrm>
              <a:custGeom>
                <a:avLst/>
                <a:gdLst/>
                <a:ahLst/>
                <a:cxnLst/>
                <a:rect l="l" t="t" r="r" b="b"/>
                <a:pathLst>
                  <a:path w="2027" h="1419" extrusionOk="0">
                    <a:moveTo>
                      <a:pt x="1041" y="0"/>
                    </a:moveTo>
                    <a:cubicBezTo>
                      <a:pt x="495" y="0"/>
                      <a:pt x="1" y="690"/>
                      <a:pt x="516" y="1181"/>
                    </a:cubicBezTo>
                    <a:cubicBezTo>
                      <a:pt x="669" y="1349"/>
                      <a:pt x="844" y="1419"/>
                      <a:pt x="1014" y="1419"/>
                    </a:cubicBezTo>
                    <a:cubicBezTo>
                      <a:pt x="1551" y="1419"/>
                      <a:pt x="2027" y="717"/>
                      <a:pt x="1519" y="208"/>
                    </a:cubicBezTo>
                    <a:cubicBezTo>
                      <a:pt x="1372" y="62"/>
                      <a:pt x="1204" y="0"/>
                      <a:pt x="10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739" name="Google Shape;3739;p23"/>
              <p:cNvGrpSpPr/>
              <p:nvPr/>
            </p:nvGrpSpPr>
            <p:grpSpPr>
              <a:xfrm>
                <a:off x="-3560675" y="-1695025"/>
                <a:ext cx="9184925" cy="7184775"/>
                <a:chOff x="-3560675" y="-1695025"/>
                <a:chExt cx="9184925" cy="7184775"/>
              </a:xfrm>
            </p:grpSpPr>
            <p:sp>
              <p:nvSpPr>
                <p:cNvPr id="3740" name="Google Shape;3740;p23"/>
                <p:cNvSpPr/>
                <p:nvPr/>
              </p:nvSpPr>
              <p:spPr>
                <a:xfrm>
                  <a:off x="-1101575" y="-1682675"/>
                  <a:ext cx="6725825" cy="435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033" h="174008" extrusionOk="0">
                      <a:moveTo>
                        <a:pt x="59302" y="540"/>
                      </a:moveTo>
                      <a:lnTo>
                        <a:pt x="70458" y="37653"/>
                      </a:lnTo>
                      <a:lnTo>
                        <a:pt x="70458" y="37653"/>
                      </a:lnTo>
                      <a:lnTo>
                        <a:pt x="20365" y="22790"/>
                      </a:lnTo>
                      <a:lnTo>
                        <a:pt x="59302" y="540"/>
                      </a:lnTo>
                      <a:close/>
                      <a:moveTo>
                        <a:pt x="103984" y="31635"/>
                      </a:moveTo>
                      <a:lnTo>
                        <a:pt x="93984" y="45769"/>
                      </a:lnTo>
                      <a:cubicBezTo>
                        <a:pt x="93893" y="45860"/>
                        <a:pt x="93953" y="45981"/>
                        <a:pt x="94014" y="46042"/>
                      </a:cubicBezTo>
                      <a:lnTo>
                        <a:pt x="94045" y="46073"/>
                      </a:lnTo>
                      <a:lnTo>
                        <a:pt x="91036" y="54431"/>
                      </a:lnTo>
                      <a:lnTo>
                        <a:pt x="71066" y="38170"/>
                      </a:lnTo>
                      <a:lnTo>
                        <a:pt x="103984" y="31635"/>
                      </a:lnTo>
                      <a:close/>
                      <a:moveTo>
                        <a:pt x="129516" y="12334"/>
                      </a:moveTo>
                      <a:lnTo>
                        <a:pt x="116446" y="58048"/>
                      </a:lnTo>
                      <a:lnTo>
                        <a:pt x="94409" y="45921"/>
                      </a:lnTo>
                      <a:lnTo>
                        <a:pt x="129516" y="12334"/>
                      </a:lnTo>
                      <a:close/>
                      <a:moveTo>
                        <a:pt x="49363" y="35221"/>
                      </a:moveTo>
                      <a:lnTo>
                        <a:pt x="70640" y="38170"/>
                      </a:lnTo>
                      <a:lnTo>
                        <a:pt x="70640" y="38322"/>
                      </a:lnTo>
                      <a:lnTo>
                        <a:pt x="87054" y="64401"/>
                      </a:lnTo>
                      <a:lnTo>
                        <a:pt x="87054" y="64401"/>
                      </a:lnTo>
                      <a:lnTo>
                        <a:pt x="49363" y="35221"/>
                      </a:lnTo>
                      <a:close/>
                      <a:moveTo>
                        <a:pt x="71643" y="39142"/>
                      </a:moveTo>
                      <a:lnTo>
                        <a:pt x="90975" y="54796"/>
                      </a:lnTo>
                      <a:lnTo>
                        <a:pt x="87510" y="64401"/>
                      </a:lnTo>
                      <a:lnTo>
                        <a:pt x="71643" y="39142"/>
                      </a:lnTo>
                      <a:close/>
                      <a:moveTo>
                        <a:pt x="49454" y="35799"/>
                      </a:moveTo>
                      <a:lnTo>
                        <a:pt x="86689" y="64644"/>
                      </a:lnTo>
                      <a:lnTo>
                        <a:pt x="62707" y="60511"/>
                      </a:lnTo>
                      <a:lnTo>
                        <a:pt x="62707" y="60359"/>
                      </a:lnTo>
                      <a:lnTo>
                        <a:pt x="49454" y="35799"/>
                      </a:lnTo>
                      <a:close/>
                      <a:moveTo>
                        <a:pt x="20335" y="23185"/>
                      </a:moveTo>
                      <a:lnTo>
                        <a:pt x="68786" y="37531"/>
                      </a:lnTo>
                      <a:lnTo>
                        <a:pt x="48846" y="34765"/>
                      </a:lnTo>
                      <a:lnTo>
                        <a:pt x="48755" y="34765"/>
                      </a:lnTo>
                      <a:lnTo>
                        <a:pt x="48634" y="34644"/>
                      </a:lnTo>
                      <a:cubicBezTo>
                        <a:pt x="48608" y="34618"/>
                        <a:pt x="48571" y="34609"/>
                        <a:pt x="48533" y="34609"/>
                      </a:cubicBezTo>
                      <a:cubicBezTo>
                        <a:pt x="48481" y="34609"/>
                        <a:pt x="48425" y="34626"/>
                        <a:pt x="48390" y="34644"/>
                      </a:cubicBezTo>
                      <a:lnTo>
                        <a:pt x="15593" y="66985"/>
                      </a:lnTo>
                      <a:lnTo>
                        <a:pt x="20335" y="23185"/>
                      </a:lnTo>
                      <a:close/>
                      <a:moveTo>
                        <a:pt x="91248" y="55039"/>
                      </a:moveTo>
                      <a:lnTo>
                        <a:pt x="111583" y="71514"/>
                      </a:lnTo>
                      <a:lnTo>
                        <a:pt x="87753" y="64827"/>
                      </a:lnTo>
                      <a:lnTo>
                        <a:pt x="91248" y="55039"/>
                      </a:lnTo>
                      <a:close/>
                      <a:moveTo>
                        <a:pt x="94349" y="46346"/>
                      </a:moveTo>
                      <a:lnTo>
                        <a:pt x="116325" y="58444"/>
                      </a:lnTo>
                      <a:lnTo>
                        <a:pt x="112525" y="71787"/>
                      </a:lnTo>
                      <a:lnTo>
                        <a:pt x="91400" y="54675"/>
                      </a:lnTo>
                      <a:lnTo>
                        <a:pt x="94349" y="46346"/>
                      </a:lnTo>
                      <a:close/>
                      <a:moveTo>
                        <a:pt x="129820" y="12759"/>
                      </a:moveTo>
                      <a:lnTo>
                        <a:pt x="150672" y="76863"/>
                      </a:lnTo>
                      <a:lnTo>
                        <a:pt x="116781" y="58231"/>
                      </a:lnTo>
                      <a:lnTo>
                        <a:pt x="129820" y="12759"/>
                      </a:lnTo>
                      <a:close/>
                      <a:moveTo>
                        <a:pt x="130216" y="12729"/>
                      </a:moveTo>
                      <a:lnTo>
                        <a:pt x="172557" y="68201"/>
                      </a:lnTo>
                      <a:lnTo>
                        <a:pt x="153286" y="78262"/>
                      </a:lnTo>
                      <a:lnTo>
                        <a:pt x="151158" y="77137"/>
                      </a:lnTo>
                      <a:lnTo>
                        <a:pt x="130216" y="12729"/>
                      </a:lnTo>
                      <a:close/>
                      <a:moveTo>
                        <a:pt x="151341" y="77684"/>
                      </a:moveTo>
                      <a:lnTo>
                        <a:pt x="152921" y="78535"/>
                      </a:lnTo>
                      <a:lnTo>
                        <a:pt x="151797" y="79113"/>
                      </a:lnTo>
                      <a:lnTo>
                        <a:pt x="151341" y="77684"/>
                      </a:lnTo>
                      <a:close/>
                      <a:moveTo>
                        <a:pt x="87753" y="65191"/>
                      </a:moveTo>
                      <a:lnTo>
                        <a:pt x="111796" y="71970"/>
                      </a:lnTo>
                      <a:lnTo>
                        <a:pt x="88421" y="81423"/>
                      </a:lnTo>
                      <a:lnTo>
                        <a:pt x="87753" y="65191"/>
                      </a:lnTo>
                      <a:close/>
                      <a:moveTo>
                        <a:pt x="63315" y="61027"/>
                      </a:moveTo>
                      <a:lnTo>
                        <a:pt x="87358" y="65131"/>
                      </a:lnTo>
                      <a:lnTo>
                        <a:pt x="88057" y="81575"/>
                      </a:lnTo>
                      <a:lnTo>
                        <a:pt x="87327" y="81848"/>
                      </a:lnTo>
                      <a:lnTo>
                        <a:pt x="63315" y="61027"/>
                      </a:lnTo>
                      <a:close/>
                      <a:moveTo>
                        <a:pt x="88087" y="81939"/>
                      </a:moveTo>
                      <a:lnTo>
                        <a:pt x="88118" y="82487"/>
                      </a:lnTo>
                      <a:lnTo>
                        <a:pt x="87722" y="82152"/>
                      </a:lnTo>
                      <a:lnTo>
                        <a:pt x="88087" y="81939"/>
                      </a:lnTo>
                      <a:close/>
                      <a:moveTo>
                        <a:pt x="62494" y="60723"/>
                      </a:moveTo>
                      <a:cubicBezTo>
                        <a:pt x="62494" y="60754"/>
                        <a:pt x="62524" y="60814"/>
                        <a:pt x="62555" y="60875"/>
                      </a:cubicBezTo>
                      <a:lnTo>
                        <a:pt x="86993" y="82031"/>
                      </a:lnTo>
                      <a:lnTo>
                        <a:pt x="83801" y="83338"/>
                      </a:lnTo>
                      <a:lnTo>
                        <a:pt x="44895" y="70359"/>
                      </a:lnTo>
                      <a:lnTo>
                        <a:pt x="62494" y="60723"/>
                      </a:lnTo>
                      <a:close/>
                      <a:moveTo>
                        <a:pt x="87297" y="82304"/>
                      </a:moveTo>
                      <a:lnTo>
                        <a:pt x="88118" y="83003"/>
                      </a:lnTo>
                      <a:lnTo>
                        <a:pt x="88209" y="84797"/>
                      </a:lnTo>
                      <a:lnTo>
                        <a:pt x="88209" y="84797"/>
                      </a:lnTo>
                      <a:lnTo>
                        <a:pt x="84318" y="83520"/>
                      </a:lnTo>
                      <a:lnTo>
                        <a:pt x="87297" y="82304"/>
                      </a:lnTo>
                      <a:close/>
                      <a:moveTo>
                        <a:pt x="88543" y="83368"/>
                      </a:moveTo>
                      <a:lnTo>
                        <a:pt x="91431" y="85860"/>
                      </a:lnTo>
                      <a:lnTo>
                        <a:pt x="88604" y="84918"/>
                      </a:lnTo>
                      <a:lnTo>
                        <a:pt x="88543" y="83368"/>
                      </a:lnTo>
                      <a:close/>
                      <a:moveTo>
                        <a:pt x="45229" y="70906"/>
                      </a:moveTo>
                      <a:lnTo>
                        <a:pt x="83193" y="83550"/>
                      </a:lnTo>
                      <a:lnTo>
                        <a:pt x="62403" y="91940"/>
                      </a:lnTo>
                      <a:lnTo>
                        <a:pt x="45229" y="70906"/>
                      </a:lnTo>
                      <a:close/>
                      <a:moveTo>
                        <a:pt x="116659" y="58626"/>
                      </a:moveTo>
                      <a:lnTo>
                        <a:pt x="150824" y="77380"/>
                      </a:lnTo>
                      <a:lnTo>
                        <a:pt x="151432" y="79265"/>
                      </a:lnTo>
                      <a:lnTo>
                        <a:pt x="120641" y="95313"/>
                      </a:lnTo>
                      <a:cubicBezTo>
                        <a:pt x="120580" y="95374"/>
                        <a:pt x="120550" y="95435"/>
                        <a:pt x="120550" y="95526"/>
                      </a:cubicBezTo>
                      <a:lnTo>
                        <a:pt x="120550" y="95557"/>
                      </a:lnTo>
                      <a:cubicBezTo>
                        <a:pt x="120550" y="95557"/>
                        <a:pt x="120489" y="95526"/>
                        <a:pt x="120459" y="95526"/>
                      </a:cubicBezTo>
                      <a:lnTo>
                        <a:pt x="92343" y="86164"/>
                      </a:lnTo>
                      <a:lnTo>
                        <a:pt x="88513" y="82821"/>
                      </a:lnTo>
                      <a:lnTo>
                        <a:pt x="88482" y="81818"/>
                      </a:lnTo>
                      <a:lnTo>
                        <a:pt x="112404" y="72122"/>
                      </a:lnTo>
                      <a:lnTo>
                        <a:pt x="112586" y="72152"/>
                      </a:lnTo>
                      <a:cubicBezTo>
                        <a:pt x="112608" y="72157"/>
                        <a:pt x="112629" y="72160"/>
                        <a:pt x="112650" y="72160"/>
                      </a:cubicBezTo>
                      <a:cubicBezTo>
                        <a:pt x="112747" y="72160"/>
                        <a:pt x="112829" y="72105"/>
                        <a:pt x="112829" y="72030"/>
                      </a:cubicBezTo>
                      <a:lnTo>
                        <a:pt x="116659" y="58626"/>
                      </a:lnTo>
                      <a:close/>
                      <a:moveTo>
                        <a:pt x="151553" y="79660"/>
                      </a:moveTo>
                      <a:lnTo>
                        <a:pt x="158088" y="99721"/>
                      </a:lnTo>
                      <a:lnTo>
                        <a:pt x="158088" y="99721"/>
                      </a:lnTo>
                      <a:lnTo>
                        <a:pt x="121370" y="95435"/>
                      </a:lnTo>
                      <a:lnTo>
                        <a:pt x="151553" y="79660"/>
                      </a:lnTo>
                      <a:close/>
                      <a:moveTo>
                        <a:pt x="172770" y="68535"/>
                      </a:moveTo>
                      <a:lnTo>
                        <a:pt x="199670" y="103855"/>
                      </a:lnTo>
                      <a:lnTo>
                        <a:pt x="153711" y="78535"/>
                      </a:lnTo>
                      <a:lnTo>
                        <a:pt x="172770" y="68535"/>
                      </a:lnTo>
                      <a:close/>
                      <a:moveTo>
                        <a:pt x="83771" y="83702"/>
                      </a:moveTo>
                      <a:lnTo>
                        <a:pt x="88209" y="85192"/>
                      </a:lnTo>
                      <a:lnTo>
                        <a:pt x="89181" y="107988"/>
                      </a:lnTo>
                      <a:lnTo>
                        <a:pt x="64135" y="108657"/>
                      </a:lnTo>
                      <a:lnTo>
                        <a:pt x="62646" y="92304"/>
                      </a:lnTo>
                      <a:lnTo>
                        <a:pt x="83771" y="83702"/>
                      </a:lnTo>
                      <a:close/>
                      <a:moveTo>
                        <a:pt x="93102" y="86863"/>
                      </a:moveTo>
                      <a:lnTo>
                        <a:pt x="120276" y="95891"/>
                      </a:lnTo>
                      <a:lnTo>
                        <a:pt x="124744" y="114250"/>
                      </a:lnTo>
                      <a:lnTo>
                        <a:pt x="93102" y="86863"/>
                      </a:lnTo>
                      <a:close/>
                      <a:moveTo>
                        <a:pt x="15654" y="68261"/>
                      </a:moveTo>
                      <a:lnTo>
                        <a:pt x="44469" y="70480"/>
                      </a:lnTo>
                      <a:cubicBezTo>
                        <a:pt x="44469" y="70511"/>
                        <a:pt x="44469" y="70541"/>
                        <a:pt x="44500" y="70602"/>
                      </a:cubicBezTo>
                      <a:lnTo>
                        <a:pt x="62038" y="92092"/>
                      </a:lnTo>
                      <a:lnTo>
                        <a:pt x="8724" y="114311"/>
                      </a:lnTo>
                      <a:lnTo>
                        <a:pt x="15654" y="68261"/>
                      </a:lnTo>
                      <a:close/>
                      <a:moveTo>
                        <a:pt x="88634" y="85344"/>
                      </a:moveTo>
                      <a:lnTo>
                        <a:pt x="92160" y="86529"/>
                      </a:lnTo>
                      <a:lnTo>
                        <a:pt x="124805" y="114797"/>
                      </a:lnTo>
                      <a:lnTo>
                        <a:pt x="109364" y="128323"/>
                      </a:lnTo>
                      <a:lnTo>
                        <a:pt x="89607" y="108262"/>
                      </a:lnTo>
                      <a:lnTo>
                        <a:pt x="89607" y="108171"/>
                      </a:lnTo>
                      <a:lnTo>
                        <a:pt x="88634" y="85344"/>
                      </a:lnTo>
                      <a:close/>
                      <a:moveTo>
                        <a:pt x="63132" y="109417"/>
                      </a:moveTo>
                      <a:lnTo>
                        <a:pt x="42706" y="137624"/>
                      </a:lnTo>
                      <a:lnTo>
                        <a:pt x="9180" y="115101"/>
                      </a:lnTo>
                      <a:lnTo>
                        <a:pt x="63132" y="109417"/>
                      </a:lnTo>
                      <a:close/>
                      <a:moveTo>
                        <a:pt x="158636" y="100146"/>
                      </a:moveTo>
                      <a:lnTo>
                        <a:pt x="200126" y="105010"/>
                      </a:lnTo>
                      <a:lnTo>
                        <a:pt x="171067" y="138445"/>
                      </a:lnTo>
                      <a:lnTo>
                        <a:pt x="171067" y="138384"/>
                      </a:lnTo>
                      <a:lnTo>
                        <a:pt x="158636" y="100146"/>
                      </a:lnTo>
                      <a:close/>
                      <a:moveTo>
                        <a:pt x="62251" y="92456"/>
                      </a:moveTo>
                      <a:lnTo>
                        <a:pt x="63771" y="108931"/>
                      </a:lnTo>
                      <a:lnTo>
                        <a:pt x="63771" y="108961"/>
                      </a:lnTo>
                      <a:cubicBezTo>
                        <a:pt x="63801" y="109052"/>
                        <a:pt x="63892" y="109113"/>
                        <a:pt x="63953" y="109113"/>
                      </a:cubicBezTo>
                      <a:lnTo>
                        <a:pt x="89090" y="108444"/>
                      </a:lnTo>
                      <a:lnTo>
                        <a:pt x="44956" y="139144"/>
                      </a:lnTo>
                      <a:lnTo>
                        <a:pt x="43071" y="137837"/>
                      </a:lnTo>
                      <a:lnTo>
                        <a:pt x="63710" y="109326"/>
                      </a:lnTo>
                      <a:cubicBezTo>
                        <a:pt x="63740" y="109235"/>
                        <a:pt x="63740" y="109174"/>
                        <a:pt x="63710" y="109083"/>
                      </a:cubicBezTo>
                      <a:cubicBezTo>
                        <a:pt x="63649" y="109022"/>
                        <a:pt x="63588" y="108961"/>
                        <a:pt x="63497" y="108961"/>
                      </a:cubicBezTo>
                      <a:lnTo>
                        <a:pt x="8663" y="114736"/>
                      </a:lnTo>
                      <a:lnTo>
                        <a:pt x="62251" y="92456"/>
                      </a:lnTo>
                      <a:close/>
                      <a:moveTo>
                        <a:pt x="156812" y="129721"/>
                      </a:moveTo>
                      <a:lnTo>
                        <a:pt x="170794" y="138597"/>
                      </a:lnTo>
                      <a:lnTo>
                        <a:pt x="133377" y="150694"/>
                      </a:lnTo>
                      <a:lnTo>
                        <a:pt x="133377" y="150694"/>
                      </a:lnTo>
                      <a:lnTo>
                        <a:pt x="156812" y="129721"/>
                      </a:lnTo>
                      <a:close/>
                      <a:moveTo>
                        <a:pt x="120611" y="95678"/>
                      </a:moveTo>
                      <a:lnTo>
                        <a:pt x="120611" y="95678"/>
                      </a:lnTo>
                      <a:cubicBezTo>
                        <a:pt x="120641" y="95709"/>
                        <a:pt x="120702" y="95709"/>
                        <a:pt x="120732" y="95709"/>
                      </a:cubicBezTo>
                      <a:lnTo>
                        <a:pt x="158240" y="100116"/>
                      </a:lnTo>
                      <a:lnTo>
                        <a:pt x="170551" y="137989"/>
                      </a:lnTo>
                      <a:lnTo>
                        <a:pt x="156903" y="129296"/>
                      </a:lnTo>
                      <a:cubicBezTo>
                        <a:pt x="156865" y="129283"/>
                        <a:pt x="156833" y="129276"/>
                        <a:pt x="156801" y="129276"/>
                      </a:cubicBezTo>
                      <a:cubicBezTo>
                        <a:pt x="156756" y="129276"/>
                        <a:pt x="156713" y="129291"/>
                        <a:pt x="156660" y="129326"/>
                      </a:cubicBezTo>
                      <a:lnTo>
                        <a:pt x="132465" y="150998"/>
                      </a:lnTo>
                      <a:lnTo>
                        <a:pt x="132191" y="151059"/>
                      </a:lnTo>
                      <a:lnTo>
                        <a:pt x="125352" y="114827"/>
                      </a:lnTo>
                      <a:cubicBezTo>
                        <a:pt x="125352" y="114767"/>
                        <a:pt x="125322" y="114736"/>
                        <a:pt x="125291" y="114706"/>
                      </a:cubicBezTo>
                      <a:lnTo>
                        <a:pt x="125200" y="114675"/>
                      </a:lnTo>
                      <a:lnTo>
                        <a:pt x="120611" y="95678"/>
                      </a:lnTo>
                      <a:close/>
                      <a:moveTo>
                        <a:pt x="125018" y="115101"/>
                      </a:moveTo>
                      <a:lnTo>
                        <a:pt x="131827" y="151120"/>
                      </a:lnTo>
                      <a:lnTo>
                        <a:pt x="131827" y="151120"/>
                      </a:lnTo>
                      <a:lnTo>
                        <a:pt x="109638" y="128627"/>
                      </a:lnTo>
                      <a:lnTo>
                        <a:pt x="125018" y="115101"/>
                      </a:lnTo>
                      <a:close/>
                      <a:moveTo>
                        <a:pt x="89425" y="108627"/>
                      </a:moveTo>
                      <a:lnTo>
                        <a:pt x="109060" y="128566"/>
                      </a:lnTo>
                      <a:lnTo>
                        <a:pt x="81157" y="153035"/>
                      </a:lnTo>
                      <a:lnTo>
                        <a:pt x="45260" y="139387"/>
                      </a:lnTo>
                      <a:lnTo>
                        <a:pt x="89425" y="108627"/>
                      </a:lnTo>
                      <a:close/>
                      <a:moveTo>
                        <a:pt x="42828" y="138110"/>
                      </a:moveTo>
                      <a:lnTo>
                        <a:pt x="44895" y="139478"/>
                      </a:lnTo>
                      <a:cubicBezTo>
                        <a:pt x="44925" y="139509"/>
                        <a:pt x="44956" y="139509"/>
                        <a:pt x="45047" y="139509"/>
                      </a:cubicBezTo>
                      <a:lnTo>
                        <a:pt x="45047" y="139661"/>
                      </a:lnTo>
                      <a:lnTo>
                        <a:pt x="58877" y="164342"/>
                      </a:lnTo>
                      <a:lnTo>
                        <a:pt x="17265" y="173491"/>
                      </a:lnTo>
                      <a:lnTo>
                        <a:pt x="17265" y="173491"/>
                      </a:lnTo>
                      <a:lnTo>
                        <a:pt x="42828" y="138110"/>
                      </a:lnTo>
                      <a:close/>
                      <a:moveTo>
                        <a:pt x="59359" y="1"/>
                      </a:moveTo>
                      <a:cubicBezTo>
                        <a:pt x="59333" y="1"/>
                        <a:pt x="59302" y="8"/>
                        <a:pt x="59272" y="23"/>
                      </a:cubicBezTo>
                      <a:lnTo>
                        <a:pt x="20365" y="22334"/>
                      </a:lnTo>
                      <a:lnTo>
                        <a:pt x="19241" y="2850"/>
                      </a:lnTo>
                      <a:cubicBezTo>
                        <a:pt x="19241" y="2789"/>
                        <a:pt x="19150" y="2698"/>
                        <a:pt x="19089" y="2668"/>
                      </a:cubicBezTo>
                      <a:cubicBezTo>
                        <a:pt x="19068" y="2654"/>
                        <a:pt x="19048" y="2648"/>
                        <a:pt x="19028" y="2648"/>
                      </a:cubicBezTo>
                      <a:cubicBezTo>
                        <a:pt x="18958" y="2648"/>
                        <a:pt x="18893" y="2719"/>
                        <a:pt x="18846" y="2789"/>
                      </a:cubicBezTo>
                      <a:lnTo>
                        <a:pt x="61" y="42000"/>
                      </a:lnTo>
                      <a:cubicBezTo>
                        <a:pt x="0" y="42091"/>
                        <a:pt x="61" y="42212"/>
                        <a:pt x="122" y="42243"/>
                      </a:cubicBezTo>
                      <a:cubicBezTo>
                        <a:pt x="149" y="42261"/>
                        <a:pt x="175" y="42268"/>
                        <a:pt x="202" y="42268"/>
                      </a:cubicBezTo>
                      <a:cubicBezTo>
                        <a:pt x="267" y="42268"/>
                        <a:pt x="331" y="42225"/>
                        <a:pt x="396" y="42182"/>
                      </a:cubicBezTo>
                      <a:lnTo>
                        <a:pt x="18846" y="3640"/>
                      </a:lnTo>
                      <a:lnTo>
                        <a:pt x="19970" y="22729"/>
                      </a:lnTo>
                      <a:cubicBezTo>
                        <a:pt x="19970" y="22790"/>
                        <a:pt x="20001" y="22850"/>
                        <a:pt x="20031" y="22881"/>
                      </a:cubicBezTo>
                      <a:cubicBezTo>
                        <a:pt x="20001" y="22911"/>
                        <a:pt x="20001" y="22942"/>
                        <a:pt x="20001" y="23002"/>
                      </a:cubicBezTo>
                      <a:lnTo>
                        <a:pt x="15168" y="67502"/>
                      </a:lnTo>
                      <a:cubicBezTo>
                        <a:pt x="15168" y="67593"/>
                        <a:pt x="15198" y="67653"/>
                        <a:pt x="15289" y="67714"/>
                      </a:cubicBezTo>
                      <a:cubicBezTo>
                        <a:pt x="15312" y="67725"/>
                        <a:pt x="15338" y="67732"/>
                        <a:pt x="15365" y="67732"/>
                      </a:cubicBezTo>
                      <a:cubicBezTo>
                        <a:pt x="15413" y="67732"/>
                        <a:pt x="15464" y="67711"/>
                        <a:pt x="15502" y="67653"/>
                      </a:cubicBezTo>
                      <a:lnTo>
                        <a:pt x="48542" y="35069"/>
                      </a:lnTo>
                      <a:lnTo>
                        <a:pt x="48694" y="35191"/>
                      </a:lnTo>
                      <a:lnTo>
                        <a:pt x="62251" y="60359"/>
                      </a:lnTo>
                      <a:lnTo>
                        <a:pt x="44560" y="70085"/>
                      </a:lnTo>
                      <a:lnTo>
                        <a:pt x="15502" y="67897"/>
                      </a:lnTo>
                      <a:cubicBezTo>
                        <a:pt x="15411" y="67897"/>
                        <a:pt x="15320" y="67988"/>
                        <a:pt x="15320" y="68049"/>
                      </a:cubicBezTo>
                      <a:lnTo>
                        <a:pt x="8298" y="114645"/>
                      </a:lnTo>
                      <a:cubicBezTo>
                        <a:pt x="8298" y="114706"/>
                        <a:pt x="8298" y="114797"/>
                        <a:pt x="8359" y="114827"/>
                      </a:cubicBezTo>
                      <a:cubicBezTo>
                        <a:pt x="8420" y="114858"/>
                        <a:pt x="8450" y="114858"/>
                        <a:pt x="8481" y="114858"/>
                      </a:cubicBezTo>
                      <a:cubicBezTo>
                        <a:pt x="8481" y="114888"/>
                        <a:pt x="8450" y="114888"/>
                        <a:pt x="8450" y="114949"/>
                      </a:cubicBezTo>
                      <a:cubicBezTo>
                        <a:pt x="8450" y="115010"/>
                        <a:pt x="8450" y="115101"/>
                        <a:pt x="8511" y="115162"/>
                      </a:cubicBezTo>
                      <a:lnTo>
                        <a:pt x="42524" y="137958"/>
                      </a:lnTo>
                      <a:lnTo>
                        <a:pt x="16657" y="173704"/>
                      </a:lnTo>
                      <a:cubicBezTo>
                        <a:pt x="16627" y="173795"/>
                        <a:pt x="16627" y="173856"/>
                        <a:pt x="16657" y="173947"/>
                      </a:cubicBezTo>
                      <a:cubicBezTo>
                        <a:pt x="16688" y="174008"/>
                        <a:pt x="16779" y="174008"/>
                        <a:pt x="16809" y="174008"/>
                      </a:cubicBezTo>
                      <a:lnTo>
                        <a:pt x="16840" y="174008"/>
                      </a:lnTo>
                      <a:lnTo>
                        <a:pt x="59211" y="164707"/>
                      </a:lnTo>
                      <a:cubicBezTo>
                        <a:pt x="59302" y="164707"/>
                        <a:pt x="59333" y="164676"/>
                        <a:pt x="59363" y="164585"/>
                      </a:cubicBezTo>
                      <a:cubicBezTo>
                        <a:pt x="59394" y="164555"/>
                        <a:pt x="59363" y="164463"/>
                        <a:pt x="59363" y="164403"/>
                      </a:cubicBezTo>
                      <a:lnTo>
                        <a:pt x="45685" y="139965"/>
                      </a:lnTo>
                      <a:lnTo>
                        <a:pt x="81218" y="153460"/>
                      </a:lnTo>
                      <a:cubicBezTo>
                        <a:pt x="81236" y="153469"/>
                        <a:pt x="81256" y="153473"/>
                        <a:pt x="81277" y="153473"/>
                      </a:cubicBezTo>
                      <a:cubicBezTo>
                        <a:pt x="81327" y="153473"/>
                        <a:pt x="81379" y="153451"/>
                        <a:pt x="81400" y="153430"/>
                      </a:cubicBezTo>
                      <a:lnTo>
                        <a:pt x="109395" y="128870"/>
                      </a:lnTo>
                      <a:lnTo>
                        <a:pt x="131979" y="151788"/>
                      </a:lnTo>
                      <a:cubicBezTo>
                        <a:pt x="132009" y="151819"/>
                        <a:pt x="132055" y="151834"/>
                        <a:pt x="132104" y="151834"/>
                      </a:cubicBezTo>
                      <a:cubicBezTo>
                        <a:pt x="132153" y="151834"/>
                        <a:pt x="132206" y="151819"/>
                        <a:pt x="132252" y="151788"/>
                      </a:cubicBezTo>
                      <a:lnTo>
                        <a:pt x="132738" y="151363"/>
                      </a:lnTo>
                      <a:lnTo>
                        <a:pt x="171219" y="138931"/>
                      </a:lnTo>
                      <a:cubicBezTo>
                        <a:pt x="171250" y="138931"/>
                        <a:pt x="171311" y="138901"/>
                        <a:pt x="171311" y="138901"/>
                      </a:cubicBezTo>
                      <a:lnTo>
                        <a:pt x="200703" y="105040"/>
                      </a:lnTo>
                      <a:cubicBezTo>
                        <a:pt x="200734" y="105010"/>
                        <a:pt x="200794" y="104949"/>
                        <a:pt x="200734" y="104858"/>
                      </a:cubicBezTo>
                      <a:cubicBezTo>
                        <a:pt x="200703" y="104797"/>
                        <a:pt x="200673" y="104736"/>
                        <a:pt x="200582" y="104736"/>
                      </a:cubicBezTo>
                      <a:lnTo>
                        <a:pt x="158544" y="99812"/>
                      </a:lnTo>
                      <a:lnTo>
                        <a:pt x="151918" y="79508"/>
                      </a:lnTo>
                      <a:lnTo>
                        <a:pt x="153286" y="78809"/>
                      </a:lnTo>
                      <a:lnTo>
                        <a:pt x="200338" y="104645"/>
                      </a:lnTo>
                      <a:cubicBezTo>
                        <a:pt x="200361" y="104656"/>
                        <a:pt x="200391" y="104663"/>
                        <a:pt x="200422" y="104663"/>
                      </a:cubicBezTo>
                      <a:cubicBezTo>
                        <a:pt x="200476" y="104663"/>
                        <a:pt x="200532" y="104642"/>
                        <a:pt x="200551" y="104584"/>
                      </a:cubicBezTo>
                      <a:cubicBezTo>
                        <a:pt x="200582" y="104523"/>
                        <a:pt x="200642" y="104432"/>
                        <a:pt x="200551" y="104371"/>
                      </a:cubicBezTo>
                      <a:lnTo>
                        <a:pt x="173134" y="68413"/>
                      </a:lnTo>
                      <a:lnTo>
                        <a:pt x="188332" y="60480"/>
                      </a:lnTo>
                      <a:lnTo>
                        <a:pt x="207694" y="75769"/>
                      </a:lnTo>
                      <a:cubicBezTo>
                        <a:pt x="207740" y="75784"/>
                        <a:pt x="207778" y="75792"/>
                        <a:pt x="207816" y="75792"/>
                      </a:cubicBezTo>
                      <a:cubicBezTo>
                        <a:pt x="207854" y="75792"/>
                        <a:pt x="207892" y="75784"/>
                        <a:pt x="207937" y="75769"/>
                      </a:cubicBezTo>
                      <a:lnTo>
                        <a:pt x="235081" y="54249"/>
                      </a:lnTo>
                      <a:lnTo>
                        <a:pt x="268638" y="84523"/>
                      </a:lnTo>
                      <a:cubicBezTo>
                        <a:pt x="268683" y="84569"/>
                        <a:pt x="268729" y="84591"/>
                        <a:pt x="268774" y="84591"/>
                      </a:cubicBezTo>
                      <a:cubicBezTo>
                        <a:pt x="268820" y="84591"/>
                        <a:pt x="268866" y="84569"/>
                        <a:pt x="268911" y="84523"/>
                      </a:cubicBezTo>
                      <a:cubicBezTo>
                        <a:pt x="269033" y="84401"/>
                        <a:pt x="269033" y="84280"/>
                        <a:pt x="268942" y="84189"/>
                      </a:cubicBezTo>
                      <a:lnTo>
                        <a:pt x="235263" y="53793"/>
                      </a:lnTo>
                      <a:cubicBezTo>
                        <a:pt x="235233" y="53763"/>
                        <a:pt x="235187" y="53748"/>
                        <a:pt x="235142" y="53748"/>
                      </a:cubicBezTo>
                      <a:cubicBezTo>
                        <a:pt x="235096" y="53748"/>
                        <a:pt x="235050" y="53763"/>
                        <a:pt x="235020" y="53793"/>
                      </a:cubicBezTo>
                      <a:lnTo>
                        <a:pt x="207846" y="75252"/>
                      </a:lnTo>
                      <a:lnTo>
                        <a:pt x="188484" y="60024"/>
                      </a:lnTo>
                      <a:cubicBezTo>
                        <a:pt x="188420" y="60003"/>
                        <a:pt x="188370" y="59981"/>
                        <a:pt x="188326" y="59981"/>
                      </a:cubicBezTo>
                      <a:cubicBezTo>
                        <a:pt x="188307" y="59981"/>
                        <a:pt x="188289" y="59985"/>
                        <a:pt x="188271" y="59994"/>
                      </a:cubicBezTo>
                      <a:lnTo>
                        <a:pt x="172891" y="68049"/>
                      </a:lnTo>
                      <a:lnTo>
                        <a:pt x="129912" y="11726"/>
                      </a:lnTo>
                      <a:cubicBezTo>
                        <a:pt x="129881" y="11695"/>
                        <a:pt x="129851" y="11665"/>
                        <a:pt x="129760" y="11665"/>
                      </a:cubicBezTo>
                      <a:cubicBezTo>
                        <a:pt x="129729" y="11665"/>
                        <a:pt x="129668" y="11665"/>
                        <a:pt x="129608" y="11695"/>
                      </a:cubicBezTo>
                      <a:lnTo>
                        <a:pt x="95443" y="44370"/>
                      </a:lnTo>
                      <a:lnTo>
                        <a:pt x="104562" y="31483"/>
                      </a:lnTo>
                      <a:cubicBezTo>
                        <a:pt x="104622" y="31422"/>
                        <a:pt x="104622" y="31331"/>
                        <a:pt x="104562" y="31270"/>
                      </a:cubicBezTo>
                      <a:cubicBezTo>
                        <a:pt x="104539" y="31202"/>
                        <a:pt x="104499" y="31167"/>
                        <a:pt x="104442" y="31167"/>
                      </a:cubicBezTo>
                      <a:cubicBezTo>
                        <a:pt x="104423" y="31167"/>
                        <a:pt x="104402" y="31171"/>
                        <a:pt x="104379" y="31179"/>
                      </a:cubicBezTo>
                      <a:lnTo>
                        <a:pt x="70944" y="37805"/>
                      </a:lnTo>
                      <a:lnTo>
                        <a:pt x="70883" y="37775"/>
                      </a:lnTo>
                      <a:lnTo>
                        <a:pt x="59546" y="145"/>
                      </a:lnTo>
                      <a:cubicBezTo>
                        <a:pt x="59546" y="84"/>
                        <a:pt x="59485" y="23"/>
                        <a:pt x="59424" y="23"/>
                      </a:cubicBezTo>
                      <a:cubicBezTo>
                        <a:pt x="59409" y="8"/>
                        <a:pt x="59386" y="1"/>
                        <a:pt x="5935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1" name="Google Shape;3741;p23"/>
                <p:cNvSpPr/>
                <p:nvPr/>
              </p:nvSpPr>
              <p:spPr>
                <a:xfrm>
                  <a:off x="90700" y="-831025"/>
                  <a:ext cx="5092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7" h="1581" extrusionOk="0">
                      <a:moveTo>
                        <a:pt x="1003" y="0"/>
                      </a:moveTo>
                      <a:cubicBezTo>
                        <a:pt x="0" y="61"/>
                        <a:pt x="31" y="1581"/>
                        <a:pt x="1034" y="1581"/>
                      </a:cubicBezTo>
                      <a:cubicBezTo>
                        <a:pt x="2037" y="1520"/>
                        <a:pt x="1976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2" name="Google Shape;3742;p23"/>
                <p:cNvSpPr/>
                <p:nvPr/>
              </p:nvSpPr>
              <p:spPr>
                <a:xfrm>
                  <a:off x="-8100" y="55725"/>
                  <a:ext cx="497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553" extrusionOk="0">
                      <a:moveTo>
                        <a:pt x="1058" y="0"/>
                      </a:moveTo>
                      <a:cubicBezTo>
                        <a:pt x="1040" y="0"/>
                        <a:pt x="1022" y="1"/>
                        <a:pt x="1004" y="2"/>
                      </a:cubicBezTo>
                      <a:cubicBezTo>
                        <a:pt x="1" y="32"/>
                        <a:pt x="31" y="1552"/>
                        <a:pt x="1034" y="1552"/>
                      </a:cubicBezTo>
                      <a:cubicBezTo>
                        <a:pt x="1989" y="1522"/>
                        <a:pt x="1977" y="0"/>
                        <a:pt x="105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3" name="Google Shape;3743;p23"/>
                <p:cNvSpPr/>
                <p:nvPr/>
              </p:nvSpPr>
              <p:spPr>
                <a:xfrm>
                  <a:off x="434925" y="-187400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973" y="0"/>
                      </a:move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2007" y="1520"/>
                        <a:pt x="1976" y="0"/>
                        <a:pt x="9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4" name="Google Shape;3744;p23"/>
                <p:cNvSpPr/>
                <p:nvPr/>
              </p:nvSpPr>
              <p:spPr>
                <a:xfrm>
                  <a:off x="639325" y="-751250"/>
                  <a:ext cx="49950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82" extrusionOk="0">
                      <a:moveTo>
                        <a:pt x="1003" y="0"/>
                      </a:moveTo>
                      <a:cubicBezTo>
                        <a:pt x="993" y="0"/>
                        <a:pt x="984" y="1"/>
                        <a:pt x="974" y="1"/>
                      </a:cubicBezTo>
                      <a:cubicBezTo>
                        <a:pt x="1" y="62"/>
                        <a:pt x="31" y="1581"/>
                        <a:pt x="1004" y="1581"/>
                      </a:cubicBezTo>
                      <a:cubicBezTo>
                        <a:pt x="1997" y="1491"/>
                        <a:pt x="1977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5" name="Google Shape;3745;p23"/>
                <p:cNvSpPr/>
                <p:nvPr/>
              </p:nvSpPr>
              <p:spPr>
                <a:xfrm>
                  <a:off x="1061075" y="-81050"/>
                  <a:ext cx="49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8" h="1552" extrusionOk="0">
                      <a:moveTo>
                        <a:pt x="1029" y="0"/>
                      </a:moveTo>
                      <a:cubicBezTo>
                        <a:pt x="1011" y="0"/>
                        <a:pt x="992" y="1"/>
                        <a:pt x="973" y="2"/>
                      </a:cubicBezTo>
                      <a:cubicBezTo>
                        <a:pt x="1" y="32"/>
                        <a:pt x="31" y="1552"/>
                        <a:pt x="1004" y="1552"/>
                      </a:cubicBezTo>
                      <a:cubicBezTo>
                        <a:pt x="1988" y="1522"/>
                        <a:pt x="1977" y="0"/>
                        <a:pt x="10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6" name="Google Shape;3746;p23"/>
                <p:cNvSpPr/>
                <p:nvPr/>
              </p:nvSpPr>
              <p:spPr>
                <a:xfrm>
                  <a:off x="1229000" y="-547600"/>
                  <a:ext cx="4995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52" extrusionOk="0">
                      <a:moveTo>
                        <a:pt x="1003" y="0"/>
                      </a:moveTo>
                      <a:cubicBezTo>
                        <a:pt x="993" y="0"/>
                        <a:pt x="984" y="1"/>
                        <a:pt x="974" y="1"/>
                      </a:cubicBezTo>
                      <a:cubicBezTo>
                        <a:pt x="1" y="31"/>
                        <a:pt x="31" y="1551"/>
                        <a:pt x="1034" y="1551"/>
                      </a:cubicBezTo>
                      <a:cubicBezTo>
                        <a:pt x="1997" y="1491"/>
                        <a:pt x="1977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7" name="Google Shape;3747;p23"/>
                <p:cNvSpPr/>
                <p:nvPr/>
              </p:nvSpPr>
              <p:spPr>
                <a:xfrm>
                  <a:off x="430375" y="602875"/>
                  <a:ext cx="50175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2" extrusionOk="0">
                      <a:moveTo>
                        <a:pt x="973" y="1"/>
                      </a:moveTo>
                      <a:cubicBezTo>
                        <a:pt x="0" y="31"/>
                        <a:pt x="31" y="1551"/>
                        <a:pt x="1003" y="1551"/>
                      </a:cubicBezTo>
                      <a:cubicBezTo>
                        <a:pt x="2006" y="1521"/>
                        <a:pt x="1976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8" name="Google Shape;3748;p23"/>
                <p:cNvSpPr/>
                <p:nvPr/>
              </p:nvSpPr>
              <p:spPr>
                <a:xfrm>
                  <a:off x="1108200" y="1003325"/>
                  <a:ext cx="499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82" extrusionOk="0">
                      <a:moveTo>
                        <a:pt x="1032" y="1"/>
                      </a:moveTo>
                      <a:cubicBezTo>
                        <a:pt x="1022" y="1"/>
                        <a:pt x="1013" y="1"/>
                        <a:pt x="1003" y="1"/>
                      </a:cubicBezTo>
                      <a:cubicBezTo>
                        <a:pt x="0" y="62"/>
                        <a:pt x="30" y="1582"/>
                        <a:pt x="1034" y="1582"/>
                      </a:cubicBezTo>
                      <a:cubicBezTo>
                        <a:pt x="1997" y="1492"/>
                        <a:pt x="1976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9" name="Google Shape;3749;p23"/>
                <p:cNvSpPr/>
                <p:nvPr/>
              </p:nvSpPr>
              <p:spPr>
                <a:xfrm>
                  <a:off x="1688750" y="95275"/>
                  <a:ext cx="4995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51" extrusionOk="0">
                      <a:moveTo>
                        <a:pt x="1002" y="0"/>
                      </a:moveTo>
                      <a:cubicBezTo>
                        <a:pt x="992" y="0"/>
                        <a:pt x="983" y="0"/>
                        <a:pt x="973" y="1"/>
                      </a:cubicBez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1997" y="1521"/>
                        <a:pt x="1977" y="0"/>
                        <a:pt x="100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0" name="Google Shape;3750;p23"/>
                <p:cNvSpPr/>
                <p:nvPr/>
              </p:nvSpPr>
              <p:spPr>
                <a:xfrm>
                  <a:off x="-2025" y="1782975"/>
                  <a:ext cx="49950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" h="1582" extrusionOk="0">
                      <a:moveTo>
                        <a:pt x="1003" y="1"/>
                      </a:moveTo>
                      <a:cubicBezTo>
                        <a:pt x="993" y="1"/>
                        <a:pt x="983" y="1"/>
                        <a:pt x="974" y="1"/>
                      </a:cubicBezTo>
                      <a:cubicBezTo>
                        <a:pt x="1" y="62"/>
                        <a:pt x="31" y="1582"/>
                        <a:pt x="1004" y="1582"/>
                      </a:cubicBezTo>
                      <a:cubicBezTo>
                        <a:pt x="1997" y="1522"/>
                        <a:pt x="1977" y="1"/>
                        <a:pt x="100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1" name="Google Shape;3751;p23"/>
                <p:cNvSpPr/>
                <p:nvPr/>
              </p:nvSpPr>
              <p:spPr>
                <a:xfrm>
                  <a:off x="472925" y="1020025"/>
                  <a:ext cx="497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9" h="1553" extrusionOk="0">
                      <a:moveTo>
                        <a:pt x="1029" y="0"/>
                      </a:moveTo>
                      <a:cubicBezTo>
                        <a:pt x="1010" y="0"/>
                        <a:pt x="992" y="1"/>
                        <a:pt x="973" y="2"/>
                      </a:cubicBezTo>
                      <a:cubicBezTo>
                        <a:pt x="0" y="32"/>
                        <a:pt x="31" y="1552"/>
                        <a:pt x="1034" y="1552"/>
                      </a:cubicBezTo>
                      <a:cubicBezTo>
                        <a:pt x="1988" y="1522"/>
                        <a:pt x="1977" y="0"/>
                        <a:pt x="10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2" name="Google Shape;3752;p23"/>
                <p:cNvSpPr/>
                <p:nvPr/>
              </p:nvSpPr>
              <p:spPr>
                <a:xfrm>
                  <a:off x="906050" y="2131775"/>
                  <a:ext cx="5017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82" extrusionOk="0">
                      <a:moveTo>
                        <a:pt x="973" y="1"/>
                      </a:moveTo>
                      <a:cubicBezTo>
                        <a:pt x="1" y="62"/>
                        <a:pt x="31" y="1581"/>
                        <a:pt x="1034" y="1581"/>
                      </a:cubicBezTo>
                      <a:cubicBezTo>
                        <a:pt x="2007" y="1521"/>
                        <a:pt x="1977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3" name="Google Shape;3753;p23"/>
                <p:cNvSpPr/>
                <p:nvPr/>
              </p:nvSpPr>
              <p:spPr>
                <a:xfrm>
                  <a:off x="1998025" y="1166700"/>
                  <a:ext cx="50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2" extrusionOk="0">
                      <a:moveTo>
                        <a:pt x="1032" y="1"/>
                      </a:moveTo>
                      <a:cubicBezTo>
                        <a:pt x="1023" y="1"/>
                        <a:pt x="1013" y="1"/>
                        <a:pt x="1004" y="1"/>
                      </a:cubicBezTo>
                      <a:cubicBezTo>
                        <a:pt x="0" y="32"/>
                        <a:pt x="61" y="1552"/>
                        <a:pt x="1034" y="1552"/>
                      </a:cubicBezTo>
                      <a:cubicBezTo>
                        <a:pt x="2027" y="1491"/>
                        <a:pt x="1977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4" name="Google Shape;3754;p23"/>
                <p:cNvSpPr/>
                <p:nvPr/>
              </p:nvSpPr>
              <p:spPr>
                <a:xfrm>
                  <a:off x="1883275" y="694075"/>
                  <a:ext cx="5170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8" h="1551" extrusionOk="0">
                      <a:moveTo>
                        <a:pt x="1004" y="0"/>
                      </a:moveTo>
                      <a:cubicBezTo>
                        <a:pt x="1" y="31"/>
                        <a:pt x="31" y="1550"/>
                        <a:pt x="1034" y="1550"/>
                      </a:cubicBezTo>
                      <a:cubicBezTo>
                        <a:pt x="2068" y="1520"/>
                        <a:pt x="2007" y="0"/>
                        <a:pt x="100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5" name="Google Shape;3755;p23"/>
                <p:cNvSpPr/>
                <p:nvPr/>
              </p:nvSpPr>
              <p:spPr>
                <a:xfrm>
                  <a:off x="2175850" y="2087675"/>
                  <a:ext cx="51175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7" h="1552" extrusionOk="0">
                      <a:moveTo>
                        <a:pt x="1061" y="0"/>
                      </a:moveTo>
                      <a:cubicBezTo>
                        <a:pt x="1042" y="0"/>
                        <a:pt x="1023" y="1"/>
                        <a:pt x="1003" y="2"/>
                      </a:cubicBezTo>
                      <a:cubicBezTo>
                        <a:pt x="0" y="32"/>
                        <a:pt x="30" y="1552"/>
                        <a:pt x="1033" y="1552"/>
                      </a:cubicBezTo>
                      <a:cubicBezTo>
                        <a:pt x="2047" y="1463"/>
                        <a:pt x="2008" y="0"/>
                        <a:pt x="106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6" name="Google Shape;3756;p23"/>
                <p:cNvSpPr/>
                <p:nvPr/>
              </p:nvSpPr>
              <p:spPr>
                <a:xfrm>
                  <a:off x="1482825" y="-914625"/>
                  <a:ext cx="499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82" extrusionOk="0">
                      <a:moveTo>
                        <a:pt x="1001" y="0"/>
                      </a:moveTo>
                      <a:cubicBezTo>
                        <a:pt x="992" y="0"/>
                        <a:pt x="982" y="1"/>
                        <a:pt x="973" y="1"/>
                      </a:cubicBezTo>
                      <a:cubicBezTo>
                        <a:pt x="0" y="62"/>
                        <a:pt x="31" y="1581"/>
                        <a:pt x="1003" y="1581"/>
                      </a:cubicBezTo>
                      <a:cubicBezTo>
                        <a:pt x="1997" y="1521"/>
                        <a:pt x="1947" y="0"/>
                        <a:pt x="10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7" name="Google Shape;3757;p23"/>
                <p:cNvSpPr/>
                <p:nvPr/>
              </p:nvSpPr>
              <p:spPr>
                <a:xfrm>
                  <a:off x="2118850" y="-1399425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1003" y="0"/>
                      </a:moveTo>
                      <a:cubicBezTo>
                        <a:pt x="0" y="31"/>
                        <a:pt x="31" y="1551"/>
                        <a:pt x="1034" y="1551"/>
                      </a:cubicBezTo>
                      <a:cubicBezTo>
                        <a:pt x="2006" y="1520"/>
                        <a:pt x="1976" y="0"/>
                        <a:pt x="100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8" name="Google Shape;3758;p23"/>
                <p:cNvSpPr/>
                <p:nvPr/>
              </p:nvSpPr>
              <p:spPr>
                <a:xfrm>
                  <a:off x="358175" y="-1695025"/>
                  <a:ext cx="501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51" extrusionOk="0">
                      <a:moveTo>
                        <a:pt x="973" y="1"/>
                      </a:moveTo>
                      <a:cubicBezTo>
                        <a:pt x="1" y="31"/>
                        <a:pt x="31" y="1551"/>
                        <a:pt x="1004" y="1551"/>
                      </a:cubicBezTo>
                      <a:cubicBezTo>
                        <a:pt x="2007" y="1520"/>
                        <a:pt x="1976" y="1"/>
                        <a:pt x="9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9" name="Google Shape;3759;p23"/>
                <p:cNvSpPr/>
                <p:nvPr/>
              </p:nvSpPr>
              <p:spPr>
                <a:xfrm>
                  <a:off x="354375" y="2412175"/>
                  <a:ext cx="4992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51" extrusionOk="0">
                      <a:moveTo>
                        <a:pt x="1001" y="0"/>
                      </a:moveTo>
                      <a:cubicBezTo>
                        <a:pt x="992" y="0"/>
                        <a:pt x="983" y="0"/>
                        <a:pt x="973" y="1"/>
                      </a:cubicBezTo>
                      <a:cubicBezTo>
                        <a:pt x="1" y="31"/>
                        <a:pt x="31" y="1551"/>
                        <a:pt x="1004" y="1551"/>
                      </a:cubicBezTo>
                      <a:cubicBezTo>
                        <a:pt x="1997" y="1521"/>
                        <a:pt x="1947" y="0"/>
                        <a:pt x="100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0" name="Google Shape;3760;p23"/>
                <p:cNvSpPr/>
                <p:nvPr/>
              </p:nvSpPr>
              <p:spPr>
                <a:xfrm>
                  <a:off x="-702625" y="2644700"/>
                  <a:ext cx="5067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582" extrusionOk="0">
                      <a:moveTo>
                        <a:pt x="1031" y="0"/>
                      </a:moveTo>
                      <a:cubicBezTo>
                        <a:pt x="1022" y="0"/>
                        <a:pt x="1013" y="0"/>
                        <a:pt x="1003" y="1"/>
                      </a:cubicBezTo>
                      <a:cubicBezTo>
                        <a:pt x="0" y="62"/>
                        <a:pt x="61" y="1581"/>
                        <a:pt x="1034" y="1581"/>
                      </a:cubicBezTo>
                      <a:cubicBezTo>
                        <a:pt x="2027" y="1521"/>
                        <a:pt x="1977" y="0"/>
                        <a:pt x="1031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1" name="Google Shape;3761;p23"/>
                <p:cNvSpPr/>
                <p:nvPr/>
              </p:nvSpPr>
              <p:spPr>
                <a:xfrm>
                  <a:off x="-911600" y="1169000"/>
                  <a:ext cx="5067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551" extrusionOk="0">
                      <a:moveTo>
                        <a:pt x="1032" y="0"/>
                      </a:moveTo>
                      <a:cubicBezTo>
                        <a:pt x="1023" y="0"/>
                        <a:pt x="1013" y="0"/>
                        <a:pt x="1003" y="1"/>
                      </a:cubicBezTo>
                      <a:cubicBezTo>
                        <a:pt x="0" y="31"/>
                        <a:pt x="61" y="1551"/>
                        <a:pt x="1034" y="1551"/>
                      </a:cubicBezTo>
                      <a:cubicBezTo>
                        <a:pt x="2027" y="1491"/>
                        <a:pt x="197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2" name="Google Shape;3762;p23"/>
                <p:cNvSpPr/>
                <p:nvPr/>
              </p:nvSpPr>
              <p:spPr>
                <a:xfrm>
                  <a:off x="-735300" y="-475"/>
                  <a:ext cx="49925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1551" extrusionOk="0">
                      <a:moveTo>
                        <a:pt x="1002" y="0"/>
                      </a:moveTo>
                      <a:cubicBezTo>
                        <a:pt x="993" y="0"/>
                        <a:pt x="983" y="0"/>
                        <a:pt x="973" y="1"/>
                      </a:cubicBezTo>
                      <a:cubicBezTo>
                        <a:pt x="0" y="31"/>
                        <a:pt x="31" y="1551"/>
                        <a:pt x="1003" y="1551"/>
                      </a:cubicBezTo>
                      <a:cubicBezTo>
                        <a:pt x="1996" y="1491"/>
                        <a:pt x="1976" y="0"/>
                        <a:pt x="100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3" name="Google Shape;3763;p23"/>
                <p:cNvSpPr/>
                <p:nvPr/>
              </p:nvSpPr>
              <p:spPr>
                <a:xfrm>
                  <a:off x="-1120575" y="-650175"/>
                  <a:ext cx="50700" cy="38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1" extrusionOk="0">
                      <a:moveTo>
                        <a:pt x="1032" y="0"/>
                      </a:moveTo>
                      <a:cubicBezTo>
                        <a:pt x="1022" y="0"/>
                        <a:pt x="1013" y="0"/>
                        <a:pt x="1004" y="1"/>
                      </a:cubicBezTo>
                      <a:cubicBezTo>
                        <a:pt x="0" y="31"/>
                        <a:pt x="61" y="1551"/>
                        <a:pt x="1034" y="1551"/>
                      </a:cubicBezTo>
                      <a:cubicBezTo>
                        <a:pt x="2027" y="1521"/>
                        <a:pt x="197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4" name="Google Shape;3764;p23"/>
                <p:cNvSpPr/>
                <p:nvPr/>
              </p:nvSpPr>
              <p:spPr>
                <a:xfrm>
                  <a:off x="-618275" y="-1134975"/>
                  <a:ext cx="50175" cy="3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1581" extrusionOk="0">
                      <a:moveTo>
                        <a:pt x="973" y="0"/>
                      </a:moveTo>
                      <a:cubicBezTo>
                        <a:pt x="0" y="61"/>
                        <a:pt x="30" y="1581"/>
                        <a:pt x="1003" y="1581"/>
                      </a:cubicBezTo>
                      <a:cubicBezTo>
                        <a:pt x="2006" y="1520"/>
                        <a:pt x="1945" y="0"/>
                        <a:pt x="9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5" name="Google Shape;3765;p23"/>
                <p:cNvSpPr/>
                <p:nvPr/>
              </p:nvSpPr>
              <p:spPr>
                <a:xfrm>
                  <a:off x="-649450" y="-1630450"/>
                  <a:ext cx="50700" cy="3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552" extrusionOk="0">
                      <a:moveTo>
                        <a:pt x="1032" y="1"/>
                      </a:moveTo>
                      <a:cubicBezTo>
                        <a:pt x="1023" y="1"/>
                        <a:pt x="1013" y="1"/>
                        <a:pt x="1004" y="1"/>
                      </a:cubicBezTo>
                      <a:cubicBezTo>
                        <a:pt x="1" y="32"/>
                        <a:pt x="62" y="1551"/>
                        <a:pt x="1034" y="1551"/>
                      </a:cubicBezTo>
                      <a:lnTo>
                        <a:pt x="1034" y="1551"/>
                      </a:lnTo>
                      <a:cubicBezTo>
                        <a:pt x="2028" y="1521"/>
                        <a:pt x="1978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6" name="Google Shape;3766;p23"/>
                <p:cNvSpPr/>
                <p:nvPr/>
              </p:nvSpPr>
              <p:spPr>
                <a:xfrm>
                  <a:off x="-3541600" y="-45575"/>
                  <a:ext cx="5511525" cy="553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461" h="221413" extrusionOk="0">
                      <a:moveTo>
                        <a:pt x="104684" y="13993"/>
                      </a:moveTo>
                      <a:lnTo>
                        <a:pt x="125535" y="55909"/>
                      </a:lnTo>
                      <a:lnTo>
                        <a:pt x="114745" y="40559"/>
                      </a:lnTo>
                      <a:lnTo>
                        <a:pt x="114745" y="40407"/>
                      </a:lnTo>
                      <a:cubicBezTo>
                        <a:pt x="114745" y="40346"/>
                        <a:pt x="114684" y="40255"/>
                        <a:pt x="114593" y="40255"/>
                      </a:cubicBezTo>
                      <a:lnTo>
                        <a:pt x="71917" y="38462"/>
                      </a:lnTo>
                      <a:lnTo>
                        <a:pt x="104684" y="13993"/>
                      </a:lnTo>
                      <a:close/>
                      <a:moveTo>
                        <a:pt x="104896" y="13750"/>
                      </a:moveTo>
                      <a:lnTo>
                        <a:pt x="144654" y="26000"/>
                      </a:lnTo>
                      <a:lnTo>
                        <a:pt x="126477" y="57094"/>
                      </a:lnTo>
                      <a:lnTo>
                        <a:pt x="104896" y="13750"/>
                      </a:lnTo>
                      <a:close/>
                      <a:moveTo>
                        <a:pt x="126477" y="57854"/>
                      </a:moveTo>
                      <a:lnTo>
                        <a:pt x="151797" y="76061"/>
                      </a:lnTo>
                      <a:lnTo>
                        <a:pt x="135870" y="78219"/>
                      </a:lnTo>
                      <a:cubicBezTo>
                        <a:pt x="135809" y="78219"/>
                        <a:pt x="135718" y="78280"/>
                        <a:pt x="135718" y="78402"/>
                      </a:cubicBezTo>
                      <a:lnTo>
                        <a:pt x="135718" y="78432"/>
                      </a:lnTo>
                      <a:lnTo>
                        <a:pt x="128179" y="81715"/>
                      </a:lnTo>
                      <a:lnTo>
                        <a:pt x="126477" y="57854"/>
                      </a:lnTo>
                      <a:close/>
                      <a:moveTo>
                        <a:pt x="114471" y="41653"/>
                      </a:moveTo>
                      <a:lnTo>
                        <a:pt x="118483" y="85180"/>
                      </a:lnTo>
                      <a:lnTo>
                        <a:pt x="106082" y="66274"/>
                      </a:lnTo>
                      <a:lnTo>
                        <a:pt x="106203" y="66183"/>
                      </a:lnTo>
                      <a:lnTo>
                        <a:pt x="114471" y="41653"/>
                      </a:lnTo>
                      <a:close/>
                      <a:moveTo>
                        <a:pt x="114836" y="41258"/>
                      </a:moveTo>
                      <a:lnTo>
                        <a:pt x="126265" y="57550"/>
                      </a:lnTo>
                      <a:cubicBezTo>
                        <a:pt x="126234" y="57581"/>
                        <a:pt x="126173" y="57611"/>
                        <a:pt x="126143" y="57702"/>
                      </a:cubicBezTo>
                      <a:lnTo>
                        <a:pt x="118818" y="85332"/>
                      </a:lnTo>
                      <a:lnTo>
                        <a:pt x="114836" y="41258"/>
                      </a:lnTo>
                      <a:close/>
                      <a:moveTo>
                        <a:pt x="126265" y="58827"/>
                      </a:moveTo>
                      <a:lnTo>
                        <a:pt x="127876" y="81867"/>
                      </a:lnTo>
                      <a:lnTo>
                        <a:pt x="119152" y="85575"/>
                      </a:lnTo>
                      <a:lnTo>
                        <a:pt x="119152" y="85575"/>
                      </a:lnTo>
                      <a:lnTo>
                        <a:pt x="126265" y="58827"/>
                      </a:lnTo>
                      <a:close/>
                      <a:moveTo>
                        <a:pt x="71066" y="39313"/>
                      </a:moveTo>
                      <a:lnTo>
                        <a:pt x="87784" y="60255"/>
                      </a:lnTo>
                      <a:cubicBezTo>
                        <a:pt x="87723" y="60286"/>
                        <a:pt x="87723" y="60316"/>
                        <a:pt x="87692" y="60347"/>
                      </a:cubicBezTo>
                      <a:lnTo>
                        <a:pt x="84166" y="85818"/>
                      </a:lnTo>
                      <a:lnTo>
                        <a:pt x="35381" y="63690"/>
                      </a:lnTo>
                      <a:lnTo>
                        <a:pt x="71066" y="39313"/>
                      </a:lnTo>
                      <a:close/>
                      <a:moveTo>
                        <a:pt x="87996" y="61015"/>
                      </a:moveTo>
                      <a:lnTo>
                        <a:pt x="103437" y="94754"/>
                      </a:lnTo>
                      <a:lnTo>
                        <a:pt x="84531" y="85970"/>
                      </a:lnTo>
                      <a:lnTo>
                        <a:pt x="87996" y="61015"/>
                      </a:lnTo>
                      <a:close/>
                      <a:moveTo>
                        <a:pt x="88179" y="60407"/>
                      </a:moveTo>
                      <a:lnTo>
                        <a:pt x="105808" y="66243"/>
                      </a:lnTo>
                      <a:cubicBezTo>
                        <a:pt x="105778" y="66274"/>
                        <a:pt x="105747" y="66335"/>
                        <a:pt x="105778" y="66395"/>
                      </a:cubicBezTo>
                      <a:lnTo>
                        <a:pt x="106872" y="96335"/>
                      </a:lnTo>
                      <a:lnTo>
                        <a:pt x="103954" y="94967"/>
                      </a:lnTo>
                      <a:lnTo>
                        <a:pt x="88179" y="60407"/>
                      </a:lnTo>
                      <a:close/>
                      <a:moveTo>
                        <a:pt x="106112" y="67034"/>
                      </a:moveTo>
                      <a:lnTo>
                        <a:pt x="118544" y="85970"/>
                      </a:lnTo>
                      <a:lnTo>
                        <a:pt x="107845" y="96821"/>
                      </a:lnTo>
                      <a:lnTo>
                        <a:pt x="107176" y="96517"/>
                      </a:lnTo>
                      <a:lnTo>
                        <a:pt x="106112" y="67034"/>
                      </a:lnTo>
                      <a:close/>
                      <a:moveTo>
                        <a:pt x="107237" y="96943"/>
                      </a:moveTo>
                      <a:lnTo>
                        <a:pt x="107571" y="97095"/>
                      </a:lnTo>
                      <a:lnTo>
                        <a:pt x="107237" y="97429"/>
                      </a:lnTo>
                      <a:lnTo>
                        <a:pt x="107237" y="96943"/>
                      </a:lnTo>
                      <a:close/>
                      <a:moveTo>
                        <a:pt x="104136" y="95514"/>
                      </a:moveTo>
                      <a:lnTo>
                        <a:pt x="106842" y="96761"/>
                      </a:lnTo>
                      <a:lnTo>
                        <a:pt x="106872" y="97794"/>
                      </a:lnTo>
                      <a:lnTo>
                        <a:pt x="105747" y="98949"/>
                      </a:lnTo>
                      <a:lnTo>
                        <a:pt x="104136" y="95514"/>
                      </a:lnTo>
                      <a:close/>
                      <a:moveTo>
                        <a:pt x="136022" y="78554"/>
                      </a:moveTo>
                      <a:lnTo>
                        <a:pt x="181007" y="81168"/>
                      </a:lnTo>
                      <a:lnTo>
                        <a:pt x="141736" y="101198"/>
                      </a:lnTo>
                      <a:lnTo>
                        <a:pt x="136022" y="78554"/>
                      </a:lnTo>
                      <a:close/>
                      <a:moveTo>
                        <a:pt x="35199" y="64511"/>
                      </a:moveTo>
                      <a:lnTo>
                        <a:pt x="73194" y="97551"/>
                      </a:lnTo>
                      <a:lnTo>
                        <a:pt x="41157" y="101533"/>
                      </a:lnTo>
                      <a:lnTo>
                        <a:pt x="35199" y="64511"/>
                      </a:lnTo>
                      <a:close/>
                      <a:moveTo>
                        <a:pt x="106933" y="98280"/>
                      </a:moveTo>
                      <a:lnTo>
                        <a:pt x="107024" y="101806"/>
                      </a:lnTo>
                      <a:lnTo>
                        <a:pt x="107024" y="101806"/>
                      </a:lnTo>
                      <a:lnTo>
                        <a:pt x="105899" y="99314"/>
                      </a:lnTo>
                      <a:lnTo>
                        <a:pt x="106933" y="98280"/>
                      </a:lnTo>
                      <a:close/>
                      <a:moveTo>
                        <a:pt x="127845" y="82201"/>
                      </a:moveTo>
                      <a:lnTo>
                        <a:pt x="129517" y="106396"/>
                      </a:lnTo>
                      <a:lnTo>
                        <a:pt x="119000" y="86000"/>
                      </a:lnTo>
                      <a:lnTo>
                        <a:pt x="127845" y="82201"/>
                      </a:lnTo>
                      <a:close/>
                      <a:moveTo>
                        <a:pt x="118726" y="86244"/>
                      </a:moveTo>
                      <a:lnTo>
                        <a:pt x="129334" y="106821"/>
                      </a:lnTo>
                      <a:lnTo>
                        <a:pt x="108179" y="96943"/>
                      </a:lnTo>
                      <a:lnTo>
                        <a:pt x="118726" y="86244"/>
                      </a:lnTo>
                      <a:close/>
                      <a:moveTo>
                        <a:pt x="135718" y="78827"/>
                      </a:moveTo>
                      <a:lnTo>
                        <a:pt x="141432" y="101350"/>
                      </a:lnTo>
                      <a:lnTo>
                        <a:pt x="129942" y="107217"/>
                      </a:lnTo>
                      <a:lnTo>
                        <a:pt x="128210" y="82049"/>
                      </a:lnTo>
                      <a:lnTo>
                        <a:pt x="135718" y="78827"/>
                      </a:lnTo>
                      <a:close/>
                      <a:moveTo>
                        <a:pt x="84470" y="86335"/>
                      </a:moveTo>
                      <a:lnTo>
                        <a:pt x="103650" y="95271"/>
                      </a:lnTo>
                      <a:lnTo>
                        <a:pt x="105474" y="99223"/>
                      </a:lnTo>
                      <a:lnTo>
                        <a:pt x="90610" y="114299"/>
                      </a:lnTo>
                      <a:lnTo>
                        <a:pt x="74318" y="97733"/>
                      </a:lnTo>
                      <a:lnTo>
                        <a:pt x="84470" y="86335"/>
                      </a:lnTo>
                      <a:close/>
                      <a:moveTo>
                        <a:pt x="35169" y="63964"/>
                      </a:moveTo>
                      <a:lnTo>
                        <a:pt x="84136" y="86152"/>
                      </a:lnTo>
                      <a:lnTo>
                        <a:pt x="73893" y="97642"/>
                      </a:lnTo>
                      <a:lnTo>
                        <a:pt x="73862" y="97672"/>
                      </a:lnTo>
                      <a:cubicBezTo>
                        <a:pt x="73832" y="97733"/>
                        <a:pt x="73832" y="97824"/>
                        <a:pt x="73893" y="97885"/>
                      </a:cubicBezTo>
                      <a:lnTo>
                        <a:pt x="90276" y="114512"/>
                      </a:lnTo>
                      <a:lnTo>
                        <a:pt x="41521" y="103964"/>
                      </a:lnTo>
                      <a:lnTo>
                        <a:pt x="41187" y="101837"/>
                      </a:lnTo>
                      <a:lnTo>
                        <a:pt x="73589" y="97824"/>
                      </a:lnTo>
                      <a:cubicBezTo>
                        <a:pt x="73680" y="97824"/>
                        <a:pt x="73710" y="97794"/>
                        <a:pt x="73741" y="97703"/>
                      </a:cubicBezTo>
                      <a:cubicBezTo>
                        <a:pt x="73802" y="97642"/>
                        <a:pt x="73741" y="97551"/>
                        <a:pt x="73710" y="97520"/>
                      </a:cubicBezTo>
                      <a:lnTo>
                        <a:pt x="35169" y="63964"/>
                      </a:lnTo>
                      <a:close/>
                      <a:moveTo>
                        <a:pt x="40853" y="101897"/>
                      </a:moveTo>
                      <a:lnTo>
                        <a:pt x="41187" y="104116"/>
                      </a:lnTo>
                      <a:cubicBezTo>
                        <a:pt x="41187" y="104177"/>
                        <a:pt x="41217" y="104207"/>
                        <a:pt x="41278" y="104238"/>
                      </a:cubicBezTo>
                      <a:cubicBezTo>
                        <a:pt x="41217" y="104268"/>
                        <a:pt x="41187" y="104268"/>
                        <a:pt x="41187" y="104359"/>
                      </a:cubicBezTo>
                      <a:lnTo>
                        <a:pt x="33223" y="129345"/>
                      </a:lnTo>
                      <a:lnTo>
                        <a:pt x="700" y="106913"/>
                      </a:lnTo>
                      <a:lnTo>
                        <a:pt x="40853" y="101897"/>
                      </a:lnTo>
                      <a:close/>
                      <a:moveTo>
                        <a:pt x="180946" y="81593"/>
                      </a:moveTo>
                      <a:lnTo>
                        <a:pt x="150611" y="136305"/>
                      </a:lnTo>
                      <a:lnTo>
                        <a:pt x="141827" y="101533"/>
                      </a:lnTo>
                      <a:lnTo>
                        <a:pt x="180946" y="81593"/>
                      </a:lnTo>
                      <a:close/>
                      <a:moveTo>
                        <a:pt x="107936" y="97247"/>
                      </a:moveTo>
                      <a:lnTo>
                        <a:pt x="129638" y="107369"/>
                      </a:lnTo>
                      <a:lnTo>
                        <a:pt x="129730" y="107521"/>
                      </a:lnTo>
                      <a:cubicBezTo>
                        <a:pt x="129752" y="107565"/>
                        <a:pt x="129823" y="107593"/>
                        <a:pt x="129883" y="107593"/>
                      </a:cubicBezTo>
                      <a:cubicBezTo>
                        <a:pt x="129905" y="107593"/>
                        <a:pt x="129926" y="107589"/>
                        <a:pt x="129942" y="107581"/>
                      </a:cubicBezTo>
                      <a:lnTo>
                        <a:pt x="141493" y="101685"/>
                      </a:lnTo>
                      <a:lnTo>
                        <a:pt x="150338" y="136761"/>
                      </a:lnTo>
                      <a:lnTo>
                        <a:pt x="149487" y="138342"/>
                      </a:lnTo>
                      <a:lnTo>
                        <a:pt x="119091" y="127642"/>
                      </a:lnTo>
                      <a:cubicBezTo>
                        <a:pt x="119067" y="127634"/>
                        <a:pt x="119044" y="127631"/>
                        <a:pt x="119024" y="127631"/>
                      </a:cubicBezTo>
                      <a:cubicBezTo>
                        <a:pt x="118967" y="127631"/>
                        <a:pt x="118923" y="127659"/>
                        <a:pt x="118878" y="127703"/>
                      </a:cubicBezTo>
                      <a:lnTo>
                        <a:pt x="118878" y="127673"/>
                      </a:lnTo>
                      <a:lnTo>
                        <a:pt x="107419" y="102657"/>
                      </a:lnTo>
                      <a:lnTo>
                        <a:pt x="107267" y="97946"/>
                      </a:lnTo>
                      <a:lnTo>
                        <a:pt x="107936" y="97247"/>
                      </a:lnTo>
                      <a:close/>
                      <a:moveTo>
                        <a:pt x="150490" y="137308"/>
                      </a:moveTo>
                      <a:lnTo>
                        <a:pt x="150915" y="138889"/>
                      </a:lnTo>
                      <a:lnTo>
                        <a:pt x="149821" y="138524"/>
                      </a:lnTo>
                      <a:lnTo>
                        <a:pt x="150490" y="137308"/>
                      </a:lnTo>
                      <a:close/>
                      <a:moveTo>
                        <a:pt x="41552" y="104359"/>
                      </a:moveTo>
                      <a:lnTo>
                        <a:pt x="90337" y="114876"/>
                      </a:lnTo>
                      <a:lnTo>
                        <a:pt x="89212" y="140834"/>
                      </a:lnTo>
                      <a:lnTo>
                        <a:pt x="54987" y="137339"/>
                      </a:lnTo>
                      <a:lnTo>
                        <a:pt x="41552" y="104359"/>
                      </a:lnTo>
                      <a:close/>
                      <a:moveTo>
                        <a:pt x="107419" y="103600"/>
                      </a:moveTo>
                      <a:lnTo>
                        <a:pt x="118483" y="127764"/>
                      </a:lnTo>
                      <a:lnTo>
                        <a:pt x="108817" y="142384"/>
                      </a:lnTo>
                      <a:lnTo>
                        <a:pt x="107419" y="103600"/>
                      </a:lnTo>
                      <a:close/>
                      <a:moveTo>
                        <a:pt x="105626" y="99557"/>
                      </a:moveTo>
                      <a:lnTo>
                        <a:pt x="107085" y="102718"/>
                      </a:lnTo>
                      <a:lnTo>
                        <a:pt x="108513" y="142749"/>
                      </a:lnTo>
                      <a:lnTo>
                        <a:pt x="89607" y="140865"/>
                      </a:lnTo>
                      <a:lnTo>
                        <a:pt x="90702" y="114724"/>
                      </a:lnTo>
                      <a:cubicBezTo>
                        <a:pt x="90702" y="114694"/>
                        <a:pt x="90732" y="114694"/>
                        <a:pt x="90732" y="114694"/>
                      </a:cubicBezTo>
                      <a:lnTo>
                        <a:pt x="105626" y="99557"/>
                      </a:lnTo>
                      <a:close/>
                      <a:moveTo>
                        <a:pt x="181220" y="81897"/>
                      </a:moveTo>
                      <a:lnTo>
                        <a:pt x="170308" y="145728"/>
                      </a:lnTo>
                      <a:lnTo>
                        <a:pt x="151311" y="139041"/>
                      </a:lnTo>
                      <a:lnTo>
                        <a:pt x="150733" y="136852"/>
                      </a:lnTo>
                      <a:lnTo>
                        <a:pt x="181220" y="81897"/>
                      </a:lnTo>
                      <a:close/>
                      <a:moveTo>
                        <a:pt x="119486" y="128220"/>
                      </a:moveTo>
                      <a:lnTo>
                        <a:pt x="149274" y="138706"/>
                      </a:lnTo>
                      <a:lnTo>
                        <a:pt x="139791" y="155850"/>
                      </a:lnTo>
                      <a:lnTo>
                        <a:pt x="119486" y="128220"/>
                      </a:lnTo>
                      <a:close/>
                      <a:moveTo>
                        <a:pt x="89577" y="141168"/>
                      </a:moveTo>
                      <a:lnTo>
                        <a:pt x="108453" y="143083"/>
                      </a:lnTo>
                      <a:lnTo>
                        <a:pt x="88300" y="170470"/>
                      </a:lnTo>
                      <a:lnTo>
                        <a:pt x="89577" y="141168"/>
                      </a:lnTo>
                      <a:close/>
                      <a:moveTo>
                        <a:pt x="151432" y="139436"/>
                      </a:moveTo>
                      <a:lnTo>
                        <a:pt x="170278" y="146062"/>
                      </a:lnTo>
                      <a:lnTo>
                        <a:pt x="163317" y="186640"/>
                      </a:lnTo>
                      <a:lnTo>
                        <a:pt x="151432" y="139436"/>
                      </a:lnTo>
                      <a:close/>
                      <a:moveTo>
                        <a:pt x="118848" y="127886"/>
                      </a:moveTo>
                      <a:cubicBezTo>
                        <a:pt x="118848" y="127916"/>
                        <a:pt x="118848" y="127946"/>
                        <a:pt x="118909" y="127946"/>
                      </a:cubicBezTo>
                      <a:lnTo>
                        <a:pt x="139639" y="156184"/>
                      </a:lnTo>
                      <a:lnTo>
                        <a:pt x="121705" y="188464"/>
                      </a:lnTo>
                      <a:lnTo>
                        <a:pt x="118970" y="173722"/>
                      </a:lnTo>
                      <a:cubicBezTo>
                        <a:pt x="118970" y="173661"/>
                        <a:pt x="118878" y="173570"/>
                        <a:pt x="118818" y="173570"/>
                      </a:cubicBezTo>
                      <a:lnTo>
                        <a:pt x="88787" y="170835"/>
                      </a:lnTo>
                      <a:lnTo>
                        <a:pt x="88574" y="170743"/>
                      </a:lnTo>
                      <a:lnTo>
                        <a:pt x="108878" y="143175"/>
                      </a:lnTo>
                      <a:cubicBezTo>
                        <a:pt x="108909" y="143144"/>
                        <a:pt x="108909" y="143114"/>
                        <a:pt x="108909" y="143083"/>
                      </a:cubicBezTo>
                      <a:lnTo>
                        <a:pt x="108909" y="142992"/>
                      </a:lnTo>
                      <a:lnTo>
                        <a:pt x="118848" y="127886"/>
                      </a:lnTo>
                      <a:close/>
                      <a:moveTo>
                        <a:pt x="89577" y="171290"/>
                      </a:moveTo>
                      <a:lnTo>
                        <a:pt x="118635" y="173935"/>
                      </a:lnTo>
                      <a:lnTo>
                        <a:pt x="121401" y="189041"/>
                      </a:lnTo>
                      <a:lnTo>
                        <a:pt x="89577" y="171290"/>
                      </a:lnTo>
                      <a:close/>
                      <a:moveTo>
                        <a:pt x="139851" y="156488"/>
                      </a:moveTo>
                      <a:lnTo>
                        <a:pt x="162831" y="187704"/>
                      </a:lnTo>
                      <a:lnTo>
                        <a:pt x="121736" y="189133"/>
                      </a:lnTo>
                      <a:lnTo>
                        <a:pt x="121766" y="189072"/>
                      </a:lnTo>
                      <a:lnTo>
                        <a:pt x="139851" y="156488"/>
                      </a:lnTo>
                      <a:close/>
                      <a:moveTo>
                        <a:pt x="117652" y="0"/>
                      </a:moveTo>
                      <a:cubicBezTo>
                        <a:pt x="117634" y="0"/>
                        <a:pt x="117617" y="4"/>
                        <a:pt x="117602" y="11"/>
                      </a:cubicBezTo>
                      <a:lnTo>
                        <a:pt x="79121" y="12018"/>
                      </a:lnTo>
                      <a:cubicBezTo>
                        <a:pt x="78999" y="12048"/>
                        <a:pt x="78969" y="12139"/>
                        <a:pt x="78999" y="12261"/>
                      </a:cubicBezTo>
                      <a:cubicBezTo>
                        <a:pt x="79021" y="12327"/>
                        <a:pt x="79075" y="12376"/>
                        <a:pt x="79137" y="12376"/>
                      </a:cubicBezTo>
                      <a:cubicBezTo>
                        <a:pt x="79161" y="12376"/>
                        <a:pt x="79187" y="12369"/>
                        <a:pt x="79212" y="12352"/>
                      </a:cubicBezTo>
                      <a:lnTo>
                        <a:pt x="116994" y="589"/>
                      </a:lnTo>
                      <a:lnTo>
                        <a:pt x="104744" y="13385"/>
                      </a:lnTo>
                      <a:cubicBezTo>
                        <a:pt x="104714" y="13446"/>
                        <a:pt x="104714" y="13477"/>
                        <a:pt x="104714" y="13537"/>
                      </a:cubicBezTo>
                      <a:cubicBezTo>
                        <a:pt x="104684" y="13537"/>
                        <a:pt x="104653" y="13537"/>
                        <a:pt x="104592" y="13598"/>
                      </a:cubicBezTo>
                      <a:lnTo>
                        <a:pt x="71279" y="38462"/>
                      </a:lnTo>
                      <a:cubicBezTo>
                        <a:pt x="71218" y="38523"/>
                        <a:pt x="71218" y="38583"/>
                        <a:pt x="71218" y="38675"/>
                      </a:cubicBezTo>
                      <a:cubicBezTo>
                        <a:pt x="71248" y="38735"/>
                        <a:pt x="71279" y="38766"/>
                        <a:pt x="71370" y="38766"/>
                      </a:cubicBezTo>
                      <a:lnTo>
                        <a:pt x="114380" y="40589"/>
                      </a:lnTo>
                      <a:lnTo>
                        <a:pt x="114380" y="40802"/>
                      </a:lnTo>
                      <a:lnTo>
                        <a:pt x="105869" y="65939"/>
                      </a:lnTo>
                      <a:lnTo>
                        <a:pt x="88088" y="60043"/>
                      </a:lnTo>
                      <a:lnTo>
                        <a:pt x="71218" y="38979"/>
                      </a:lnTo>
                      <a:cubicBezTo>
                        <a:pt x="71160" y="38921"/>
                        <a:pt x="71115" y="38900"/>
                        <a:pt x="71066" y="38900"/>
                      </a:cubicBezTo>
                      <a:cubicBezTo>
                        <a:pt x="71037" y="38900"/>
                        <a:pt x="71008" y="38907"/>
                        <a:pt x="70975" y="38918"/>
                      </a:cubicBezTo>
                      <a:lnTo>
                        <a:pt x="34925" y="63599"/>
                      </a:lnTo>
                      <a:cubicBezTo>
                        <a:pt x="34895" y="63629"/>
                        <a:pt x="34834" y="63690"/>
                        <a:pt x="34834" y="63751"/>
                      </a:cubicBezTo>
                      <a:cubicBezTo>
                        <a:pt x="34834" y="63781"/>
                        <a:pt x="34834" y="63812"/>
                        <a:pt x="34895" y="63842"/>
                      </a:cubicBezTo>
                      <a:cubicBezTo>
                        <a:pt x="34834" y="63842"/>
                        <a:pt x="34834" y="63842"/>
                        <a:pt x="34804" y="63903"/>
                      </a:cubicBezTo>
                      <a:cubicBezTo>
                        <a:pt x="34743" y="63933"/>
                        <a:pt x="34713" y="63994"/>
                        <a:pt x="34743" y="64085"/>
                      </a:cubicBezTo>
                      <a:lnTo>
                        <a:pt x="40792" y="101593"/>
                      </a:lnTo>
                      <a:lnTo>
                        <a:pt x="153" y="106639"/>
                      </a:lnTo>
                      <a:cubicBezTo>
                        <a:pt x="92" y="106639"/>
                        <a:pt x="1" y="106700"/>
                        <a:pt x="1" y="106791"/>
                      </a:cubicBezTo>
                      <a:cubicBezTo>
                        <a:pt x="1" y="106852"/>
                        <a:pt x="1" y="106913"/>
                        <a:pt x="62" y="106943"/>
                      </a:cubicBezTo>
                      <a:lnTo>
                        <a:pt x="92" y="106973"/>
                      </a:lnTo>
                      <a:lnTo>
                        <a:pt x="33193" y="129861"/>
                      </a:lnTo>
                      <a:cubicBezTo>
                        <a:pt x="33223" y="129892"/>
                        <a:pt x="33284" y="129892"/>
                        <a:pt x="33345" y="129892"/>
                      </a:cubicBezTo>
                      <a:lnTo>
                        <a:pt x="33436" y="129770"/>
                      </a:lnTo>
                      <a:lnTo>
                        <a:pt x="41400" y="105028"/>
                      </a:lnTo>
                      <a:lnTo>
                        <a:pt x="54683" y="137673"/>
                      </a:lnTo>
                      <a:cubicBezTo>
                        <a:pt x="54713" y="137764"/>
                        <a:pt x="54774" y="137795"/>
                        <a:pt x="54835" y="137795"/>
                      </a:cubicBezTo>
                      <a:lnTo>
                        <a:pt x="89182" y="141290"/>
                      </a:lnTo>
                      <a:lnTo>
                        <a:pt x="87936" y="171078"/>
                      </a:lnTo>
                      <a:cubicBezTo>
                        <a:pt x="87936" y="171138"/>
                        <a:pt x="87996" y="171260"/>
                        <a:pt x="88088" y="171260"/>
                      </a:cubicBezTo>
                      <a:lnTo>
                        <a:pt x="88695" y="171290"/>
                      </a:lnTo>
                      <a:lnTo>
                        <a:pt x="121492" y="189589"/>
                      </a:lnTo>
                      <a:cubicBezTo>
                        <a:pt x="121523" y="189589"/>
                        <a:pt x="121553" y="189619"/>
                        <a:pt x="121553" y="189619"/>
                      </a:cubicBezTo>
                      <a:lnTo>
                        <a:pt x="163135" y="188160"/>
                      </a:lnTo>
                      <a:cubicBezTo>
                        <a:pt x="163195" y="188160"/>
                        <a:pt x="163226" y="188130"/>
                        <a:pt x="163286" y="188069"/>
                      </a:cubicBezTo>
                      <a:cubicBezTo>
                        <a:pt x="163317" y="187978"/>
                        <a:pt x="163317" y="187947"/>
                        <a:pt x="163286" y="187856"/>
                      </a:cubicBezTo>
                      <a:lnTo>
                        <a:pt x="140034" y="156214"/>
                      </a:lnTo>
                      <a:lnTo>
                        <a:pt x="149639" y="138828"/>
                      </a:lnTo>
                      <a:lnTo>
                        <a:pt x="151007" y="139314"/>
                      </a:lnTo>
                      <a:lnTo>
                        <a:pt x="163195" y="187552"/>
                      </a:lnTo>
                      <a:cubicBezTo>
                        <a:pt x="163226" y="187643"/>
                        <a:pt x="163286" y="187704"/>
                        <a:pt x="163378" y="187704"/>
                      </a:cubicBezTo>
                      <a:cubicBezTo>
                        <a:pt x="163469" y="187704"/>
                        <a:pt x="163530" y="187643"/>
                        <a:pt x="163530" y="187552"/>
                      </a:cubicBezTo>
                      <a:lnTo>
                        <a:pt x="170612" y="146214"/>
                      </a:lnTo>
                      <a:lnTo>
                        <a:pt x="185627" y="151503"/>
                      </a:lnTo>
                      <a:lnTo>
                        <a:pt x="187512" y="174330"/>
                      </a:lnTo>
                      <a:cubicBezTo>
                        <a:pt x="187512" y="174421"/>
                        <a:pt x="187603" y="174482"/>
                        <a:pt x="187664" y="174482"/>
                      </a:cubicBezTo>
                      <a:lnTo>
                        <a:pt x="219427" y="179315"/>
                      </a:lnTo>
                      <a:lnTo>
                        <a:pt x="220066" y="221230"/>
                      </a:lnTo>
                      <a:cubicBezTo>
                        <a:pt x="220066" y="221322"/>
                        <a:pt x="220157" y="221413"/>
                        <a:pt x="220278" y="221413"/>
                      </a:cubicBezTo>
                      <a:cubicBezTo>
                        <a:pt x="220370" y="221413"/>
                        <a:pt x="220461" y="221291"/>
                        <a:pt x="220461" y="221230"/>
                      </a:cubicBezTo>
                      <a:lnTo>
                        <a:pt x="219823" y="179163"/>
                      </a:lnTo>
                      <a:cubicBezTo>
                        <a:pt x="219823" y="179102"/>
                        <a:pt x="219731" y="179011"/>
                        <a:pt x="219671" y="178981"/>
                      </a:cubicBezTo>
                      <a:lnTo>
                        <a:pt x="187846" y="174148"/>
                      </a:lnTo>
                      <a:lnTo>
                        <a:pt x="185962" y="151351"/>
                      </a:lnTo>
                      <a:cubicBezTo>
                        <a:pt x="185962" y="151290"/>
                        <a:pt x="185931" y="151199"/>
                        <a:pt x="185840" y="151199"/>
                      </a:cubicBezTo>
                      <a:lnTo>
                        <a:pt x="170642" y="145849"/>
                      </a:lnTo>
                      <a:lnTo>
                        <a:pt x="181706" y="81076"/>
                      </a:lnTo>
                      <a:cubicBezTo>
                        <a:pt x="181706" y="81016"/>
                        <a:pt x="181706" y="80955"/>
                        <a:pt x="181676" y="80924"/>
                      </a:cubicBezTo>
                      <a:cubicBezTo>
                        <a:pt x="181615" y="80864"/>
                        <a:pt x="181585" y="80833"/>
                        <a:pt x="181554" y="80833"/>
                      </a:cubicBezTo>
                      <a:lnTo>
                        <a:pt x="137785" y="78280"/>
                      </a:lnTo>
                      <a:lnTo>
                        <a:pt x="152283" y="76304"/>
                      </a:lnTo>
                      <a:cubicBezTo>
                        <a:pt x="152374" y="76304"/>
                        <a:pt x="152405" y="76244"/>
                        <a:pt x="152435" y="76213"/>
                      </a:cubicBezTo>
                      <a:cubicBezTo>
                        <a:pt x="152496" y="76122"/>
                        <a:pt x="152435" y="76061"/>
                        <a:pt x="152374" y="76000"/>
                      </a:cubicBezTo>
                      <a:lnTo>
                        <a:pt x="126720" y="57520"/>
                      </a:lnTo>
                      <a:lnTo>
                        <a:pt x="126690" y="57429"/>
                      </a:lnTo>
                      <a:lnTo>
                        <a:pt x="145049" y="25969"/>
                      </a:lnTo>
                      <a:cubicBezTo>
                        <a:pt x="145079" y="25939"/>
                        <a:pt x="145079" y="25848"/>
                        <a:pt x="145049" y="25817"/>
                      </a:cubicBezTo>
                      <a:cubicBezTo>
                        <a:pt x="145049" y="25787"/>
                        <a:pt x="144958" y="25756"/>
                        <a:pt x="144927" y="25696"/>
                      </a:cubicBezTo>
                      <a:lnTo>
                        <a:pt x="105200" y="13416"/>
                      </a:lnTo>
                      <a:lnTo>
                        <a:pt x="117754" y="315"/>
                      </a:lnTo>
                      <a:cubicBezTo>
                        <a:pt x="117815" y="255"/>
                        <a:pt x="117815" y="163"/>
                        <a:pt x="117784" y="103"/>
                      </a:cubicBezTo>
                      <a:cubicBezTo>
                        <a:pt x="117761" y="34"/>
                        <a:pt x="117704" y="0"/>
                        <a:pt x="11765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7" name="Google Shape;3767;p23"/>
                <p:cNvSpPr/>
                <p:nvPr/>
              </p:nvSpPr>
              <p:spPr>
                <a:xfrm>
                  <a:off x="-700475" y="951025"/>
                  <a:ext cx="50325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1415" extrusionOk="0">
                      <a:moveTo>
                        <a:pt x="1047" y="0"/>
                      </a:moveTo>
                      <a:cubicBezTo>
                        <a:pt x="500" y="0"/>
                        <a:pt x="0" y="690"/>
                        <a:pt x="492" y="1181"/>
                      </a:cubicBezTo>
                      <a:cubicBezTo>
                        <a:pt x="642" y="1346"/>
                        <a:pt x="815" y="1415"/>
                        <a:pt x="982" y="1415"/>
                      </a:cubicBezTo>
                      <a:cubicBezTo>
                        <a:pt x="1525" y="1415"/>
                        <a:pt x="2013" y="696"/>
                        <a:pt x="1525" y="209"/>
                      </a:cubicBezTo>
                      <a:cubicBezTo>
                        <a:pt x="1378" y="62"/>
                        <a:pt x="1210" y="0"/>
                        <a:pt x="10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8" name="Google Shape;3768;p23"/>
                <p:cNvSpPr/>
                <p:nvPr/>
              </p:nvSpPr>
              <p:spPr>
                <a:xfrm>
                  <a:off x="-1364400" y="1443875"/>
                  <a:ext cx="50100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4" h="1428" extrusionOk="0">
                      <a:moveTo>
                        <a:pt x="1032" y="1"/>
                      </a:moveTo>
                      <a:cubicBezTo>
                        <a:pt x="489" y="1"/>
                        <a:pt x="0" y="705"/>
                        <a:pt x="513" y="1194"/>
                      </a:cubicBezTo>
                      <a:cubicBezTo>
                        <a:pt x="664" y="1359"/>
                        <a:pt x="835" y="1428"/>
                        <a:pt x="1000" y="1428"/>
                      </a:cubicBezTo>
                      <a:cubicBezTo>
                        <a:pt x="1533" y="1428"/>
                        <a:pt x="2004" y="709"/>
                        <a:pt x="1516" y="222"/>
                      </a:cubicBezTo>
                      <a:cubicBezTo>
                        <a:pt x="1367" y="66"/>
                        <a:pt x="1197" y="1"/>
                        <a:pt x="103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9" name="Google Shape;3769;p23"/>
                <p:cNvSpPr/>
                <p:nvPr/>
              </p:nvSpPr>
              <p:spPr>
                <a:xfrm>
                  <a:off x="-920175" y="1590950"/>
                  <a:ext cx="50425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7" h="1433" extrusionOk="0">
                      <a:moveTo>
                        <a:pt x="1060" y="0"/>
                      </a:moveTo>
                      <a:cubicBezTo>
                        <a:pt x="509" y="0"/>
                        <a:pt x="1" y="714"/>
                        <a:pt x="495" y="1208"/>
                      </a:cubicBezTo>
                      <a:cubicBezTo>
                        <a:pt x="653" y="1366"/>
                        <a:pt x="830" y="1432"/>
                        <a:pt x="999" y="1432"/>
                      </a:cubicBezTo>
                      <a:cubicBezTo>
                        <a:pt x="1546" y="1432"/>
                        <a:pt x="2016" y="739"/>
                        <a:pt x="1529" y="205"/>
                      </a:cubicBezTo>
                      <a:cubicBezTo>
                        <a:pt x="1385" y="61"/>
                        <a:pt x="1221" y="0"/>
                        <a:pt x="10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0" name="Google Shape;3770;p23"/>
                <p:cNvSpPr/>
                <p:nvPr/>
              </p:nvSpPr>
              <p:spPr>
                <a:xfrm>
                  <a:off x="-407925" y="1372750"/>
                  <a:ext cx="50275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1" h="1420" extrusionOk="0">
                      <a:moveTo>
                        <a:pt x="1047" y="1"/>
                      </a:moveTo>
                      <a:cubicBezTo>
                        <a:pt x="500" y="1"/>
                        <a:pt x="1" y="691"/>
                        <a:pt x="492" y="1182"/>
                      </a:cubicBezTo>
                      <a:cubicBezTo>
                        <a:pt x="645" y="1350"/>
                        <a:pt x="821" y="1419"/>
                        <a:pt x="991" y="1419"/>
                      </a:cubicBezTo>
                      <a:cubicBezTo>
                        <a:pt x="1530" y="1419"/>
                        <a:pt x="2011" y="718"/>
                        <a:pt x="1525" y="209"/>
                      </a:cubicBezTo>
                      <a:cubicBezTo>
                        <a:pt x="1379" y="62"/>
                        <a:pt x="1211" y="1"/>
                        <a:pt x="104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1" name="Google Shape;3771;p23"/>
                <p:cNvSpPr/>
                <p:nvPr/>
              </p:nvSpPr>
              <p:spPr>
                <a:xfrm>
                  <a:off x="-596200" y="2083250"/>
                  <a:ext cx="507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416" extrusionOk="0">
                      <a:moveTo>
                        <a:pt x="1041" y="1"/>
                      </a:moveTo>
                      <a:cubicBezTo>
                        <a:pt x="495" y="1"/>
                        <a:pt x="0" y="690"/>
                        <a:pt x="515" y="1182"/>
                      </a:cubicBezTo>
                      <a:cubicBezTo>
                        <a:pt x="666" y="1347"/>
                        <a:pt x="838" y="1415"/>
                        <a:pt x="1005" y="1415"/>
                      </a:cubicBezTo>
                      <a:cubicBezTo>
                        <a:pt x="1546" y="1415"/>
                        <a:pt x="2029" y="697"/>
                        <a:pt x="1518" y="209"/>
                      </a:cubicBezTo>
                      <a:cubicBezTo>
                        <a:pt x="1371" y="62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2" name="Google Shape;3772;p23"/>
                <p:cNvSpPr/>
                <p:nvPr/>
              </p:nvSpPr>
              <p:spPr>
                <a:xfrm>
                  <a:off x="-173125" y="1901650"/>
                  <a:ext cx="503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5" extrusionOk="0">
                      <a:moveTo>
                        <a:pt x="1035" y="0"/>
                      </a:moveTo>
                      <a:cubicBezTo>
                        <a:pt x="482" y="0"/>
                        <a:pt x="1" y="690"/>
                        <a:pt x="492" y="1181"/>
                      </a:cubicBezTo>
                      <a:cubicBezTo>
                        <a:pt x="650" y="1346"/>
                        <a:pt x="826" y="1415"/>
                        <a:pt x="995" y="1415"/>
                      </a:cubicBezTo>
                      <a:cubicBezTo>
                        <a:pt x="1543" y="1415"/>
                        <a:pt x="2013" y="696"/>
                        <a:pt x="1526" y="209"/>
                      </a:cubicBezTo>
                      <a:cubicBezTo>
                        <a:pt x="1372" y="62"/>
                        <a:pt x="1200" y="0"/>
                        <a:pt x="103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3" name="Google Shape;3773;p23"/>
                <p:cNvSpPr/>
                <p:nvPr/>
              </p:nvSpPr>
              <p:spPr>
                <a:xfrm>
                  <a:off x="-1459450" y="2087050"/>
                  <a:ext cx="50125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" h="1420" extrusionOk="0">
                      <a:moveTo>
                        <a:pt x="1041" y="1"/>
                      </a:moveTo>
                      <a:cubicBezTo>
                        <a:pt x="495" y="1"/>
                        <a:pt x="1" y="690"/>
                        <a:pt x="516" y="1182"/>
                      </a:cubicBezTo>
                      <a:cubicBezTo>
                        <a:pt x="669" y="1349"/>
                        <a:pt x="843" y="1419"/>
                        <a:pt x="1010" y="1419"/>
                      </a:cubicBezTo>
                      <a:cubicBezTo>
                        <a:pt x="1541" y="1419"/>
                        <a:pt x="2004" y="718"/>
                        <a:pt x="1519" y="209"/>
                      </a:cubicBezTo>
                      <a:cubicBezTo>
                        <a:pt x="1372" y="62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4" name="Google Shape;3774;p23"/>
                <p:cNvSpPr/>
                <p:nvPr/>
              </p:nvSpPr>
              <p:spPr>
                <a:xfrm>
                  <a:off x="-1301500" y="2800275"/>
                  <a:ext cx="50225" cy="3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32" extrusionOk="0">
                      <a:moveTo>
                        <a:pt x="1039" y="1"/>
                      </a:moveTo>
                      <a:cubicBezTo>
                        <a:pt x="494" y="1"/>
                        <a:pt x="0" y="705"/>
                        <a:pt x="490" y="1194"/>
                      </a:cubicBezTo>
                      <a:cubicBezTo>
                        <a:pt x="643" y="1362"/>
                        <a:pt x="818" y="1432"/>
                        <a:pt x="988" y="1432"/>
                      </a:cubicBezTo>
                      <a:cubicBezTo>
                        <a:pt x="1527" y="1432"/>
                        <a:pt x="2008" y="730"/>
                        <a:pt x="1523" y="222"/>
                      </a:cubicBezTo>
                      <a:cubicBezTo>
                        <a:pt x="1374" y="66"/>
                        <a:pt x="1204" y="1"/>
                        <a:pt x="103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5" name="Google Shape;3775;p23"/>
                <p:cNvSpPr/>
                <p:nvPr/>
              </p:nvSpPr>
              <p:spPr>
                <a:xfrm>
                  <a:off x="-318925" y="2620600"/>
                  <a:ext cx="509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8" h="1416" extrusionOk="0">
                      <a:moveTo>
                        <a:pt x="1054" y="0"/>
                      </a:moveTo>
                      <a:cubicBezTo>
                        <a:pt x="504" y="0"/>
                        <a:pt x="1" y="714"/>
                        <a:pt x="519" y="1208"/>
                      </a:cubicBezTo>
                      <a:cubicBezTo>
                        <a:pt x="665" y="1354"/>
                        <a:pt x="832" y="1416"/>
                        <a:pt x="995" y="1416"/>
                      </a:cubicBezTo>
                      <a:cubicBezTo>
                        <a:pt x="1542" y="1416"/>
                        <a:pt x="2037" y="720"/>
                        <a:pt x="1522" y="205"/>
                      </a:cubicBezTo>
                      <a:cubicBezTo>
                        <a:pt x="1378" y="61"/>
                        <a:pt x="1214" y="0"/>
                        <a:pt x="105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6" name="Google Shape;3776;p23"/>
                <p:cNvSpPr/>
                <p:nvPr/>
              </p:nvSpPr>
              <p:spPr>
                <a:xfrm>
                  <a:off x="-2533950" y="2539950"/>
                  <a:ext cx="507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0" h="1437" extrusionOk="0">
                      <a:moveTo>
                        <a:pt x="1043" y="1"/>
                      </a:moveTo>
                      <a:cubicBezTo>
                        <a:pt x="496" y="1"/>
                        <a:pt x="1" y="697"/>
                        <a:pt x="516" y="1212"/>
                      </a:cubicBezTo>
                      <a:cubicBezTo>
                        <a:pt x="667" y="1370"/>
                        <a:pt x="840" y="1436"/>
                        <a:pt x="1007" y="1436"/>
                      </a:cubicBezTo>
                      <a:cubicBezTo>
                        <a:pt x="1548" y="1436"/>
                        <a:pt x="2030" y="743"/>
                        <a:pt x="1519" y="209"/>
                      </a:cubicBezTo>
                      <a:cubicBezTo>
                        <a:pt x="1373" y="63"/>
                        <a:pt x="1206" y="1"/>
                        <a:pt x="104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7" name="Google Shape;3777;p23"/>
                <p:cNvSpPr/>
                <p:nvPr/>
              </p:nvSpPr>
              <p:spPr>
                <a:xfrm>
                  <a:off x="-1714950" y="2379625"/>
                  <a:ext cx="503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19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45" y="1349"/>
                        <a:pt x="821" y="1418"/>
                        <a:pt x="991" y="1418"/>
                      </a:cubicBezTo>
                      <a:cubicBezTo>
                        <a:pt x="1530" y="1418"/>
                        <a:pt x="2011" y="717"/>
                        <a:pt x="1526" y="208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8" name="Google Shape;3778;p23"/>
                <p:cNvSpPr/>
                <p:nvPr/>
              </p:nvSpPr>
              <p:spPr>
                <a:xfrm>
                  <a:off x="-2196675" y="3377800"/>
                  <a:ext cx="50400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6" h="1403" extrusionOk="0">
                      <a:moveTo>
                        <a:pt x="1039" y="0"/>
                      </a:moveTo>
                      <a:cubicBezTo>
                        <a:pt x="495" y="0"/>
                        <a:pt x="1" y="704"/>
                        <a:pt x="491" y="1194"/>
                      </a:cubicBezTo>
                      <a:cubicBezTo>
                        <a:pt x="644" y="1341"/>
                        <a:pt x="816" y="1402"/>
                        <a:pt x="981" y="1402"/>
                      </a:cubicBezTo>
                      <a:cubicBezTo>
                        <a:pt x="1534" y="1402"/>
                        <a:pt x="2015" y="713"/>
                        <a:pt x="1524" y="221"/>
                      </a:cubicBezTo>
                      <a:cubicBezTo>
                        <a:pt x="1375" y="65"/>
                        <a:pt x="1205" y="0"/>
                        <a:pt x="103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9" name="Google Shape;3779;p23"/>
                <p:cNvSpPr/>
                <p:nvPr/>
              </p:nvSpPr>
              <p:spPr>
                <a:xfrm>
                  <a:off x="-849425" y="3508825"/>
                  <a:ext cx="5050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0" h="1416" extrusionOk="0">
                      <a:moveTo>
                        <a:pt x="1036" y="0"/>
                      </a:moveTo>
                      <a:cubicBezTo>
                        <a:pt x="483" y="0"/>
                        <a:pt x="0" y="696"/>
                        <a:pt x="492" y="1211"/>
                      </a:cubicBezTo>
                      <a:cubicBezTo>
                        <a:pt x="636" y="1355"/>
                        <a:pt x="800" y="1416"/>
                        <a:pt x="961" y="1416"/>
                      </a:cubicBezTo>
                      <a:cubicBezTo>
                        <a:pt x="1512" y="1416"/>
                        <a:pt x="2020" y="703"/>
                        <a:pt x="1526" y="208"/>
                      </a:cubicBezTo>
                      <a:cubicBezTo>
                        <a:pt x="1372" y="62"/>
                        <a:pt x="1201" y="0"/>
                        <a:pt x="103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0" name="Google Shape;3780;p23"/>
                <p:cNvSpPr/>
                <p:nvPr/>
              </p:nvSpPr>
              <p:spPr>
                <a:xfrm>
                  <a:off x="-601700" y="3131900"/>
                  <a:ext cx="50350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6" extrusionOk="0">
                      <a:moveTo>
                        <a:pt x="1047" y="1"/>
                      </a:moveTo>
                      <a:cubicBezTo>
                        <a:pt x="500" y="1"/>
                        <a:pt x="1" y="690"/>
                        <a:pt x="492" y="1182"/>
                      </a:cubicBezTo>
                      <a:cubicBezTo>
                        <a:pt x="643" y="1347"/>
                        <a:pt x="815" y="1415"/>
                        <a:pt x="983" y="1415"/>
                      </a:cubicBezTo>
                      <a:cubicBezTo>
                        <a:pt x="1525" y="1415"/>
                        <a:pt x="2013" y="697"/>
                        <a:pt x="1526" y="209"/>
                      </a:cubicBezTo>
                      <a:cubicBezTo>
                        <a:pt x="1379" y="62"/>
                        <a:pt x="1211" y="1"/>
                        <a:pt x="104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1" name="Google Shape;3781;p23"/>
                <p:cNvSpPr/>
                <p:nvPr/>
              </p:nvSpPr>
              <p:spPr>
                <a:xfrm>
                  <a:off x="-1361600" y="4210950"/>
                  <a:ext cx="503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19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45" y="1349"/>
                        <a:pt x="821" y="1419"/>
                        <a:pt x="991" y="1419"/>
                      </a:cubicBezTo>
                      <a:cubicBezTo>
                        <a:pt x="1530" y="1419"/>
                        <a:pt x="2011" y="717"/>
                        <a:pt x="1526" y="209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2" name="Google Shape;3782;p23"/>
                <p:cNvSpPr/>
                <p:nvPr/>
              </p:nvSpPr>
              <p:spPr>
                <a:xfrm>
                  <a:off x="-527900" y="4660900"/>
                  <a:ext cx="51000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0" h="1433" extrusionOk="0">
                      <a:moveTo>
                        <a:pt x="1068" y="1"/>
                      </a:moveTo>
                      <a:cubicBezTo>
                        <a:pt x="504" y="1"/>
                        <a:pt x="1" y="714"/>
                        <a:pt x="519" y="1208"/>
                      </a:cubicBezTo>
                      <a:cubicBezTo>
                        <a:pt x="670" y="1366"/>
                        <a:pt x="843" y="1432"/>
                        <a:pt x="1010" y="1432"/>
                      </a:cubicBezTo>
                      <a:cubicBezTo>
                        <a:pt x="1552" y="1432"/>
                        <a:pt x="2040" y="739"/>
                        <a:pt x="1552" y="205"/>
                      </a:cubicBezTo>
                      <a:cubicBezTo>
                        <a:pt x="1402" y="61"/>
                        <a:pt x="1232" y="1"/>
                        <a:pt x="106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3" name="Google Shape;3783;p23"/>
                <p:cNvSpPr/>
                <p:nvPr/>
              </p:nvSpPr>
              <p:spPr>
                <a:xfrm>
                  <a:off x="-599950" y="4282075"/>
                  <a:ext cx="50800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" h="1403" extrusionOk="0">
                      <a:moveTo>
                        <a:pt x="1032" y="0"/>
                      </a:moveTo>
                      <a:cubicBezTo>
                        <a:pt x="489" y="0"/>
                        <a:pt x="0" y="704"/>
                        <a:pt x="513" y="1194"/>
                      </a:cubicBezTo>
                      <a:cubicBezTo>
                        <a:pt x="660" y="1340"/>
                        <a:pt x="828" y="1402"/>
                        <a:pt x="991" y="1402"/>
                      </a:cubicBezTo>
                      <a:cubicBezTo>
                        <a:pt x="1537" y="1402"/>
                        <a:pt x="2031" y="712"/>
                        <a:pt x="1516" y="221"/>
                      </a:cubicBezTo>
                      <a:cubicBezTo>
                        <a:pt x="1368" y="65"/>
                        <a:pt x="1197" y="0"/>
                        <a:pt x="103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4" name="Google Shape;3784;p23"/>
                <p:cNvSpPr/>
                <p:nvPr/>
              </p:nvSpPr>
              <p:spPr>
                <a:xfrm>
                  <a:off x="512475" y="4625075"/>
                  <a:ext cx="50700" cy="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420" extrusionOk="0">
                      <a:moveTo>
                        <a:pt x="1041" y="1"/>
                      </a:moveTo>
                      <a:cubicBezTo>
                        <a:pt x="495" y="1"/>
                        <a:pt x="1" y="691"/>
                        <a:pt x="516" y="1182"/>
                      </a:cubicBezTo>
                      <a:cubicBezTo>
                        <a:pt x="669" y="1350"/>
                        <a:pt x="844" y="1419"/>
                        <a:pt x="1014" y="1419"/>
                      </a:cubicBezTo>
                      <a:cubicBezTo>
                        <a:pt x="1552" y="1419"/>
                        <a:pt x="2027" y="718"/>
                        <a:pt x="1519" y="209"/>
                      </a:cubicBezTo>
                      <a:cubicBezTo>
                        <a:pt x="1372" y="63"/>
                        <a:pt x="1204" y="1"/>
                        <a:pt x="1041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5" name="Google Shape;3785;p23"/>
                <p:cNvSpPr/>
                <p:nvPr/>
              </p:nvSpPr>
              <p:spPr>
                <a:xfrm>
                  <a:off x="235925" y="1842825"/>
                  <a:ext cx="509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9" h="1403" extrusionOk="0">
                      <a:moveTo>
                        <a:pt x="1046" y="0"/>
                      </a:moveTo>
                      <a:cubicBezTo>
                        <a:pt x="489" y="0"/>
                        <a:pt x="1" y="704"/>
                        <a:pt x="514" y="1194"/>
                      </a:cubicBezTo>
                      <a:cubicBezTo>
                        <a:pt x="660" y="1341"/>
                        <a:pt x="828" y="1402"/>
                        <a:pt x="992" y="1402"/>
                      </a:cubicBezTo>
                      <a:cubicBezTo>
                        <a:pt x="1539" y="1402"/>
                        <a:pt x="2038" y="713"/>
                        <a:pt x="1547" y="221"/>
                      </a:cubicBezTo>
                      <a:cubicBezTo>
                        <a:pt x="1391" y="65"/>
                        <a:pt x="1215" y="0"/>
                        <a:pt x="1046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6" name="Google Shape;3786;p23"/>
                <p:cNvSpPr/>
                <p:nvPr/>
              </p:nvSpPr>
              <p:spPr>
                <a:xfrm>
                  <a:off x="968350" y="1967100"/>
                  <a:ext cx="49650" cy="3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6" h="1433" extrusionOk="0">
                      <a:moveTo>
                        <a:pt x="1053" y="0"/>
                      </a:moveTo>
                      <a:cubicBezTo>
                        <a:pt x="503" y="0"/>
                        <a:pt x="0" y="713"/>
                        <a:pt x="518" y="1208"/>
                      </a:cubicBezTo>
                      <a:cubicBezTo>
                        <a:pt x="669" y="1366"/>
                        <a:pt x="838" y="1432"/>
                        <a:pt x="1001" y="1432"/>
                      </a:cubicBezTo>
                      <a:cubicBezTo>
                        <a:pt x="1528" y="1432"/>
                        <a:pt x="1985" y="739"/>
                        <a:pt x="1521" y="205"/>
                      </a:cubicBezTo>
                      <a:cubicBezTo>
                        <a:pt x="1377" y="61"/>
                        <a:pt x="1213" y="0"/>
                        <a:pt x="105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7" name="Google Shape;3787;p23"/>
                <p:cNvSpPr/>
                <p:nvPr/>
              </p:nvSpPr>
              <p:spPr>
                <a:xfrm>
                  <a:off x="54900" y="585200"/>
                  <a:ext cx="50225" cy="3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32" extrusionOk="0">
                      <a:moveTo>
                        <a:pt x="1026" y="1"/>
                      </a:moveTo>
                      <a:cubicBezTo>
                        <a:pt x="476" y="1"/>
                        <a:pt x="0" y="705"/>
                        <a:pt x="490" y="1194"/>
                      </a:cubicBezTo>
                      <a:cubicBezTo>
                        <a:pt x="643" y="1362"/>
                        <a:pt x="819" y="1432"/>
                        <a:pt x="989" y="1432"/>
                      </a:cubicBezTo>
                      <a:cubicBezTo>
                        <a:pt x="1528" y="1432"/>
                        <a:pt x="2009" y="730"/>
                        <a:pt x="1523" y="222"/>
                      </a:cubicBezTo>
                      <a:cubicBezTo>
                        <a:pt x="1368" y="66"/>
                        <a:pt x="1194" y="1"/>
                        <a:pt x="10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8" name="Google Shape;3788;p23"/>
                <p:cNvSpPr/>
                <p:nvPr/>
              </p:nvSpPr>
              <p:spPr>
                <a:xfrm>
                  <a:off x="-2734675" y="3180225"/>
                  <a:ext cx="5022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" h="1403" extrusionOk="0">
                      <a:moveTo>
                        <a:pt x="1013" y="0"/>
                      </a:moveTo>
                      <a:cubicBezTo>
                        <a:pt x="477" y="0"/>
                        <a:pt x="1" y="705"/>
                        <a:pt x="490" y="1194"/>
                      </a:cubicBezTo>
                      <a:cubicBezTo>
                        <a:pt x="637" y="1341"/>
                        <a:pt x="805" y="1402"/>
                        <a:pt x="968" y="1402"/>
                      </a:cubicBezTo>
                      <a:cubicBezTo>
                        <a:pt x="1514" y="1402"/>
                        <a:pt x="2008" y="713"/>
                        <a:pt x="1493" y="221"/>
                      </a:cubicBezTo>
                      <a:cubicBezTo>
                        <a:pt x="1345" y="66"/>
                        <a:pt x="1176" y="0"/>
                        <a:pt x="101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9" name="Google Shape;3789;p23"/>
                <p:cNvSpPr/>
                <p:nvPr/>
              </p:nvSpPr>
              <p:spPr>
                <a:xfrm>
                  <a:off x="-3560675" y="2610300"/>
                  <a:ext cx="50300" cy="3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" h="1428" extrusionOk="0">
                      <a:moveTo>
                        <a:pt x="1039" y="1"/>
                      </a:moveTo>
                      <a:cubicBezTo>
                        <a:pt x="494" y="1"/>
                        <a:pt x="1" y="705"/>
                        <a:pt x="490" y="1194"/>
                      </a:cubicBezTo>
                      <a:cubicBezTo>
                        <a:pt x="648" y="1359"/>
                        <a:pt x="824" y="1428"/>
                        <a:pt x="993" y="1428"/>
                      </a:cubicBezTo>
                      <a:cubicBezTo>
                        <a:pt x="1541" y="1428"/>
                        <a:pt x="2011" y="709"/>
                        <a:pt x="1524" y="222"/>
                      </a:cubicBezTo>
                      <a:cubicBezTo>
                        <a:pt x="1375" y="66"/>
                        <a:pt x="1205" y="1"/>
                        <a:pt x="103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0" name="Google Shape;3790;p23"/>
                <p:cNvSpPr/>
                <p:nvPr/>
              </p:nvSpPr>
              <p:spPr>
                <a:xfrm>
                  <a:off x="-2691350" y="1535075"/>
                  <a:ext cx="503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" h="1403" extrusionOk="0">
                      <a:moveTo>
                        <a:pt x="1039" y="0"/>
                      </a:moveTo>
                      <a:cubicBezTo>
                        <a:pt x="494" y="0"/>
                        <a:pt x="0" y="704"/>
                        <a:pt x="490" y="1194"/>
                      </a:cubicBezTo>
                      <a:cubicBezTo>
                        <a:pt x="651" y="1340"/>
                        <a:pt x="826" y="1402"/>
                        <a:pt x="993" y="1402"/>
                      </a:cubicBezTo>
                      <a:cubicBezTo>
                        <a:pt x="1551" y="1402"/>
                        <a:pt x="2015" y="712"/>
                        <a:pt x="1523" y="221"/>
                      </a:cubicBezTo>
                      <a:cubicBezTo>
                        <a:pt x="1375" y="65"/>
                        <a:pt x="1204" y="0"/>
                        <a:pt x="103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1" name="Google Shape;3791;p23"/>
                <p:cNvSpPr/>
                <p:nvPr/>
              </p:nvSpPr>
              <p:spPr>
                <a:xfrm>
                  <a:off x="-1786450" y="914650"/>
                  <a:ext cx="50525" cy="3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" h="1416" extrusionOk="0">
                      <a:moveTo>
                        <a:pt x="1060" y="0"/>
                      </a:moveTo>
                      <a:cubicBezTo>
                        <a:pt x="509" y="0"/>
                        <a:pt x="1" y="713"/>
                        <a:pt x="495" y="1208"/>
                      </a:cubicBezTo>
                      <a:cubicBezTo>
                        <a:pt x="649" y="1354"/>
                        <a:pt x="820" y="1416"/>
                        <a:pt x="984" y="1416"/>
                      </a:cubicBezTo>
                      <a:cubicBezTo>
                        <a:pt x="1538" y="1416"/>
                        <a:pt x="2021" y="720"/>
                        <a:pt x="1529" y="205"/>
                      </a:cubicBezTo>
                      <a:cubicBezTo>
                        <a:pt x="1385" y="61"/>
                        <a:pt x="1221" y="0"/>
                        <a:pt x="10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2" name="Google Shape;3792;p23"/>
                <p:cNvSpPr/>
                <p:nvPr/>
              </p:nvSpPr>
              <p:spPr>
                <a:xfrm>
                  <a:off x="-1588800" y="242050"/>
                  <a:ext cx="50350" cy="3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37" extrusionOk="0">
                      <a:moveTo>
                        <a:pt x="1049" y="1"/>
                      </a:moveTo>
                      <a:cubicBezTo>
                        <a:pt x="501" y="1"/>
                        <a:pt x="0" y="696"/>
                        <a:pt x="492" y="1212"/>
                      </a:cubicBezTo>
                      <a:cubicBezTo>
                        <a:pt x="650" y="1370"/>
                        <a:pt x="827" y="1436"/>
                        <a:pt x="996" y="1436"/>
                      </a:cubicBezTo>
                      <a:cubicBezTo>
                        <a:pt x="1543" y="1436"/>
                        <a:pt x="2013" y="743"/>
                        <a:pt x="1526" y="209"/>
                      </a:cubicBezTo>
                      <a:cubicBezTo>
                        <a:pt x="1379" y="62"/>
                        <a:pt x="1212" y="1"/>
                        <a:pt x="10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3" name="Google Shape;3793;p23"/>
                <p:cNvSpPr/>
                <p:nvPr/>
              </p:nvSpPr>
              <p:spPr>
                <a:xfrm>
                  <a:off x="-943650" y="276250"/>
                  <a:ext cx="50325" cy="3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3" h="1436" extrusionOk="0">
                      <a:moveTo>
                        <a:pt x="1049" y="0"/>
                      </a:moveTo>
                      <a:cubicBezTo>
                        <a:pt x="501" y="0"/>
                        <a:pt x="0" y="696"/>
                        <a:pt x="492" y="1212"/>
                      </a:cubicBezTo>
                      <a:cubicBezTo>
                        <a:pt x="643" y="1370"/>
                        <a:pt x="816" y="1436"/>
                        <a:pt x="983" y="1436"/>
                      </a:cubicBezTo>
                      <a:cubicBezTo>
                        <a:pt x="1525" y="1436"/>
                        <a:pt x="2013" y="742"/>
                        <a:pt x="1525" y="209"/>
                      </a:cubicBezTo>
                      <a:cubicBezTo>
                        <a:pt x="1379" y="62"/>
                        <a:pt x="1212" y="0"/>
                        <a:pt x="104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4" name="Google Shape;3794;p23"/>
                <p:cNvSpPr/>
                <p:nvPr/>
              </p:nvSpPr>
              <p:spPr>
                <a:xfrm>
                  <a:off x="-625325" y="-57250"/>
                  <a:ext cx="50475" cy="3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1429" extrusionOk="0">
                      <a:moveTo>
                        <a:pt x="1047" y="0"/>
                      </a:moveTo>
                      <a:cubicBezTo>
                        <a:pt x="491" y="0"/>
                        <a:pt x="0" y="714"/>
                        <a:pt x="495" y="1208"/>
                      </a:cubicBezTo>
                      <a:cubicBezTo>
                        <a:pt x="643" y="1363"/>
                        <a:pt x="813" y="1428"/>
                        <a:pt x="978" y="1428"/>
                      </a:cubicBezTo>
                      <a:cubicBezTo>
                        <a:pt x="1523" y="1428"/>
                        <a:pt x="2018" y="718"/>
                        <a:pt x="1528" y="205"/>
                      </a:cubicBezTo>
                      <a:cubicBezTo>
                        <a:pt x="1377" y="61"/>
                        <a:pt x="1210" y="0"/>
                        <a:pt x="10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5" name="Google Shape;3795;p23"/>
                <p:cNvSpPr/>
                <p:nvPr/>
              </p:nvSpPr>
              <p:spPr>
                <a:xfrm>
                  <a:off x="1081525" y="3719750"/>
                  <a:ext cx="50375" cy="3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" h="1403" extrusionOk="0">
                      <a:moveTo>
                        <a:pt x="1038" y="0"/>
                      </a:moveTo>
                      <a:cubicBezTo>
                        <a:pt x="494" y="0"/>
                        <a:pt x="0" y="704"/>
                        <a:pt x="490" y="1194"/>
                      </a:cubicBezTo>
                      <a:cubicBezTo>
                        <a:pt x="643" y="1341"/>
                        <a:pt x="815" y="1402"/>
                        <a:pt x="980" y="1402"/>
                      </a:cubicBezTo>
                      <a:cubicBezTo>
                        <a:pt x="1533" y="1402"/>
                        <a:pt x="2014" y="713"/>
                        <a:pt x="1523" y="221"/>
                      </a:cubicBezTo>
                      <a:cubicBezTo>
                        <a:pt x="1374" y="65"/>
                        <a:pt x="1204" y="0"/>
                        <a:pt x="103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6" name="Google Shape;3796;p23"/>
                <p:cNvSpPr/>
                <p:nvPr/>
              </p:nvSpPr>
              <p:spPr>
                <a:xfrm>
                  <a:off x="1127050" y="4295300"/>
                  <a:ext cx="50475" cy="3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9" h="1429" extrusionOk="0">
                      <a:moveTo>
                        <a:pt x="1049" y="1"/>
                      </a:moveTo>
                      <a:cubicBezTo>
                        <a:pt x="501" y="1"/>
                        <a:pt x="0" y="696"/>
                        <a:pt x="492" y="1212"/>
                      </a:cubicBezTo>
                      <a:cubicBezTo>
                        <a:pt x="645" y="1365"/>
                        <a:pt x="816" y="1429"/>
                        <a:pt x="980" y="1429"/>
                      </a:cubicBezTo>
                      <a:cubicBezTo>
                        <a:pt x="1534" y="1429"/>
                        <a:pt x="2018" y="701"/>
                        <a:pt x="1526" y="209"/>
                      </a:cubicBezTo>
                      <a:cubicBezTo>
                        <a:pt x="1379" y="62"/>
                        <a:pt x="1212" y="1"/>
                        <a:pt x="10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7" name="Google Shape;3797;p23"/>
                <p:cNvSpPr/>
                <p:nvPr/>
              </p:nvSpPr>
              <p:spPr>
                <a:xfrm>
                  <a:off x="1924175" y="4419925"/>
                  <a:ext cx="503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" h="1415" extrusionOk="0">
                      <a:moveTo>
                        <a:pt x="1048" y="0"/>
                      </a:moveTo>
                      <a:cubicBezTo>
                        <a:pt x="500" y="0"/>
                        <a:pt x="1" y="690"/>
                        <a:pt x="492" y="1181"/>
                      </a:cubicBezTo>
                      <a:cubicBezTo>
                        <a:pt x="657" y="1346"/>
                        <a:pt x="838" y="1415"/>
                        <a:pt x="1008" y="1415"/>
                      </a:cubicBezTo>
                      <a:cubicBezTo>
                        <a:pt x="1561" y="1415"/>
                        <a:pt x="2014" y="696"/>
                        <a:pt x="1526" y="209"/>
                      </a:cubicBezTo>
                      <a:cubicBezTo>
                        <a:pt x="1379" y="62"/>
                        <a:pt x="1211" y="0"/>
                        <a:pt x="104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3798" name="Google Shape;3798;p23"/>
          <p:cNvGrpSpPr/>
          <p:nvPr/>
        </p:nvGrpSpPr>
        <p:grpSpPr>
          <a:xfrm rot="10800000">
            <a:off x="2547513" y="-4149312"/>
            <a:ext cx="9036625" cy="5462925"/>
            <a:chOff x="-1554275" y="-744050"/>
            <a:chExt cx="9036625" cy="5462925"/>
          </a:xfrm>
        </p:grpSpPr>
        <p:sp>
          <p:nvSpPr>
            <p:cNvPr id="3799" name="Google Shape;3799;p23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23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01" name="Google Shape;3801;p23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3802" name="Google Shape;3802;p23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3" name="Google Shape;3803;p23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4" name="Google Shape;3804;p23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5" name="Google Shape;3805;p23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6" name="Google Shape;3806;p23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7" name="Google Shape;3807;p23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8" name="Google Shape;3808;p23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9" name="Google Shape;3809;p23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0" name="Google Shape;3810;p23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1" name="Google Shape;3811;p23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2" name="Google Shape;3812;p23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3" name="Google Shape;3813;p23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4" name="Google Shape;3814;p23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5" name="Google Shape;3815;p23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6" name="Google Shape;3816;p23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7" name="Google Shape;3817;p23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8" name="Google Shape;3818;p23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9" name="Google Shape;3819;p23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0" name="Google Shape;3820;p23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1" name="Google Shape;3821;p23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2" name="Google Shape;3822;p23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3" name="Google Shape;3823;p23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4" name="Google Shape;3824;p23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5" name="Google Shape;3825;p23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6" name="Google Shape;3826;p23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7" name="Google Shape;3827;p23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8" name="Google Shape;3828;p23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9" name="Google Shape;3829;p23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0" name="Google Shape;3830;p23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1" name="Google Shape;3831;p23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2" name="Google Shape;3832;p23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3" name="Google Shape;3833;p23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4" name="Google Shape;3834;p23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5" name="Google Shape;3835;p23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6" name="Google Shape;3836;p23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7" name="Google Shape;3837;p23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8" name="Google Shape;3838;p23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9" name="Google Shape;3839;p23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0" name="Google Shape;3840;p23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1" name="Google Shape;3841;p23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2" name="Google Shape;3842;p23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3" name="Google Shape;3843;p23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4" name="Google Shape;3844;p23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5" name="Google Shape;3845;p23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6" name="Google Shape;3846;p23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7" name="Google Shape;3847;p23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8" name="Google Shape;3848;p23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9" name="Google Shape;3849;p23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0" name="Google Shape;3850;p23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1" name="Google Shape;3851;p23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2" name="Google Shape;3852;p23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3" name="Google Shape;3853;p23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4" name="Google Shape;3854;p23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5" name="Google Shape;3855;p23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6" name="Google Shape;3856;p23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7" name="Google Shape;3857;p23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8" name="Google Shape;3858;p23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9" name="Google Shape;3859;p23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0" name="Google Shape;3860;p23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1" name="Google Shape;3861;p23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2" name="Google Shape;3862;p23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3" name="Google Shape;3863;p23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4" name="Google Shape;3864;p23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5" name="Google Shape;3865;p23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6" name="Google Shape;3866;p23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7" name="Google Shape;3867;p23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8" name="Google Shape;3868;p23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9" name="Google Shape;3869;p23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0" name="Google Shape;3870;p23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1" name="Google Shape;3871;p23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2" name="Google Shape;3872;p23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3" name="Google Shape;3873;p23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4" name="Google Shape;3874;p23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5" name="Google Shape;3875;p23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6" name="Google Shape;3876;p23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7" name="Google Shape;3877;p23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8" name="Google Shape;3878;p23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9" name="Google Shape;3879;p23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0" name="Google Shape;3880;p23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1" name="Google Shape;3881;p23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2" name="Google Shape;3882;p23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3" name="Google Shape;3883;p23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4" name="Google Shape;3884;p23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5" name="Google Shape;3885;p23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6" name="Google Shape;3886;p23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7" name="Google Shape;3887;p23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8" name="Google Shape;3888;p23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9" name="Google Shape;3889;p23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0" name="Google Shape;3890;p23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1" name="Google Shape;3891;p23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2" name="Google Shape;3892;p23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3" name="Google Shape;3893;p23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4" name="Google Shape;3894;p23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5" name="Google Shape;3895;p23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6" name="Google Shape;3896;p23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7" name="Google Shape;3897;p23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8" name="Google Shape;3898;p23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9" name="Google Shape;3899;p23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0" name="Google Shape;3900;p23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1" name="Google Shape;3901;p23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2" name="Google Shape;3902;p23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3" name="Google Shape;3903;p23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4" name="Google Shape;3904;p23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5" name="Google Shape;3905;p23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6" name="Google Shape;3906;p23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7" name="Google Shape;3907;p23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8" name="Google Shape;3908;p23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9" name="Google Shape;3909;p23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0" name="Google Shape;3910;p23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1" name="Google Shape;3911;p23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2" name="Google Shape;3912;p23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3" name="Google Shape;3913;p23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4" name="Google Shape;3914;p23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5" name="Google Shape;3915;p23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6" name="Google Shape;3916;p23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7" name="Google Shape;3917;p23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8" name="Google Shape;3918;p23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9" name="Google Shape;3919;p23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0" name="Google Shape;3920;p23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1" name="Google Shape;3921;p23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2" name="Google Shape;3922;p23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3" name="Google Shape;3923;p23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24" name="Google Shape;3924;p23"/>
          <p:cNvSpPr txBox="1">
            <a:spLocks noGrp="1"/>
          </p:cNvSpPr>
          <p:nvPr>
            <p:ph type="subTitle" idx="1"/>
          </p:nvPr>
        </p:nvSpPr>
        <p:spPr>
          <a:xfrm>
            <a:off x="713263" y="2232375"/>
            <a:ext cx="19248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5" name="Google Shape;3925;p23"/>
          <p:cNvSpPr txBox="1">
            <a:spLocks noGrp="1"/>
          </p:cNvSpPr>
          <p:nvPr>
            <p:ph type="subTitle" idx="2"/>
          </p:nvPr>
        </p:nvSpPr>
        <p:spPr>
          <a:xfrm>
            <a:off x="717000" y="2702925"/>
            <a:ext cx="19248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26" name="Google Shape;3926;p23"/>
          <p:cNvSpPr txBox="1">
            <a:spLocks noGrp="1"/>
          </p:cNvSpPr>
          <p:nvPr>
            <p:ph type="subTitle" idx="3"/>
          </p:nvPr>
        </p:nvSpPr>
        <p:spPr>
          <a:xfrm>
            <a:off x="2641655" y="2232375"/>
            <a:ext cx="19248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7" name="Google Shape;3927;p23"/>
          <p:cNvSpPr txBox="1">
            <a:spLocks noGrp="1"/>
          </p:cNvSpPr>
          <p:nvPr>
            <p:ph type="subTitle" idx="4"/>
          </p:nvPr>
        </p:nvSpPr>
        <p:spPr>
          <a:xfrm>
            <a:off x="2645395" y="2702925"/>
            <a:ext cx="19248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28" name="Google Shape;3928;p23"/>
          <p:cNvSpPr txBox="1">
            <a:spLocks noGrp="1"/>
          </p:cNvSpPr>
          <p:nvPr>
            <p:ph type="subTitle" idx="5"/>
          </p:nvPr>
        </p:nvSpPr>
        <p:spPr>
          <a:xfrm>
            <a:off x="4573795" y="2232375"/>
            <a:ext cx="19248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9" name="Google Shape;3929;p23"/>
          <p:cNvSpPr txBox="1">
            <a:spLocks noGrp="1"/>
          </p:cNvSpPr>
          <p:nvPr>
            <p:ph type="subTitle" idx="6"/>
          </p:nvPr>
        </p:nvSpPr>
        <p:spPr>
          <a:xfrm>
            <a:off x="4577536" y="2702925"/>
            <a:ext cx="19248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30" name="Google Shape;3930;p23"/>
          <p:cNvSpPr txBox="1">
            <a:spLocks noGrp="1"/>
          </p:cNvSpPr>
          <p:nvPr>
            <p:ph type="subTitle" idx="7"/>
          </p:nvPr>
        </p:nvSpPr>
        <p:spPr>
          <a:xfrm>
            <a:off x="6502282" y="2232375"/>
            <a:ext cx="19248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1" name="Google Shape;3931;p23"/>
          <p:cNvSpPr txBox="1">
            <a:spLocks noGrp="1"/>
          </p:cNvSpPr>
          <p:nvPr>
            <p:ph type="subTitle" idx="8"/>
          </p:nvPr>
        </p:nvSpPr>
        <p:spPr>
          <a:xfrm>
            <a:off x="6506025" y="2702925"/>
            <a:ext cx="19248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32" name="Google Shape;3932;p23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8">
    <p:spTree>
      <p:nvGrpSpPr>
        <p:cNvPr id="1" name="Shape 4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0" name="Google Shape;4270;p26"/>
          <p:cNvGrpSpPr/>
          <p:nvPr/>
        </p:nvGrpSpPr>
        <p:grpSpPr>
          <a:xfrm>
            <a:off x="-672042" y="-800093"/>
            <a:ext cx="10488084" cy="6107348"/>
            <a:chOff x="-120550" y="-133450"/>
            <a:chExt cx="7847425" cy="4570000"/>
          </a:xfrm>
        </p:grpSpPr>
        <p:sp>
          <p:nvSpPr>
            <p:cNvPr id="4271" name="Google Shape;4271;p26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26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26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26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26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26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26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26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26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26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26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26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26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26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26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26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26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26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26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26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26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26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26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26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26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26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26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26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26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26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26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26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26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26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26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26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26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26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26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26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26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26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26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26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26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26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26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26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26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26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26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26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26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26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26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26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26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26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26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26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26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26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26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26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26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26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26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26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26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26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26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26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26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26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26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26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26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26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26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26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26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26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26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26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26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26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26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26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26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26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26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26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26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26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26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26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26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26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26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26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26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26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26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26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26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26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26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26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26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26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26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26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26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26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26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26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26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26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26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26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26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26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26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26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26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26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26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26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26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26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26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26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26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26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26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26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26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26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26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26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26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26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26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26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26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26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26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26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26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26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26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26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26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26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26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26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26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26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26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26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26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26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26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26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26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26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26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26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26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26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26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26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26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26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4445;p26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4446;p26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26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4448;p26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4449;p26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26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26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4452;p26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4453;p26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4" name="Google Shape;4454;p26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4455;p26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4456;p26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26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4458;p26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4459;p26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4460;p26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26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4462;p26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26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26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26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26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26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4468;p26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26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26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1" name="Google Shape;4471;p26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4472;p26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4473;p26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4474;p26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4475;p26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6" name="Google Shape;4476;p26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7" name="Google Shape;4477;p26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26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26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26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26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26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26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26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5" name="Google Shape;4485;p26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4486;p26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26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26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26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26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26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26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26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26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26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26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26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26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26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26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26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26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26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26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26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26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26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26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26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26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26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26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26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26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26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26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26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26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26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26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26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26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26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26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26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26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26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26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26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26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26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26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26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26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26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26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26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26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26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26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26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26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26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26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26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26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26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26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26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26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26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26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26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26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26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26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26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26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26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26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26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26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26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26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26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26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26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26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26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26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26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26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26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26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26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26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26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26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26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26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26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26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26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26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26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26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26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26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26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26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26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26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26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9">
    <p:spTree>
      <p:nvGrpSpPr>
        <p:cNvPr id="1" name="Shape 4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5" name="Google Shape;4595;p27"/>
          <p:cNvGrpSpPr/>
          <p:nvPr/>
        </p:nvGrpSpPr>
        <p:grpSpPr>
          <a:xfrm rot="-778054">
            <a:off x="3248929" y="772075"/>
            <a:ext cx="7706697" cy="7263245"/>
            <a:chOff x="2905900" y="1175475"/>
            <a:chExt cx="7706675" cy="7263225"/>
          </a:xfrm>
        </p:grpSpPr>
        <p:sp>
          <p:nvSpPr>
            <p:cNvPr id="4596" name="Google Shape;4596;p27"/>
            <p:cNvSpPr/>
            <p:nvPr/>
          </p:nvSpPr>
          <p:spPr>
            <a:xfrm>
              <a:off x="2928900" y="2844350"/>
              <a:ext cx="6739500" cy="5594350"/>
            </a:xfrm>
            <a:custGeom>
              <a:avLst/>
              <a:gdLst/>
              <a:ahLst/>
              <a:cxnLst/>
              <a:rect l="l" t="t" r="r" b="b"/>
              <a:pathLst>
                <a:path w="269580" h="223774" extrusionOk="0">
                  <a:moveTo>
                    <a:pt x="174016" y="46210"/>
                  </a:moveTo>
                  <a:lnTo>
                    <a:pt x="216965" y="64022"/>
                  </a:lnTo>
                  <a:lnTo>
                    <a:pt x="161979" y="65268"/>
                  </a:lnTo>
                  <a:lnTo>
                    <a:pt x="174016" y="46210"/>
                  </a:lnTo>
                  <a:close/>
                  <a:moveTo>
                    <a:pt x="106172" y="18003"/>
                  </a:moveTo>
                  <a:lnTo>
                    <a:pt x="173681" y="46058"/>
                  </a:lnTo>
                  <a:lnTo>
                    <a:pt x="161523" y="65298"/>
                  </a:lnTo>
                  <a:lnTo>
                    <a:pt x="158970" y="65359"/>
                  </a:lnTo>
                  <a:lnTo>
                    <a:pt x="106172" y="18003"/>
                  </a:lnTo>
                  <a:close/>
                  <a:moveTo>
                    <a:pt x="105777" y="18185"/>
                  </a:moveTo>
                  <a:lnTo>
                    <a:pt x="158362" y="65359"/>
                  </a:lnTo>
                  <a:lnTo>
                    <a:pt x="117875" y="66271"/>
                  </a:lnTo>
                  <a:lnTo>
                    <a:pt x="105777" y="18185"/>
                  </a:lnTo>
                  <a:close/>
                  <a:moveTo>
                    <a:pt x="161249" y="65694"/>
                  </a:moveTo>
                  <a:lnTo>
                    <a:pt x="160581" y="66788"/>
                  </a:lnTo>
                  <a:lnTo>
                    <a:pt x="159395" y="65724"/>
                  </a:lnTo>
                  <a:lnTo>
                    <a:pt x="161249" y="65694"/>
                  </a:lnTo>
                  <a:close/>
                  <a:moveTo>
                    <a:pt x="105291" y="18003"/>
                  </a:moveTo>
                  <a:lnTo>
                    <a:pt x="117449" y="66302"/>
                  </a:lnTo>
                  <a:lnTo>
                    <a:pt x="91127" y="66909"/>
                  </a:lnTo>
                  <a:lnTo>
                    <a:pt x="105291" y="18003"/>
                  </a:lnTo>
                  <a:close/>
                  <a:moveTo>
                    <a:pt x="92312" y="48915"/>
                  </a:moveTo>
                  <a:lnTo>
                    <a:pt x="90671" y="66940"/>
                  </a:lnTo>
                  <a:cubicBezTo>
                    <a:pt x="90671" y="67061"/>
                    <a:pt x="90731" y="67153"/>
                    <a:pt x="90823" y="67183"/>
                  </a:cubicBezTo>
                  <a:lnTo>
                    <a:pt x="90853" y="67183"/>
                  </a:lnTo>
                  <a:lnTo>
                    <a:pt x="92525" y="76302"/>
                  </a:lnTo>
                  <a:lnTo>
                    <a:pt x="65868" y="72107"/>
                  </a:lnTo>
                  <a:lnTo>
                    <a:pt x="92312" y="48915"/>
                  </a:lnTo>
                  <a:close/>
                  <a:moveTo>
                    <a:pt x="117571" y="66697"/>
                  </a:moveTo>
                  <a:lnTo>
                    <a:pt x="121097" y="80770"/>
                  </a:lnTo>
                  <a:lnTo>
                    <a:pt x="92981" y="76362"/>
                  </a:lnTo>
                  <a:lnTo>
                    <a:pt x="91309" y="67305"/>
                  </a:lnTo>
                  <a:lnTo>
                    <a:pt x="117571" y="66697"/>
                  </a:lnTo>
                  <a:close/>
                  <a:moveTo>
                    <a:pt x="35411" y="44204"/>
                  </a:moveTo>
                  <a:lnTo>
                    <a:pt x="65047" y="71955"/>
                  </a:lnTo>
                  <a:lnTo>
                    <a:pt x="11855" y="84812"/>
                  </a:lnTo>
                  <a:lnTo>
                    <a:pt x="11855" y="84812"/>
                  </a:lnTo>
                  <a:lnTo>
                    <a:pt x="35411" y="44204"/>
                  </a:lnTo>
                  <a:close/>
                  <a:moveTo>
                    <a:pt x="66932" y="72685"/>
                  </a:moveTo>
                  <a:lnTo>
                    <a:pt x="92677" y="76727"/>
                  </a:lnTo>
                  <a:lnTo>
                    <a:pt x="94592" y="87244"/>
                  </a:lnTo>
                  <a:lnTo>
                    <a:pt x="66932" y="72685"/>
                  </a:lnTo>
                  <a:close/>
                  <a:moveTo>
                    <a:pt x="65503" y="72381"/>
                  </a:moveTo>
                  <a:lnTo>
                    <a:pt x="65625" y="72502"/>
                  </a:lnTo>
                  <a:lnTo>
                    <a:pt x="94196" y="87518"/>
                  </a:lnTo>
                  <a:lnTo>
                    <a:pt x="44682" y="80861"/>
                  </a:lnTo>
                  <a:lnTo>
                    <a:pt x="65503" y="72381"/>
                  </a:lnTo>
                  <a:close/>
                  <a:moveTo>
                    <a:pt x="93011" y="76818"/>
                  </a:moveTo>
                  <a:lnTo>
                    <a:pt x="120124" y="81043"/>
                  </a:lnTo>
                  <a:lnTo>
                    <a:pt x="94987" y="87518"/>
                  </a:lnTo>
                  <a:lnTo>
                    <a:pt x="93011" y="76818"/>
                  </a:lnTo>
                  <a:close/>
                  <a:moveTo>
                    <a:pt x="45047" y="81317"/>
                  </a:moveTo>
                  <a:lnTo>
                    <a:pt x="93984" y="87882"/>
                  </a:lnTo>
                  <a:lnTo>
                    <a:pt x="70062" y="96788"/>
                  </a:lnTo>
                  <a:cubicBezTo>
                    <a:pt x="70062" y="96728"/>
                    <a:pt x="70032" y="96667"/>
                    <a:pt x="69971" y="96636"/>
                  </a:cubicBezTo>
                  <a:lnTo>
                    <a:pt x="45047" y="81317"/>
                  </a:lnTo>
                  <a:close/>
                  <a:moveTo>
                    <a:pt x="160702" y="67396"/>
                  </a:moveTo>
                  <a:lnTo>
                    <a:pt x="177116" y="82198"/>
                  </a:lnTo>
                  <a:lnTo>
                    <a:pt x="141614" y="97579"/>
                  </a:lnTo>
                  <a:lnTo>
                    <a:pt x="160702" y="67396"/>
                  </a:lnTo>
                  <a:close/>
                  <a:moveTo>
                    <a:pt x="120580" y="81347"/>
                  </a:moveTo>
                  <a:lnTo>
                    <a:pt x="104379" y="102168"/>
                  </a:lnTo>
                  <a:lnTo>
                    <a:pt x="95230" y="87852"/>
                  </a:lnTo>
                  <a:lnTo>
                    <a:pt x="120580" y="81347"/>
                  </a:lnTo>
                  <a:close/>
                  <a:moveTo>
                    <a:pt x="94835" y="88004"/>
                  </a:moveTo>
                  <a:lnTo>
                    <a:pt x="104105" y="102503"/>
                  </a:lnTo>
                  <a:lnTo>
                    <a:pt x="103619" y="103171"/>
                  </a:lnTo>
                  <a:lnTo>
                    <a:pt x="70883" y="96940"/>
                  </a:lnTo>
                  <a:lnTo>
                    <a:pt x="94835" y="88004"/>
                  </a:lnTo>
                  <a:close/>
                  <a:moveTo>
                    <a:pt x="104349" y="102898"/>
                  </a:moveTo>
                  <a:lnTo>
                    <a:pt x="104653" y="103354"/>
                  </a:lnTo>
                  <a:lnTo>
                    <a:pt x="104075" y="103232"/>
                  </a:lnTo>
                  <a:lnTo>
                    <a:pt x="104349" y="102898"/>
                  </a:lnTo>
                  <a:close/>
                  <a:moveTo>
                    <a:pt x="158818" y="65815"/>
                  </a:moveTo>
                  <a:lnTo>
                    <a:pt x="160338" y="67183"/>
                  </a:lnTo>
                  <a:lnTo>
                    <a:pt x="140884" y="97913"/>
                  </a:lnTo>
                  <a:cubicBezTo>
                    <a:pt x="140854" y="98004"/>
                    <a:pt x="140854" y="98095"/>
                    <a:pt x="140884" y="98156"/>
                  </a:cubicBezTo>
                  <a:lnTo>
                    <a:pt x="140945" y="98186"/>
                  </a:lnTo>
                  <a:lnTo>
                    <a:pt x="140854" y="98186"/>
                  </a:lnTo>
                  <a:lnTo>
                    <a:pt x="110428" y="104448"/>
                  </a:lnTo>
                  <a:lnTo>
                    <a:pt x="105169" y="103445"/>
                  </a:lnTo>
                  <a:lnTo>
                    <a:pt x="104622" y="102533"/>
                  </a:lnTo>
                  <a:lnTo>
                    <a:pt x="121218" y="81195"/>
                  </a:lnTo>
                  <a:lnTo>
                    <a:pt x="121401" y="81165"/>
                  </a:lnTo>
                  <a:cubicBezTo>
                    <a:pt x="121522" y="81104"/>
                    <a:pt x="121583" y="81013"/>
                    <a:pt x="121553" y="80922"/>
                  </a:cubicBezTo>
                  <a:lnTo>
                    <a:pt x="117996" y="66727"/>
                  </a:lnTo>
                  <a:lnTo>
                    <a:pt x="158818" y="65815"/>
                  </a:lnTo>
                  <a:close/>
                  <a:moveTo>
                    <a:pt x="105473" y="103931"/>
                  </a:moveTo>
                  <a:lnTo>
                    <a:pt x="109394" y="104691"/>
                  </a:lnTo>
                  <a:lnTo>
                    <a:pt x="106355" y="105299"/>
                  </a:lnTo>
                  <a:lnTo>
                    <a:pt x="105473" y="103931"/>
                  </a:lnTo>
                  <a:close/>
                  <a:moveTo>
                    <a:pt x="103771" y="103567"/>
                  </a:moveTo>
                  <a:lnTo>
                    <a:pt x="104926" y="103810"/>
                  </a:lnTo>
                  <a:lnTo>
                    <a:pt x="105899" y="105360"/>
                  </a:lnTo>
                  <a:lnTo>
                    <a:pt x="101735" y="106241"/>
                  </a:lnTo>
                  <a:lnTo>
                    <a:pt x="103771" y="103567"/>
                  </a:lnTo>
                  <a:close/>
                  <a:moveTo>
                    <a:pt x="218029" y="64903"/>
                  </a:moveTo>
                  <a:lnTo>
                    <a:pt x="209244" y="110466"/>
                  </a:lnTo>
                  <a:lnTo>
                    <a:pt x="209214" y="110406"/>
                  </a:lnTo>
                  <a:lnTo>
                    <a:pt x="177876" y="82290"/>
                  </a:lnTo>
                  <a:lnTo>
                    <a:pt x="218029" y="64903"/>
                  </a:lnTo>
                  <a:close/>
                  <a:moveTo>
                    <a:pt x="140854" y="98551"/>
                  </a:moveTo>
                  <a:lnTo>
                    <a:pt x="154532" y="112837"/>
                  </a:lnTo>
                  <a:lnTo>
                    <a:pt x="154532" y="112837"/>
                  </a:lnTo>
                  <a:lnTo>
                    <a:pt x="111461" y="104630"/>
                  </a:lnTo>
                  <a:lnTo>
                    <a:pt x="140854" y="98551"/>
                  </a:lnTo>
                  <a:close/>
                  <a:moveTo>
                    <a:pt x="69971" y="97092"/>
                  </a:moveTo>
                  <a:cubicBezTo>
                    <a:pt x="70001" y="97123"/>
                    <a:pt x="70032" y="97153"/>
                    <a:pt x="70093" y="97183"/>
                  </a:cubicBezTo>
                  <a:lnTo>
                    <a:pt x="103346" y="103536"/>
                  </a:lnTo>
                  <a:lnTo>
                    <a:pt x="101127" y="106393"/>
                  </a:lnTo>
                  <a:lnTo>
                    <a:pt x="59089" y="115056"/>
                  </a:lnTo>
                  <a:lnTo>
                    <a:pt x="69971" y="97092"/>
                  </a:lnTo>
                  <a:close/>
                  <a:moveTo>
                    <a:pt x="100701" y="106880"/>
                  </a:moveTo>
                  <a:lnTo>
                    <a:pt x="86294" y="125421"/>
                  </a:lnTo>
                  <a:lnTo>
                    <a:pt x="59667" y="115360"/>
                  </a:lnTo>
                  <a:lnTo>
                    <a:pt x="100701" y="106880"/>
                  </a:lnTo>
                  <a:close/>
                  <a:moveTo>
                    <a:pt x="63466" y="72745"/>
                  </a:moveTo>
                  <a:lnTo>
                    <a:pt x="43922" y="80709"/>
                  </a:lnTo>
                  <a:cubicBezTo>
                    <a:pt x="43922" y="80739"/>
                    <a:pt x="43922" y="80739"/>
                    <a:pt x="43892" y="80739"/>
                  </a:cubicBezTo>
                  <a:lnTo>
                    <a:pt x="43740" y="80709"/>
                  </a:lnTo>
                  <a:cubicBezTo>
                    <a:pt x="43618" y="80709"/>
                    <a:pt x="43557" y="80739"/>
                    <a:pt x="43527" y="80861"/>
                  </a:cubicBezTo>
                  <a:lnTo>
                    <a:pt x="30791" y="127397"/>
                  </a:lnTo>
                  <a:lnTo>
                    <a:pt x="12098" y="85177"/>
                  </a:lnTo>
                  <a:lnTo>
                    <a:pt x="63466" y="72745"/>
                  </a:lnTo>
                  <a:close/>
                  <a:moveTo>
                    <a:pt x="110428" y="104874"/>
                  </a:moveTo>
                  <a:lnTo>
                    <a:pt x="154866" y="113323"/>
                  </a:lnTo>
                  <a:lnTo>
                    <a:pt x="147997" y="133689"/>
                  </a:lnTo>
                  <a:lnTo>
                    <a:pt x="119486" y="125907"/>
                  </a:lnTo>
                  <a:lnTo>
                    <a:pt x="119455" y="125877"/>
                  </a:lnTo>
                  <a:lnTo>
                    <a:pt x="106568" y="105664"/>
                  </a:lnTo>
                  <a:lnTo>
                    <a:pt x="110428" y="104874"/>
                  </a:lnTo>
                  <a:close/>
                  <a:moveTo>
                    <a:pt x="106172" y="105725"/>
                  </a:moveTo>
                  <a:lnTo>
                    <a:pt x="119060" y="125907"/>
                  </a:lnTo>
                  <a:lnTo>
                    <a:pt x="96719" y="139707"/>
                  </a:lnTo>
                  <a:lnTo>
                    <a:pt x="86689" y="125603"/>
                  </a:lnTo>
                  <a:lnTo>
                    <a:pt x="101339" y="106728"/>
                  </a:lnTo>
                  <a:lnTo>
                    <a:pt x="106172" y="105725"/>
                  </a:lnTo>
                  <a:close/>
                  <a:moveTo>
                    <a:pt x="191736" y="110041"/>
                  </a:moveTo>
                  <a:lnTo>
                    <a:pt x="209062" y="110770"/>
                  </a:lnTo>
                  <a:lnTo>
                    <a:pt x="181523" y="141379"/>
                  </a:lnTo>
                  <a:lnTo>
                    <a:pt x="191736" y="110041"/>
                  </a:lnTo>
                  <a:close/>
                  <a:moveTo>
                    <a:pt x="177481" y="82533"/>
                  </a:moveTo>
                  <a:lnTo>
                    <a:pt x="208515" y="110345"/>
                  </a:lnTo>
                  <a:lnTo>
                    <a:pt x="191584" y="109615"/>
                  </a:lnTo>
                  <a:cubicBezTo>
                    <a:pt x="191493" y="109615"/>
                    <a:pt x="191402" y="109646"/>
                    <a:pt x="191402" y="109767"/>
                  </a:cubicBezTo>
                  <a:lnTo>
                    <a:pt x="180824" y="142138"/>
                  </a:lnTo>
                  <a:lnTo>
                    <a:pt x="180642" y="142382"/>
                  </a:lnTo>
                  <a:lnTo>
                    <a:pt x="155413" y="113111"/>
                  </a:lnTo>
                  <a:cubicBezTo>
                    <a:pt x="155383" y="113080"/>
                    <a:pt x="155322" y="113080"/>
                    <a:pt x="155292" y="113050"/>
                  </a:cubicBezTo>
                  <a:lnTo>
                    <a:pt x="155231" y="113050"/>
                  </a:lnTo>
                  <a:lnTo>
                    <a:pt x="141097" y="98247"/>
                  </a:lnTo>
                  <a:lnTo>
                    <a:pt x="141188" y="98247"/>
                  </a:lnTo>
                  <a:lnTo>
                    <a:pt x="177481" y="82533"/>
                  </a:lnTo>
                  <a:close/>
                  <a:moveTo>
                    <a:pt x="155261" y="113506"/>
                  </a:moveTo>
                  <a:lnTo>
                    <a:pt x="180308" y="142564"/>
                  </a:lnTo>
                  <a:lnTo>
                    <a:pt x="148392" y="133810"/>
                  </a:lnTo>
                  <a:lnTo>
                    <a:pt x="155261" y="113506"/>
                  </a:lnTo>
                  <a:close/>
                  <a:moveTo>
                    <a:pt x="58785" y="115390"/>
                  </a:moveTo>
                  <a:cubicBezTo>
                    <a:pt x="58816" y="115421"/>
                    <a:pt x="58877" y="115482"/>
                    <a:pt x="58907" y="115482"/>
                  </a:cubicBezTo>
                  <a:lnTo>
                    <a:pt x="86081" y="125755"/>
                  </a:lnTo>
                  <a:lnTo>
                    <a:pt x="49454" y="173902"/>
                  </a:lnTo>
                  <a:lnTo>
                    <a:pt x="31551" y="128552"/>
                  </a:lnTo>
                  <a:lnTo>
                    <a:pt x="58785" y="115390"/>
                  </a:lnTo>
                  <a:close/>
                  <a:moveTo>
                    <a:pt x="96172" y="140831"/>
                  </a:moveTo>
                  <a:lnTo>
                    <a:pt x="92494" y="177093"/>
                  </a:lnTo>
                  <a:lnTo>
                    <a:pt x="50244" y="174358"/>
                  </a:lnTo>
                  <a:lnTo>
                    <a:pt x="96172" y="140831"/>
                  </a:lnTo>
                  <a:close/>
                  <a:moveTo>
                    <a:pt x="86415" y="125907"/>
                  </a:moveTo>
                  <a:lnTo>
                    <a:pt x="96446" y="140041"/>
                  </a:lnTo>
                  <a:lnTo>
                    <a:pt x="96476" y="140102"/>
                  </a:lnTo>
                  <a:cubicBezTo>
                    <a:pt x="96530" y="140138"/>
                    <a:pt x="96573" y="140152"/>
                    <a:pt x="96623" y="140152"/>
                  </a:cubicBezTo>
                  <a:cubicBezTo>
                    <a:pt x="96659" y="140152"/>
                    <a:pt x="96699" y="140145"/>
                    <a:pt x="96750" y="140132"/>
                  </a:cubicBezTo>
                  <a:lnTo>
                    <a:pt x="119151" y="126302"/>
                  </a:lnTo>
                  <a:lnTo>
                    <a:pt x="95291" y="177337"/>
                  </a:lnTo>
                  <a:lnTo>
                    <a:pt x="92859" y="177185"/>
                  </a:lnTo>
                  <a:lnTo>
                    <a:pt x="96598" y="140467"/>
                  </a:lnTo>
                  <a:cubicBezTo>
                    <a:pt x="96598" y="140406"/>
                    <a:pt x="96567" y="140315"/>
                    <a:pt x="96476" y="140284"/>
                  </a:cubicBezTo>
                  <a:cubicBezTo>
                    <a:pt x="96446" y="140269"/>
                    <a:pt x="96408" y="140262"/>
                    <a:pt x="96370" y="140262"/>
                  </a:cubicBezTo>
                  <a:cubicBezTo>
                    <a:pt x="96332" y="140262"/>
                    <a:pt x="96294" y="140269"/>
                    <a:pt x="96263" y="140284"/>
                  </a:cubicBezTo>
                  <a:lnTo>
                    <a:pt x="49606" y="174327"/>
                  </a:lnTo>
                  <a:lnTo>
                    <a:pt x="86415" y="125907"/>
                  </a:lnTo>
                  <a:close/>
                  <a:moveTo>
                    <a:pt x="119577" y="126333"/>
                  </a:moveTo>
                  <a:lnTo>
                    <a:pt x="147845" y="134084"/>
                  </a:lnTo>
                  <a:lnTo>
                    <a:pt x="135413" y="170893"/>
                  </a:lnTo>
                  <a:lnTo>
                    <a:pt x="95716" y="177397"/>
                  </a:lnTo>
                  <a:lnTo>
                    <a:pt x="119577" y="126333"/>
                  </a:lnTo>
                  <a:close/>
                  <a:moveTo>
                    <a:pt x="92829" y="177549"/>
                  </a:moveTo>
                  <a:lnTo>
                    <a:pt x="95412" y="177701"/>
                  </a:lnTo>
                  <a:cubicBezTo>
                    <a:pt x="95443" y="177701"/>
                    <a:pt x="95534" y="177701"/>
                    <a:pt x="95564" y="177671"/>
                  </a:cubicBezTo>
                  <a:cubicBezTo>
                    <a:pt x="95564" y="177701"/>
                    <a:pt x="95595" y="177732"/>
                    <a:pt x="95655" y="177762"/>
                  </a:cubicBezTo>
                  <a:lnTo>
                    <a:pt x="121127" y="192899"/>
                  </a:lnTo>
                  <a:lnTo>
                    <a:pt x="88239" y="223021"/>
                  </a:lnTo>
                  <a:lnTo>
                    <a:pt x="92829" y="177549"/>
                  </a:lnTo>
                  <a:close/>
                  <a:moveTo>
                    <a:pt x="222863" y="1"/>
                  </a:moveTo>
                  <a:cubicBezTo>
                    <a:pt x="222780" y="1"/>
                    <a:pt x="222735" y="55"/>
                    <a:pt x="222710" y="130"/>
                  </a:cubicBezTo>
                  <a:lnTo>
                    <a:pt x="209366" y="33900"/>
                  </a:lnTo>
                  <a:lnTo>
                    <a:pt x="183803" y="30252"/>
                  </a:lnTo>
                  <a:cubicBezTo>
                    <a:pt x="183712" y="30252"/>
                    <a:pt x="183651" y="30283"/>
                    <a:pt x="183590" y="30313"/>
                  </a:cubicBezTo>
                  <a:lnTo>
                    <a:pt x="173924" y="45724"/>
                  </a:lnTo>
                  <a:lnTo>
                    <a:pt x="105382" y="17243"/>
                  </a:lnTo>
                  <a:cubicBezTo>
                    <a:pt x="105342" y="17243"/>
                    <a:pt x="105301" y="17230"/>
                    <a:pt x="105270" y="17230"/>
                  </a:cubicBezTo>
                  <a:cubicBezTo>
                    <a:pt x="105254" y="17230"/>
                    <a:pt x="105240" y="17233"/>
                    <a:pt x="105230" y="17243"/>
                  </a:cubicBezTo>
                  <a:lnTo>
                    <a:pt x="105109" y="17365"/>
                  </a:lnTo>
                  <a:lnTo>
                    <a:pt x="91309" y="64934"/>
                  </a:lnTo>
                  <a:lnTo>
                    <a:pt x="92798" y="48459"/>
                  </a:lnTo>
                  <a:cubicBezTo>
                    <a:pt x="92798" y="48368"/>
                    <a:pt x="92768" y="48307"/>
                    <a:pt x="92677" y="48247"/>
                  </a:cubicBezTo>
                  <a:cubicBezTo>
                    <a:pt x="92654" y="48235"/>
                    <a:pt x="92628" y="48228"/>
                    <a:pt x="92601" y="48228"/>
                  </a:cubicBezTo>
                  <a:cubicBezTo>
                    <a:pt x="92553" y="48228"/>
                    <a:pt x="92502" y="48250"/>
                    <a:pt x="92464" y="48307"/>
                  </a:cubicBezTo>
                  <a:lnTo>
                    <a:pt x="65625" y="71864"/>
                  </a:lnTo>
                  <a:lnTo>
                    <a:pt x="65564" y="71894"/>
                  </a:lnTo>
                  <a:lnTo>
                    <a:pt x="35533" y="43748"/>
                  </a:lnTo>
                  <a:cubicBezTo>
                    <a:pt x="35511" y="43704"/>
                    <a:pt x="35456" y="43675"/>
                    <a:pt x="35416" y="43675"/>
                  </a:cubicBezTo>
                  <a:cubicBezTo>
                    <a:pt x="35401" y="43675"/>
                    <a:pt x="35389" y="43679"/>
                    <a:pt x="35381" y="43687"/>
                  </a:cubicBezTo>
                  <a:cubicBezTo>
                    <a:pt x="35320" y="43687"/>
                    <a:pt x="35259" y="43748"/>
                    <a:pt x="35229" y="43809"/>
                  </a:cubicBezTo>
                  <a:lnTo>
                    <a:pt x="11672" y="84478"/>
                  </a:lnTo>
                  <a:lnTo>
                    <a:pt x="395" y="67365"/>
                  </a:lnTo>
                  <a:cubicBezTo>
                    <a:pt x="374" y="67322"/>
                    <a:pt x="307" y="67279"/>
                    <a:pt x="237" y="67279"/>
                  </a:cubicBezTo>
                  <a:cubicBezTo>
                    <a:pt x="208" y="67279"/>
                    <a:pt x="179" y="67287"/>
                    <a:pt x="152" y="67305"/>
                  </a:cubicBezTo>
                  <a:cubicBezTo>
                    <a:pt x="91" y="67335"/>
                    <a:pt x="0" y="67396"/>
                    <a:pt x="0" y="67487"/>
                  </a:cubicBezTo>
                  <a:lnTo>
                    <a:pt x="3556" y="112898"/>
                  </a:lnTo>
                  <a:cubicBezTo>
                    <a:pt x="3556" y="112989"/>
                    <a:pt x="3648" y="113080"/>
                    <a:pt x="3769" y="113080"/>
                  </a:cubicBezTo>
                  <a:cubicBezTo>
                    <a:pt x="3891" y="113080"/>
                    <a:pt x="3952" y="112959"/>
                    <a:pt x="3952" y="112837"/>
                  </a:cubicBezTo>
                  <a:lnTo>
                    <a:pt x="456" y="68216"/>
                  </a:lnTo>
                  <a:lnTo>
                    <a:pt x="11490" y="84934"/>
                  </a:lnTo>
                  <a:cubicBezTo>
                    <a:pt x="11520" y="84964"/>
                    <a:pt x="11551" y="84995"/>
                    <a:pt x="11642" y="84995"/>
                  </a:cubicBezTo>
                  <a:lnTo>
                    <a:pt x="11642" y="85116"/>
                  </a:lnTo>
                  <a:lnTo>
                    <a:pt x="30669" y="128096"/>
                  </a:lnTo>
                  <a:cubicBezTo>
                    <a:pt x="30700" y="128157"/>
                    <a:pt x="30791" y="128187"/>
                    <a:pt x="30852" y="128187"/>
                  </a:cubicBezTo>
                  <a:cubicBezTo>
                    <a:pt x="30943" y="128187"/>
                    <a:pt x="31004" y="128126"/>
                    <a:pt x="31065" y="128035"/>
                  </a:cubicBezTo>
                  <a:lnTo>
                    <a:pt x="43861" y="81165"/>
                  </a:lnTo>
                  <a:lnTo>
                    <a:pt x="44044" y="81195"/>
                  </a:lnTo>
                  <a:lnTo>
                    <a:pt x="69576" y="96879"/>
                  </a:lnTo>
                  <a:lnTo>
                    <a:pt x="58634" y="115026"/>
                  </a:lnTo>
                  <a:lnTo>
                    <a:pt x="31156" y="128278"/>
                  </a:lnTo>
                  <a:cubicBezTo>
                    <a:pt x="31095" y="128309"/>
                    <a:pt x="31004" y="128430"/>
                    <a:pt x="31034" y="128552"/>
                  </a:cubicBezTo>
                  <a:lnTo>
                    <a:pt x="49150" y="174449"/>
                  </a:lnTo>
                  <a:cubicBezTo>
                    <a:pt x="49180" y="174510"/>
                    <a:pt x="49211" y="174540"/>
                    <a:pt x="49272" y="174540"/>
                  </a:cubicBezTo>
                  <a:lnTo>
                    <a:pt x="49393" y="174540"/>
                  </a:lnTo>
                  <a:lnTo>
                    <a:pt x="49393" y="174631"/>
                  </a:lnTo>
                  <a:cubicBezTo>
                    <a:pt x="49454" y="174692"/>
                    <a:pt x="49515" y="174783"/>
                    <a:pt x="49576" y="174783"/>
                  </a:cubicBezTo>
                  <a:lnTo>
                    <a:pt x="92403" y="177549"/>
                  </a:lnTo>
                  <a:lnTo>
                    <a:pt x="87753" y="223568"/>
                  </a:lnTo>
                  <a:cubicBezTo>
                    <a:pt x="87753" y="223629"/>
                    <a:pt x="87783" y="223720"/>
                    <a:pt x="87844" y="223751"/>
                  </a:cubicBezTo>
                  <a:cubicBezTo>
                    <a:pt x="87889" y="223766"/>
                    <a:pt x="87927" y="223773"/>
                    <a:pt x="87962" y="223773"/>
                  </a:cubicBezTo>
                  <a:cubicBezTo>
                    <a:pt x="87996" y="223773"/>
                    <a:pt x="88026" y="223766"/>
                    <a:pt x="88057" y="223751"/>
                  </a:cubicBezTo>
                  <a:cubicBezTo>
                    <a:pt x="88057" y="223751"/>
                    <a:pt x="88087" y="223751"/>
                    <a:pt x="88087" y="223720"/>
                  </a:cubicBezTo>
                  <a:lnTo>
                    <a:pt x="121583" y="193021"/>
                  </a:lnTo>
                  <a:cubicBezTo>
                    <a:pt x="121644" y="192990"/>
                    <a:pt x="121674" y="192899"/>
                    <a:pt x="121674" y="192869"/>
                  </a:cubicBezTo>
                  <a:cubicBezTo>
                    <a:pt x="121674" y="192778"/>
                    <a:pt x="121644" y="192747"/>
                    <a:pt x="121553" y="192717"/>
                  </a:cubicBezTo>
                  <a:lnTo>
                    <a:pt x="96294" y="177732"/>
                  </a:lnTo>
                  <a:lnTo>
                    <a:pt x="135565" y="171288"/>
                  </a:lnTo>
                  <a:cubicBezTo>
                    <a:pt x="135656" y="171288"/>
                    <a:pt x="135687" y="171197"/>
                    <a:pt x="135717" y="171136"/>
                  </a:cubicBezTo>
                  <a:lnTo>
                    <a:pt x="148179" y="134175"/>
                  </a:lnTo>
                  <a:lnTo>
                    <a:pt x="180672" y="143050"/>
                  </a:lnTo>
                  <a:cubicBezTo>
                    <a:pt x="180694" y="143056"/>
                    <a:pt x="180715" y="143058"/>
                    <a:pt x="180736" y="143058"/>
                  </a:cubicBezTo>
                  <a:cubicBezTo>
                    <a:pt x="180833" y="143058"/>
                    <a:pt x="180915" y="143004"/>
                    <a:pt x="180915" y="142929"/>
                  </a:cubicBezTo>
                  <a:lnTo>
                    <a:pt x="181098" y="142290"/>
                  </a:lnTo>
                  <a:lnTo>
                    <a:pt x="209427" y="110801"/>
                  </a:lnTo>
                  <a:cubicBezTo>
                    <a:pt x="209487" y="110770"/>
                    <a:pt x="209487" y="110709"/>
                    <a:pt x="209487" y="110679"/>
                  </a:cubicBezTo>
                  <a:lnTo>
                    <a:pt x="218363" y="64569"/>
                  </a:lnTo>
                  <a:cubicBezTo>
                    <a:pt x="218363" y="64478"/>
                    <a:pt x="218363" y="64417"/>
                    <a:pt x="218302" y="64356"/>
                  </a:cubicBezTo>
                  <a:cubicBezTo>
                    <a:pt x="218238" y="64335"/>
                    <a:pt x="218188" y="64313"/>
                    <a:pt x="218144" y="64313"/>
                  </a:cubicBezTo>
                  <a:cubicBezTo>
                    <a:pt x="218125" y="64313"/>
                    <a:pt x="218107" y="64317"/>
                    <a:pt x="218089" y="64326"/>
                  </a:cubicBezTo>
                  <a:lnTo>
                    <a:pt x="177420" y="81955"/>
                  </a:lnTo>
                  <a:lnTo>
                    <a:pt x="160763" y="67031"/>
                  </a:lnTo>
                  <a:lnTo>
                    <a:pt x="161645" y="65663"/>
                  </a:lnTo>
                  <a:lnTo>
                    <a:pt x="217846" y="64356"/>
                  </a:lnTo>
                  <a:cubicBezTo>
                    <a:pt x="217937" y="64356"/>
                    <a:pt x="218029" y="64295"/>
                    <a:pt x="218029" y="64204"/>
                  </a:cubicBezTo>
                  <a:cubicBezTo>
                    <a:pt x="218029" y="64143"/>
                    <a:pt x="217998" y="64022"/>
                    <a:pt x="217907" y="63991"/>
                  </a:cubicBezTo>
                  <a:lnTo>
                    <a:pt x="174168" y="45815"/>
                  </a:lnTo>
                  <a:lnTo>
                    <a:pt x="183803" y="30617"/>
                  </a:lnTo>
                  <a:lnTo>
                    <a:pt x="209396" y="34265"/>
                  </a:lnTo>
                  <a:cubicBezTo>
                    <a:pt x="209487" y="34265"/>
                    <a:pt x="209579" y="34234"/>
                    <a:pt x="209639" y="34173"/>
                  </a:cubicBezTo>
                  <a:lnTo>
                    <a:pt x="222922" y="434"/>
                  </a:lnTo>
                  <a:lnTo>
                    <a:pt x="269245" y="10252"/>
                  </a:lnTo>
                  <a:cubicBezTo>
                    <a:pt x="269272" y="10265"/>
                    <a:pt x="269297" y="10271"/>
                    <a:pt x="269320" y="10271"/>
                  </a:cubicBezTo>
                  <a:cubicBezTo>
                    <a:pt x="269403" y="10271"/>
                    <a:pt x="269458" y="10195"/>
                    <a:pt x="269458" y="10100"/>
                  </a:cubicBezTo>
                  <a:cubicBezTo>
                    <a:pt x="269580" y="10009"/>
                    <a:pt x="269549" y="9887"/>
                    <a:pt x="269428" y="9857"/>
                  </a:cubicBezTo>
                  <a:lnTo>
                    <a:pt x="222922" y="9"/>
                  </a:lnTo>
                  <a:cubicBezTo>
                    <a:pt x="222901" y="3"/>
                    <a:pt x="222881" y="1"/>
                    <a:pt x="22286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27"/>
            <p:cNvSpPr/>
            <p:nvPr/>
          </p:nvSpPr>
          <p:spPr>
            <a:xfrm>
              <a:off x="3997800" y="48455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12" y="0"/>
                  </a:moveTo>
                  <a:cubicBezTo>
                    <a:pt x="982" y="0"/>
                    <a:pt x="846" y="35"/>
                    <a:pt x="710" y="115"/>
                  </a:cubicBezTo>
                  <a:cubicBezTo>
                    <a:pt x="0" y="571"/>
                    <a:pt x="453" y="1620"/>
                    <a:pt x="1135" y="1620"/>
                  </a:cubicBezTo>
                  <a:cubicBezTo>
                    <a:pt x="1270" y="1620"/>
                    <a:pt x="1415" y="1578"/>
                    <a:pt x="1561" y="1483"/>
                  </a:cubicBezTo>
                  <a:cubicBezTo>
                    <a:pt x="2332" y="1046"/>
                    <a:pt x="1821" y="0"/>
                    <a:pt x="111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27"/>
            <p:cNvSpPr/>
            <p:nvPr/>
          </p:nvSpPr>
          <p:spPr>
            <a:xfrm>
              <a:off x="4372550" y="5700400"/>
              <a:ext cx="58950" cy="40500"/>
            </a:xfrm>
            <a:custGeom>
              <a:avLst/>
              <a:gdLst/>
              <a:ahLst/>
              <a:cxnLst/>
              <a:rect l="l" t="t" r="r" b="b"/>
              <a:pathLst>
                <a:path w="2358" h="1620" extrusionOk="0">
                  <a:moveTo>
                    <a:pt x="1147" y="0"/>
                  </a:moveTo>
                  <a:cubicBezTo>
                    <a:pt x="1016" y="0"/>
                    <a:pt x="876" y="35"/>
                    <a:pt x="736" y="115"/>
                  </a:cubicBezTo>
                  <a:cubicBezTo>
                    <a:pt x="0" y="571"/>
                    <a:pt x="471" y="1620"/>
                    <a:pt x="1158" y="1620"/>
                  </a:cubicBezTo>
                  <a:cubicBezTo>
                    <a:pt x="1295" y="1620"/>
                    <a:pt x="1440" y="1579"/>
                    <a:pt x="1587" y="1483"/>
                  </a:cubicBezTo>
                  <a:cubicBezTo>
                    <a:pt x="2358" y="1046"/>
                    <a:pt x="1868" y="0"/>
                    <a:pt x="11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27"/>
            <p:cNvSpPr/>
            <p:nvPr/>
          </p:nvSpPr>
          <p:spPr>
            <a:xfrm>
              <a:off x="4647500" y="5247950"/>
              <a:ext cx="58175" cy="40825"/>
            </a:xfrm>
            <a:custGeom>
              <a:avLst/>
              <a:gdLst/>
              <a:ahLst/>
              <a:cxnLst/>
              <a:rect l="l" t="t" r="r" b="b"/>
              <a:pathLst>
                <a:path w="2327" h="1633" extrusionOk="0">
                  <a:moveTo>
                    <a:pt x="1130" y="1"/>
                  </a:moveTo>
                  <a:cubicBezTo>
                    <a:pt x="995" y="1"/>
                    <a:pt x="853" y="39"/>
                    <a:pt x="710" y="128"/>
                  </a:cubicBezTo>
                  <a:cubicBezTo>
                    <a:pt x="0" y="584"/>
                    <a:pt x="454" y="1633"/>
                    <a:pt x="1135" y="1633"/>
                  </a:cubicBezTo>
                  <a:cubicBezTo>
                    <a:pt x="1271" y="1633"/>
                    <a:pt x="1415" y="1591"/>
                    <a:pt x="1561" y="1495"/>
                  </a:cubicBezTo>
                  <a:cubicBezTo>
                    <a:pt x="2326" y="1037"/>
                    <a:pt x="1830" y="1"/>
                    <a:pt x="113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27"/>
            <p:cNvSpPr/>
            <p:nvPr/>
          </p:nvSpPr>
          <p:spPr>
            <a:xfrm>
              <a:off x="4535925" y="4628950"/>
              <a:ext cx="57675" cy="40525"/>
            </a:xfrm>
            <a:custGeom>
              <a:avLst/>
              <a:gdLst/>
              <a:ahLst/>
              <a:cxnLst/>
              <a:rect l="l" t="t" r="r" b="b"/>
              <a:pathLst>
                <a:path w="2307" h="1621" extrusionOk="0">
                  <a:moveTo>
                    <a:pt x="1134" y="1"/>
                  </a:moveTo>
                  <a:cubicBezTo>
                    <a:pt x="1006" y="1"/>
                    <a:pt x="872" y="35"/>
                    <a:pt x="736" y="115"/>
                  </a:cubicBezTo>
                  <a:cubicBezTo>
                    <a:pt x="0" y="572"/>
                    <a:pt x="471" y="1620"/>
                    <a:pt x="1158" y="1620"/>
                  </a:cubicBezTo>
                  <a:cubicBezTo>
                    <a:pt x="1295" y="1620"/>
                    <a:pt x="1441" y="1579"/>
                    <a:pt x="1587" y="1483"/>
                  </a:cubicBezTo>
                  <a:cubicBezTo>
                    <a:pt x="2306" y="1046"/>
                    <a:pt x="1831" y="1"/>
                    <a:pt x="113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27"/>
            <p:cNvSpPr/>
            <p:nvPr/>
          </p:nvSpPr>
          <p:spPr>
            <a:xfrm>
              <a:off x="5270550" y="5014675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8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27"/>
            <p:cNvSpPr/>
            <p:nvPr/>
          </p:nvSpPr>
          <p:spPr>
            <a:xfrm>
              <a:off x="5177275" y="4503575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33" y="0"/>
                  </a:moveTo>
                  <a:cubicBezTo>
                    <a:pt x="1006" y="0"/>
                    <a:pt x="872" y="35"/>
                    <a:pt x="736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6" y="1620"/>
                    <a:pt x="1410" y="1578"/>
                    <a:pt x="1556" y="1483"/>
                  </a:cubicBezTo>
                  <a:cubicBezTo>
                    <a:pt x="2302" y="1046"/>
                    <a:pt x="1830" y="0"/>
                    <a:pt x="11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27"/>
            <p:cNvSpPr/>
            <p:nvPr/>
          </p:nvSpPr>
          <p:spPr>
            <a:xfrm>
              <a:off x="5057700" y="596725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53" y="1"/>
                  </a:moveTo>
                  <a:cubicBezTo>
                    <a:pt x="1013" y="1"/>
                    <a:pt x="864" y="43"/>
                    <a:pt x="716" y="140"/>
                  </a:cubicBezTo>
                  <a:cubicBezTo>
                    <a:pt x="0" y="575"/>
                    <a:pt x="467" y="1633"/>
                    <a:pt x="1158" y="1633"/>
                  </a:cubicBezTo>
                  <a:cubicBezTo>
                    <a:pt x="1288" y="1633"/>
                    <a:pt x="1427" y="1595"/>
                    <a:pt x="1567" y="1508"/>
                  </a:cubicBezTo>
                  <a:cubicBezTo>
                    <a:pt x="2325" y="1028"/>
                    <a:pt x="1844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27"/>
            <p:cNvSpPr/>
            <p:nvPr/>
          </p:nvSpPr>
          <p:spPr>
            <a:xfrm>
              <a:off x="5883200" y="5973150"/>
              <a:ext cx="57525" cy="40550"/>
            </a:xfrm>
            <a:custGeom>
              <a:avLst/>
              <a:gdLst/>
              <a:ahLst/>
              <a:cxnLst/>
              <a:rect l="l" t="t" r="r" b="b"/>
              <a:pathLst>
                <a:path w="2301" h="1622" extrusionOk="0">
                  <a:moveTo>
                    <a:pt x="1130" y="0"/>
                  </a:moveTo>
                  <a:cubicBezTo>
                    <a:pt x="1003" y="0"/>
                    <a:pt x="870" y="36"/>
                    <a:pt x="736" y="117"/>
                  </a:cubicBezTo>
                  <a:cubicBezTo>
                    <a:pt x="1" y="573"/>
                    <a:pt x="450" y="1622"/>
                    <a:pt x="1131" y="1622"/>
                  </a:cubicBezTo>
                  <a:cubicBezTo>
                    <a:pt x="1266" y="1622"/>
                    <a:pt x="1411" y="1581"/>
                    <a:pt x="1557" y="1485"/>
                  </a:cubicBezTo>
                  <a:cubicBezTo>
                    <a:pt x="2300" y="1023"/>
                    <a:pt x="1812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27"/>
            <p:cNvSpPr/>
            <p:nvPr/>
          </p:nvSpPr>
          <p:spPr>
            <a:xfrm>
              <a:off x="5931725" y="4845275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1"/>
                    <a:pt x="454" y="1630"/>
                    <a:pt x="1135" y="1630"/>
                  </a:cubicBezTo>
                  <a:cubicBezTo>
                    <a:pt x="1271" y="1630"/>
                    <a:pt x="1415" y="1588"/>
                    <a:pt x="1561" y="1493"/>
                  </a:cubicBezTo>
                  <a:cubicBezTo>
                    <a:pt x="2328" y="1058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27"/>
            <p:cNvSpPr/>
            <p:nvPr/>
          </p:nvSpPr>
          <p:spPr>
            <a:xfrm>
              <a:off x="5286650" y="7263675"/>
              <a:ext cx="57350" cy="41025"/>
            </a:xfrm>
            <a:custGeom>
              <a:avLst/>
              <a:gdLst/>
              <a:ahLst/>
              <a:cxnLst/>
              <a:rect l="l" t="t" r="r" b="b"/>
              <a:pathLst>
                <a:path w="2294" h="1641" extrusionOk="0">
                  <a:moveTo>
                    <a:pt x="1153" y="1"/>
                  </a:moveTo>
                  <a:cubicBezTo>
                    <a:pt x="1020" y="1"/>
                    <a:pt x="879" y="42"/>
                    <a:pt x="738" y="138"/>
                  </a:cubicBezTo>
                  <a:cubicBezTo>
                    <a:pt x="0" y="570"/>
                    <a:pt x="454" y="1641"/>
                    <a:pt x="1138" y="1641"/>
                  </a:cubicBezTo>
                  <a:cubicBezTo>
                    <a:pt x="1272" y="1641"/>
                    <a:pt x="1414" y="1600"/>
                    <a:pt x="1558" y="1506"/>
                  </a:cubicBezTo>
                  <a:cubicBezTo>
                    <a:pt x="2294" y="1049"/>
                    <a:pt x="1823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27"/>
            <p:cNvSpPr/>
            <p:nvPr/>
          </p:nvSpPr>
          <p:spPr>
            <a:xfrm>
              <a:off x="5314750" y="6321675"/>
              <a:ext cx="58850" cy="40775"/>
            </a:xfrm>
            <a:custGeom>
              <a:avLst/>
              <a:gdLst/>
              <a:ahLst/>
              <a:cxnLst/>
              <a:rect l="l" t="t" r="r" b="b"/>
              <a:pathLst>
                <a:path w="2354" h="1631" extrusionOk="0">
                  <a:moveTo>
                    <a:pt x="1168" y="1"/>
                  </a:moveTo>
                  <a:cubicBezTo>
                    <a:pt x="1031" y="1"/>
                    <a:pt x="885" y="39"/>
                    <a:pt x="738" y="128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7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27"/>
            <p:cNvSpPr/>
            <p:nvPr/>
          </p:nvSpPr>
          <p:spPr>
            <a:xfrm>
              <a:off x="6292525" y="710330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63" y="0"/>
                  </a:moveTo>
                  <a:cubicBezTo>
                    <a:pt x="1021" y="0"/>
                    <a:pt x="870" y="42"/>
                    <a:pt x="716" y="140"/>
                  </a:cubicBezTo>
                  <a:cubicBezTo>
                    <a:pt x="0" y="574"/>
                    <a:pt x="467" y="1632"/>
                    <a:pt x="1158" y="1632"/>
                  </a:cubicBezTo>
                  <a:cubicBezTo>
                    <a:pt x="1288" y="1632"/>
                    <a:pt x="1427" y="1594"/>
                    <a:pt x="1567" y="1507"/>
                  </a:cubicBezTo>
                  <a:cubicBezTo>
                    <a:pt x="2325" y="1027"/>
                    <a:pt x="1865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27"/>
            <p:cNvSpPr/>
            <p:nvPr/>
          </p:nvSpPr>
          <p:spPr>
            <a:xfrm>
              <a:off x="6776025" y="5652975"/>
              <a:ext cx="57450" cy="40775"/>
            </a:xfrm>
            <a:custGeom>
              <a:avLst/>
              <a:gdLst/>
              <a:ahLst/>
              <a:cxnLst/>
              <a:rect l="l" t="t" r="r" b="b"/>
              <a:pathLst>
                <a:path w="2298" h="1631" extrusionOk="0">
                  <a:moveTo>
                    <a:pt x="1143" y="1"/>
                  </a:moveTo>
                  <a:cubicBezTo>
                    <a:pt x="1013" y="1"/>
                    <a:pt x="876" y="39"/>
                    <a:pt x="738" y="127"/>
                  </a:cubicBezTo>
                  <a:cubicBezTo>
                    <a:pt x="1" y="560"/>
                    <a:pt x="455" y="1630"/>
                    <a:pt x="1139" y="1630"/>
                  </a:cubicBezTo>
                  <a:cubicBezTo>
                    <a:pt x="1272" y="1630"/>
                    <a:pt x="1415" y="1590"/>
                    <a:pt x="1559" y="1495"/>
                  </a:cubicBezTo>
                  <a:cubicBezTo>
                    <a:pt x="2298" y="1036"/>
                    <a:pt x="1819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27"/>
            <p:cNvSpPr/>
            <p:nvPr/>
          </p:nvSpPr>
          <p:spPr>
            <a:xfrm>
              <a:off x="6423500" y="528550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35" y="0"/>
                  </a:moveTo>
                  <a:cubicBezTo>
                    <a:pt x="1007" y="0"/>
                    <a:pt x="872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7" y="1046"/>
                    <a:pt x="1838" y="0"/>
                    <a:pt x="113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27"/>
            <p:cNvSpPr/>
            <p:nvPr/>
          </p:nvSpPr>
          <p:spPr>
            <a:xfrm>
              <a:off x="7421050" y="6393875"/>
              <a:ext cx="57575" cy="40775"/>
            </a:xfrm>
            <a:custGeom>
              <a:avLst/>
              <a:gdLst/>
              <a:ahLst/>
              <a:cxnLst/>
              <a:rect l="l" t="t" r="r" b="b"/>
              <a:pathLst>
                <a:path w="2303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7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27"/>
            <p:cNvSpPr/>
            <p:nvPr/>
          </p:nvSpPr>
          <p:spPr>
            <a:xfrm>
              <a:off x="8126400" y="5589200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46" y="0"/>
                  </a:moveTo>
                  <a:cubicBezTo>
                    <a:pt x="1015" y="0"/>
                    <a:pt x="876" y="38"/>
                    <a:pt x="736" y="125"/>
                  </a:cubicBezTo>
                  <a:cubicBezTo>
                    <a:pt x="1" y="582"/>
                    <a:pt x="471" y="1630"/>
                    <a:pt x="1159" y="1630"/>
                  </a:cubicBezTo>
                  <a:cubicBezTo>
                    <a:pt x="1296" y="1630"/>
                    <a:pt x="1441" y="1589"/>
                    <a:pt x="1587" y="1493"/>
                  </a:cubicBezTo>
                  <a:cubicBezTo>
                    <a:pt x="2303" y="1058"/>
                    <a:pt x="1836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27"/>
            <p:cNvSpPr/>
            <p:nvPr/>
          </p:nvSpPr>
          <p:spPr>
            <a:xfrm>
              <a:off x="7689425" y="5573200"/>
              <a:ext cx="58850" cy="40750"/>
            </a:xfrm>
            <a:custGeom>
              <a:avLst/>
              <a:gdLst/>
              <a:ahLst/>
              <a:cxnLst/>
              <a:rect l="l" t="t" r="r" b="b"/>
              <a:pathLst>
                <a:path w="2354" h="1630" extrusionOk="0">
                  <a:moveTo>
                    <a:pt x="1168" y="0"/>
                  </a:moveTo>
                  <a:cubicBezTo>
                    <a:pt x="1031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53" y="1036"/>
                    <a:pt x="1879" y="0"/>
                    <a:pt x="116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27"/>
            <p:cNvSpPr/>
            <p:nvPr/>
          </p:nvSpPr>
          <p:spPr>
            <a:xfrm>
              <a:off x="8348175" y="44344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1" y="35"/>
                    <a:pt x="710" y="115"/>
                  </a:cubicBezTo>
                  <a:cubicBezTo>
                    <a:pt x="1" y="571"/>
                    <a:pt x="454" y="1620"/>
                    <a:pt x="1135" y="1620"/>
                  </a:cubicBezTo>
                  <a:cubicBezTo>
                    <a:pt x="1271" y="1620"/>
                    <a:pt x="1415" y="1578"/>
                    <a:pt x="1562" y="1483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27"/>
            <p:cNvSpPr/>
            <p:nvPr/>
          </p:nvSpPr>
          <p:spPr>
            <a:xfrm>
              <a:off x="5215200" y="4038225"/>
              <a:ext cx="57475" cy="40750"/>
            </a:xfrm>
            <a:custGeom>
              <a:avLst/>
              <a:gdLst/>
              <a:ahLst/>
              <a:cxnLst/>
              <a:rect l="l" t="t" r="r" b="b"/>
              <a:pathLst>
                <a:path w="2299" h="1630" extrusionOk="0">
                  <a:moveTo>
                    <a:pt x="1154" y="0"/>
                  </a:moveTo>
                  <a:cubicBezTo>
                    <a:pt x="1021" y="0"/>
                    <a:pt x="881" y="38"/>
                    <a:pt x="738" y="127"/>
                  </a:cubicBezTo>
                  <a:cubicBezTo>
                    <a:pt x="1" y="559"/>
                    <a:pt x="455" y="1630"/>
                    <a:pt x="1139" y="1630"/>
                  </a:cubicBezTo>
                  <a:cubicBezTo>
                    <a:pt x="1273" y="1630"/>
                    <a:pt x="1415" y="1589"/>
                    <a:pt x="1559" y="1495"/>
                  </a:cubicBezTo>
                  <a:cubicBezTo>
                    <a:pt x="2298" y="1036"/>
                    <a:pt x="1840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27"/>
            <p:cNvSpPr/>
            <p:nvPr/>
          </p:nvSpPr>
          <p:spPr>
            <a:xfrm>
              <a:off x="5536525" y="3264200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5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27"/>
            <p:cNvSpPr/>
            <p:nvPr/>
          </p:nvSpPr>
          <p:spPr>
            <a:xfrm>
              <a:off x="3785025" y="3922000"/>
              <a:ext cx="58225" cy="40775"/>
            </a:xfrm>
            <a:custGeom>
              <a:avLst/>
              <a:gdLst/>
              <a:ahLst/>
              <a:cxnLst/>
              <a:rect l="l" t="t" r="r" b="b"/>
              <a:pathLst>
                <a:path w="2329" h="1631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2"/>
                    <a:pt x="454" y="1630"/>
                    <a:pt x="1135" y="1630"/>
                  </a:cubicBezTo>
                  <a:cubicBezTo>
                    <a:pt x="1271" y="1630"/>
                    <a:pt x="1415" y="1589"/>
                    <a:pt x="1561" y="1493"/>
                  </a:cubicBezTo>
                  <a:cubicBezTo>
                    <a:pt x="2328" y="1059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27"/>
            <p:cNvSpPr/>
            <p:nvPr/>
          </p:nvSpPr>
          <p:spPr>
            <a:xfrm>
              <a:off x="5940050" y="7646625"/>
              <a:ext cx="57400" cy="40800"/>
            </a:xfrm>
            <a:custGeom>
              <a:avLst/>
              <a:gdLst/>
              <a:ahLst/>
              <a:cxnLst/>
              <a:rect l="l" t="t" r="r" b="b"/>
              <a:pathLst>
                <a:path w="2296" h="1632" extrusionOk="0">
                  <a:moveTo>
                    <a:pt x="1163" y="0"/>
                  </a:moveTo>
                  <a:cubicBezTo>
                    <a:pt x="1028" y="0"/>
                    <a:pt x="885" y="42"/>
                    <a:pt x="742" y="139"/>
                  </a:cubicBezTo>
                  <a:cubicBezTo>
                    <a:pt x="1" y="574"/>
                    <a:pt x="463" y="1632"/>
                    <a:pt x="1153" y="1632"/>
                  </a:cubicBezTo>
                  <a:cubicBezTo>
                    <a:pt x="1284" y="1632"/>
                    <a:pt x="1422" y="1594"/>
                    <a:pt x="1563" y="1507"/>
                  </a:cubicBezTo>
                  <a:cubicBezTo>
                    <a:pt x="2296" y="1027"/>
                    <a:pt x="1830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27"/>
            <p:cNvSpPr/>
            <p:nvPr/>
          </p:nvSpPr>
          <p:spPr>
            <a:xfrm>
              <a:off x="4139200" y="7183900"/>
              <a:ext cx="58000" cy="41025"/>
            </a:xfrm>
            <a:custGeom>
              <a:avLst/>
              <a:gdLst/>
              <a:ahLst/>
              <a:cxnLst/>
              <a:rect l="l" t="t" r="r" b="b"/>
              <a:pathLst>
                <a:path w="2320" h="1641" extrusionOk="0">
                  <a:moveTo>
                    <a:pt x="1177" y="0"/>
                  </a:moveTo>
                  <a:cubicBezTo>
                    <a:pt x="1038" y="0"/>
                    <a:pt x="889" y="42"/>
                    <a:pt x="738" y="138"/>
                  </a:cubicBezTo>
                  <a:cubicBezTo>
                    <a:pt x="1" y="570"/>
                    <a:pt x="455" y="1640"/>
                    <a:pt x="1139" y="1640"/>
                  </a:cubicBezTo>
                  <a:cubicBezTo>
                    <a:pt x="1272" y="1640"/>
                    <a:pt x="1415" y="1600"/>
                    <a:pt x="1559" y="1505"/>
                  </a:cubicBezTo>
                  <a:cubicBezTo>
                    <a:pt x="2319" y="1049"/>
                    <a:pt x="1874" y="0"/>
                    <a:pt x="117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27"/>
            <p:cNvSpPr/>
            <p:nvPr/>
          </p:nvSpPr>
          <p:spPr>
            <a:xfrm>
              <a:off x="3683925" y="6031700"/>
              <a:ext cx="58350" cy="40975"/>
            </a:xfrm>
            <a:custGeom>
              <a:avLst/>
              <a:gdLst/>
              <a:ahLst/>
              <a:cxnLst/>
              <a:rect l="l" t="t" r="r" b="b"/>
              <a:pathLst>
                <a:path w="2334" h="1639" extrusionOk="0">
                  <a:moveTo>
                    <a:pt x="1141" y="1"/>
                  </a:moveTo>
                  <a:cubicBezTo>
                    <a:pt x="1013" y="1"/>
                    <a:pt x="878" y="36"/>
                    <a:pt x="742" y="115"/>
                  </a:cubicBezTo>
                  <a:cubicBezTo>
                    <a:pt x="0" y="576"/>
                    <a:pt x="485" y="1638"/>
                    <a:pt x="1164" y="1638"/>
                  </a:cubicBezTo>
                  <a:cubicBezTo>
                    <a:pt x="1293" y="1638"/>
                    <a:pt x="1428" y="1600"/>
                    <a:pt x="1563" y="1514"/>
                  </a:cubicBezTo>
                  <a:cubicBezTo>
                    <a:pt x="2334" y="1051"/>
                    <a:pt x="1844" y="1"/>
                    <a:pt x="114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27"/>
            <p:cNvSpPr/>
            <p:nvPr/>
          </p:nvSpPr>
          <p:spPr>
            <a:xfrm>
              <a:off x="2993275" y="5645375"/>
              <a:ext cx="58875" cy="40775"/>
            </a:xfrm>
            <a:custGeom>
              <a:avLst/>
              <a:gdLst/>
              <a:ahLst/>
              <a:cxnLst/>
              <a:rect l="l" t="t" r="r" b="b"/>
              <a:pathLst>
                <a:path w="2355" h="1631" extrusionOk="0">
                  <a:moveTo>
                    <a:pt x="1168" y="1"/>
                  </a:moveTo>
                  <a:cubicBezTo>
                    <a:pt x="1031" y="1"/>
                    <a:pt x="886" y="39"/>
                    <a:pt x="738" y="127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6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27"/>
            <p:cNvSpPr/>
            <p:nvPr/>
          </p:nvSpPr>
          <p:spPr>
            <a:xfrm>
              <a:off x="3193950" y="494355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46" y="0"/>
                  </a:moveTo>
                  <a:cubicBezTo>
                    <a:pt x="1015" y="0"/>
                    <a:pt x="877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8" y="1046"/>
                    <a:pt x="1860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27"/>
            <p:cNvSpPr/>
            <p:nvPr/>
          </p:nvSpPr>
          <p:spPr>
            <a:xfrm>
              <a:off x="2905900" y="4509350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66" y="0"/>
                  </a:moveTo>
                  <a:cubicBezTo>
                    <a:pt x="1030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28" y="1036"/>
                    <a:pt x="1870" y="0"/>
                    <a:pt x="116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27"/>
            <p:cNvSpPr/>
            <p:nvPr/>
          </p:nvSpPr>
          <p:spPr>
            <a:xfrm>
              <a:off x="7494175" y="3580000"/>
              <a:ext cx="58050" cy="40825"/>
            </a:xfrm>
            <a:custGeom>
              <a:avLst/>
              <a:gdLst/>
              <a:ahLst/>
              <a:cxnLst/>
              <a:rect l="l" t="t" r="r" b="b"/>
              <a:pathLst>
                <a:path w="2322" h="1633" extrusionOk="0">
                  <a:moveTo>
                    <a:pt x="1143" y="1"/>
                  </a:moveTo>
                  <a:cubicBezTo>
                    <a:pt x="1012" y="1"/>
                    <a:pt x="874" y="39"/>
                    <a:pt x="736" y="127"/>
                  </a:cubicBezTo>
                  <a:cubicBezTo>
                    <a:pt x="1" y="584"/>
                    <a:pt x="450" y="1632"/>
                    <a:pt x="1131" y="1632"/>
                  </a:cubicBezTo>
                  <a:cubicBezTo>
                    <a:pt x="1266" y="1632"/>
                    <a:pt x="1411" y="1591"/>
                    <a:pt x="1557" y="1495"/>
                  </a:cubicBezTo>
                  <a:cubicBezTo>
                    <a:pt x="2321" y="1036"/>
                    <a:pt x="1825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27"/>
            <p:cNvSpPr/>
            <p:nvPr/>
          </p:nvSpPr>
          <p:spPr>
            <a:xfrm>
              <a:off x="8140100" y="3675300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23" y="0"/>
                  </a:moveTo>
                  <a:cubicBezTo>
                    <a:pt x="998" y="0"/>
                    <a:pt x="867" y="35"/>
                    <a:pt x="735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5" y="1620"/>
                    <a:pt x="1410" y="1578"/>
                    <a:pt x="1556" y="1483"/>
                  </a:cubicBezTo>
                  <a:cubicBezTo>
                    <a:pt x="2301" y="1046"/>
                    <a:pt x="1808" y="0"/>
                    <a:pt x="112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27"/>
            <p:cNvSpPr/>
            <p:nvPr/>
          </p:nvSpPr>
          <p:spPr>
            <a:xfrm>
              <a:off x="8477350" y="28280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2" y="35"/>
                    <a:pt x="711" y="115"/>
                  </a:cubicBezTo>
                  <a:cubicBezTo>
                    <a:pt x="1" y="571"/>
                    <a:pt x="454" y="1620"/>
                    <a:pt x="1136" y="1620"/>
                  </a:cubicBezTo>
                  <a:cubicBezTo>
                    <a:pt x="1271" y="1620"/>
                    <a:pt x="1416" y="1578"/>
                    <a:pt x="1562" y="1482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4627;p27"/>
            <p:cNvSpPr/>
            <p:nvPr/>
          </p:nvSpPr>
          <p:spPr>
            <a:xfrm>
              <a:off x="9636150" y="3074225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4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27"/>
            <p:cNvSpPr/>
            <p:nvPr/>
          </p:nvSpPr>
          <p:spPr>
            <a:xfrm>
              <a:off x="5654625" y="1181925"/>
              <a:ext cx="4940850" cy="3255375"/>
            </a:xfrm>
            <a:custGeom>
              <a:avLst/>
              <a:gdLst/>
              <a:ahLst/>
              <a:cxnLst/>
              <a:rect l="l" t="t" r="r" b="b"/>
              <a:pathLst>
                <a:path w="197634" h="130215" extrusionOk="0">
                  <a:moveTo>
                    <a:pt x="37235" y="851"/>
                  </a:moveTo>
                  <a:lnTo>
                    <a:pt x="49850" y="25988"/>
                  </a:lnTo>
                  <a:lnTo>
                    <a:pt x="12189" y="21642"/>
                  </a:lnTo>
                  <a:lnTo>
                    <a:pt x="37235" y="851"/>
                  </a:lnTo>
                  <a:close/>
                  <a:moveTo>
                    <a:pt x="88908" y="517"/>
                  </a:moveTo>
                  <a:lnTo>
                    <a:pt x="85261" y="34803"/>
                  </a:lnTo>
                  <a:lnTo>
                    <a:pt x="67965" y="28876"/>
                  </a:lnTo>
                  <a:lnTo>
                    <a:pt x="88908" y="517"/>
                  </a:lnTo>
                  <a:close/>
                  <a:moveTo>
                    <a:pt x="73102" y="17478"/>
                  </a:moveTo>
                  <a:lnTo>
                    <a:pt x="67692" y="28846"/>
                  </a:lnTo>
                  <a:cubicBezTo>
                    <a:pt x="67661" y="28937"/>
                    <a:pt x="67692" y="28998"/>
                    <a:pt x="67722" y="29028"/>
                  </a:cubicBezTo>
                  <a:lnTo>
                    <a:pt x="67783" y="29028"/>
                  </a:lnTo>
                  <a:lnTo>
                    <a:pt x="66658" y="35381"/>
                  </a:lnTo>
                  <a:lnTo>
                    <a:pt x="50336" y="26292"/>
                  </a:lnTo>
                  <a:lnTo>
                    <a:pt x="73102" y="17478"/>
                  </a:lnTo>
                  <a:close/>
                  <a:moveTo>
                    <a:pt x="50853" y="26900"/>
                  </a:moveTo>
                  <a:lnTo>
                    <a:pt x="66628" y="35685"/>
                  </a:lnTo>
                  <a:lnTo>
                    <a:pt x="65382" y="42980"/>
                  </a:lnTo>
                  <a:lnTo>
                    <a:pt x="50853" y="26900"/>
                  </a:lnTo>
                  <a:close/>
                  <a:moveTo>
                    <a:pt x="50062" y="26323"/>
                  </a:moveTo>
                  <a:cubicBezTo>
                    <a:pt x="50062" y="26384"/>
                    <a:pt x="50062" y="26414"/>
                    <a:pt x="50093" y="26444"/>
                  </a:cubicBezTo>
                  <a:lnTo>
                    <a:pt x="65078" y="43071"/>
                  </a:lnTo>
                  <a:lnTo>
                    <a:pt x="65078" y="43071"/>
                  </a:lnTo>
                  <a:lnTo>
                    <a:pt x="34500" y="26870"/>
                  </a:lnTo>
                  <a:lnTo>
                    <a:pt x="50062" y="26323"/>
                  </a:lnTo>
                  <a:close/>
                  <a:moveTo>
                    <a:pt x="34591" y="27265"/>
                  </a:moveTo>
                  <a:lnTo>
                    <a:pt x="64835" y="43223"/>
                  </a:lnTo>
                  <a:lnTo>
                    <a:pt x="47175" y="43284"/>
                  </a:lnTo>
                  <a:cubicBezTo>
                    <a:pt x="47175" y="43253"/>
                    <a:pt x="47175" y="43223"/>
                    <a:pt x="47144" y="43162"/>
                  </a:cubicBezTo>
                  <a:lnTo>
                    <a:pt x="34591" y="27265"/>
                  </a:lnTo>
                  <a:close/>
                  <a:moveTo>
                    <a:pt x="89151" y="760"/>
                  </a:moveTo>
                  <a:lnTo>
                    <a:pt x="112070" y="44013"/>
                  </a:lnTo>
                  <a:lnTo>
                    <a:pt x="85504" y="34925"/>
                  </a:lnTo>
                  <a:lnTo>
                    <a:pt x="89151" y="760"/>
                  </a:lnTo>
                  <a:close/>
                  <a:moveTo>
                    <a:pt x="89455" y="730"/>
                  </a:moveTo>
                  <a:lnTo>
                    <a:pt x="126659" y="35107"/>
                  </a:lnTo>
                  <a:lnTo>
                    <a:pt x="114167" y="44743"/>
                  </a:lnTo>
                  <a:lnTo>
                    <a:pt x="112495" y="44135"/>
                  </a:lnTo>
                  <a:lnTo>
                    <a:pt x="89455" y="730"/>
                  </a:lnTo>
                  <a:close/>
                  <a:moveTo>
                    <a:pt x="66902" y="35806"/>
                  </a:moveTo>
                  <a:lnTo>
                    <a:pt x="83467" y="45047"/>
                  </a:lnTo>
                  <a:lnTo>
                    <a:pt x="65595" y="43223"/>
                  </a:lnTo>
                  <a:lnTo>
                    <a:pt x="66902" y="35806"/>
                  </a:lnTo>
                  <a:close/>
                  <a:moveTo>
                    <a:pt x="68026" y="29241"/>
                  </a:moveTo>
                  <a:lnTo>
                    <a:pt x="85230" y="35107"/>
                  </a:lnTo>
                  <a:lnTo>
                    <a:pt x="84197" y="45138"/>
                  </a:lnTo>
                  <a:lnTo>
                    <a:pt x="66932" y="35533"/>
                  </a:lnTo>
                  <a:lnTo>
                    <a:pt x="68026" y="29241"/>
                  </a:lnTo>
                  <a:close/>
                  <a:moveTo>
                    <a:pt x="112677" y="44499"/>
                  </a:moveTo>
                  <a:lnTo>
                    <a:pt x="113893" y="44925"/>
                  </a:lnTo>
                  <a:lnTo>
                    <a:pt x="113164" y="45442"/>
                  </a:lnTo>
                  <a:lnTo>
                    <a:pt x="112677" y="44499"/>
                  </a:lnTo>
                  <a:close/>
                  <a:moveTo>
                    <a:pt x="12250" y="21946"/>
                  </a:moveTo>
                  <a:lnTo>
                    <a:pt x="48634" y="26140"/>
                  </a:lnTo>
                  <a:lnTo>
                    <a:pt x="33983" y="26657"/>
                  </a:lnTo>
                  <a:cubicBezTo>
                    <a:pt x="34013" y="26627"/>
                    <a:pt x="34013" y="26612"/>
                    <a:pt x="34006" y="26612"/>
                  </a:cubicBezTo>
                  <a:lnTo>
                    <a:pt x="34006" y="26612"/>
                  </a:lnTo>
                  <a:cubicBezTo>
                    <a:pt x="33998" y="26612"/>
                    <a:pt x="33983" y="26627"/>
                    <a:pt x="33983" y="26657"/>
                  </a:cubicBezTo>
                  <a:lnTo>
                    <a:pt x="33892" y="26596"/>
                  </a:lnTo>
                  <a:cubicBezTo>
                    <a:pt x="33867" y="26588"/>
                    <a:pt x="33845" y="26584"/>
                    <a:pt x="33824" y="26584"/>
                  </a:cubicBezTo>
                  <a:cubicBezTo>
                    <a:pt x="33768" y="26584"/>
                    <a:pt x="33724" y="26613"/>
                    <a:pt x="33679" y="26657"/>
                  </a:cubicBezTo>
                  <a:lnTo>
                    <a:pt x="14317" y="53861"/>
                  </a:lnTo>
                  <a:lnTo>
                    <a:pt x="12250" y="21946"/>
                  </a:lnTo>
                  <a:close/>
                  <a:moveTo>
                    <a:pt x="65686" y="43496"/>
                  </a:moveTo>
                  <a:lnTo>
                    <a:pt x="83680" y="45350"/>
                  </a:lnTo>
                  <a:lnTo>
                    <a:pt x="68178" y="55016"/>
                  </a:lnTo>
                  <a:lnTo>
                    <a:pt x="65686" y="43496"/>
                  </a:lnTo>
                  <a:close/>
                  <a:moveTo>
                    <a:pt x="65382" y="43527"/>
                  </a:moveTo>
                  <a:lnTo>
                    <a:pt x="67935" y="55168"/>
                  </a:lnTo>
                  <a:lnTo>
                    <a:pt x="67479" y="55472"/>
                  </a:lnTo>
                  <a:lnTo>
                    <a:pt x="47661" y="43588"/>
                  </a:lnTo>
                  <a:lnTo>
                    <a:pt x="65382" y="43527"/>
                  </a:lnTo>
                  <a:close/>
                  <a:moveTo>
                    <a:pt x="67996" y="55472"/>
                  </a:moveTo>
                  <a:lnTo>
                    <a:pt x="68087" y="55867"/>
                  </a:lnTo>
                  <a:lnTo>
                    <a:pt x="67722" y="55685"/>
                  </a:lnTo>
                  <a:lnTo>
                    <a:pt x="67996" y="55472"/>
                  </a:lnTo>
                  <a:close/>
                  <a:moveTo>
                    <a:pt x="47023" y="43466"/>
                  </a:moveTo>
                  <a:cubicBezTo>
                    <a:pt x="47023" y="43527"/>
                    <a:pt x="47053" y="43557"/>
                    <a:pt x="47114" y="43588"/>
                  </a:cubicBezTo>
                  <a:lnTo>
                    <a:pt x="67205" y="55685"/>
                  </a:lnTo>
                  <a:lnTo>
                    <a:pt x="65078" y="56992"/>
                  </a:lnTo>
                  <a:lnTo>
                    <a:pt x="35655" y="52585"/>
                  </a:lnTo>
                  <a:lnTo>
                    <a:pt x="47023" y="43466"/>
                  </a:lnTo>
                  <a:close/>
                  <a:moveTo>
                    <a:pt x="126842" y="35259"/>
                  </a:moveTo>
                  <a:lnTo>
                    <a:pt x="150520" y="57144"/>
                  </a:lnTo>
                  <a:lnTo>
                    <a:pt x="114471" y="44803"/>
                  </a:lnTo>
                  <a:lnTo>
                    <a:pt x="126842" y="35259"/>
                  </a:lnTo>
                  <a:close/>
                  <a:moveTo>
                    <a:pt x="67479" y="55837"/>
                  </a:moveTo>
                  <a:lnTo>
                    <a:pt x="68148" y="56232"/>
                  </a:lnTo>
                  <a:lnTo>
                    <a:pt x="68421" y="57509"/>
                  </a:lnTo>
                  <a:lnTo>
                    <a:pt x="65503" y="57053"/>
                  </a:lnTo>
                  <a:lnTo>
                    <a:pt x="67479" y="55837"/>
                  </a:lnTo>
                  <a:close/>
                  <a:moveTo>
                    <a:pt x="68482" y="56384"/>
                  </a:moveTo>
                  <a:lnTo>
                    <a:pt x="70853" y="57813"/>
                  </a:lnTo>
                  <a:lnTo>
                    <a:pt x="68725" y="57509"/>
                  </a:lnTo>
                  <a:lnTo>
                    <a:pt x="68482" y="56384"/>
                  </a:lnTo>
                  <a:close/>
                  <a:moveTo>
                    <a:pt x="114197" y="45016"/>
                  </a:moveTo>
                  <a:lnTo>
                    <a:pt x="151067" y="57630"/>
                  </a:lnTo>
                  <a:cubicBezTo>
                    <a:pt x="151071" y="57634"/>
                    <a:pt x="151075" y="57637"/>
                    <a:pt x="151078" y="57640"/>
                  </a:cubicBezTo>
                  <a:lnTo>
                    <a:pt x="151078" y="57640"/>
                  </a:lnTo>
                  <a:lnTo>
                    <a:pt x="120580" y="59393"/>
                  </a:lnTo>
                  <a:lnTo>
                    <a:pt x="113316" y="45715"/>
                  </a:lnTo>
                  <a:lnTo>
                    <a:pt x="114197" y="45016"/>
                  </a:lnTo>
                  <a:close/>
                  <a:moveTo>
                    <a:pt x="113073" y="45867"/>
                  </a:moveTo>
                  <a:lnTo>
                    <a:pt x="120246" y="59393"/>
                  </a:lnTo>
                  <a:lnTo>
                    <a:pt x="93467" y="60913"/>
                  </a:lnTo>
                  <a:lnTo>
                    <a:pt x="113073" y="45867"/>
                  </a:lnTo>
                  <a:close/>
                  <a:moveTo>
                    <a:pt x="85504" y="35198"/>
                  </a:moveTo>
                  <a:lnTo>
                    <a:pt x="112313" y="44347"/>
                  </a:lnTo>
                  <a:lnTo>
                    <a:pt x="112981" y="45594"/>
                  </a:lnTo>
                  <a:lnTo>
                    <a:pt x="92981" y="60943"/>
                  </a:lnTo>
                  <a:cubicBezTo>
                    <a:pt x="92951" y="61004"/>
                    <a:pt x="92920" y="61065"/>
                    <a:pt x="92951" y="61095"/>
                  </a:cubicBezTo>
                  <a:lnTo>
                    <a:pt x="92951" y="61156"/>
                  </a:lnTo>
                  <a:lnTo>
                    <a:pt x="92920" y="61156"/>
                  </a:lnTo>
                  <a:lnTo>
                    <a:pt x="71582" y="57965"/>
                  </a:lnTo>
                  <a:lnTo>
                    <a:pt x="68421" y="56050"/>
                  </a:lnTo>
                  <a:lnTo>
                    <a:pt x="68269" y="55320"/>
                  </a:lnTo>
                  <a:lnTo>
                    <a:pt x="84136" y="45411"/>
                  </a:lnTo>
                  <a:lnTo>
                    <a:pt x="84288" y="45411"/>
                  </a:lnTo>
                  <a:cubicBezTo>
                    <a:pt x="84379" y="45411"/>
                    <a:pt x="84440" y="45381"/>
                    <a:pt x="84440" y="45290"/>
                  </a:cubicBezTo>
                  <a:lnTo>
                    <a:pt x="85504" y="35198"/>
                  </a:lnTo>
                  <a:close/>
                  <a:moveTo>
                    <a:pt x="35959" y="52889"/>
                  </a:moveTo>
                  <a:lnTo>
                    <a:pt x="64683" y="57205"/>
                  </a:lnTo>
                  <a:lnTo>
                    <a:pt x="50853" y="65807"/>
                  </a:lnTo>
                  <a:lnTo>
                    <a:pt x="35959" y="52889"/>
                  </a:lnTo>
                  <a:close/>
                  <a:moveTo>
                    <a:pt x="72221" y="58329"/>
                  </a:moveTo>
                  <a:lnTo>
                    <a:pt x="92768" y="61399"/>
                  </a:lnTo>
                  <a:lnTo>
                    <a:pt x="98239" y="73983"/>
                  </a:lnTo>
                  <a:lnTo>
                    <a:pt x="72221" y="58329"/>
                  </a:lnTo>
                  <a:close/>
                  <a:moveTo>
                    <a:pt x="65108" y="57235"/>
                  </a:moveTo>
                  <a:lnTo>
                    <a:pt x="68482" y="57721"/>
                  </a:lnTo>
                  <a:lnTo>
                    <a:pt x="72038" y="73922"/>
                  </a:lnTo>
                  <a:lnTo>
                    <a:pt x="54196" y="77509"/>
                  </a:lnTo>
                  <a:lnTo>
                    <a:pt x="51096" y="66019"/>
                  </a:lnTo>
                  <a:lnTo>
                    <a:pt x="65108" y="57235"/>
                  </a:lnTo>
                  <a:close/>
                  <a:moveTo>
                    <a:pt x="150976" y="57965"/>
                  </a:moveTo>
                  <a:lnTo>
                    <a:pt x="134380" y="85473"/>
                  </a:lnTo>
                  <a:lnTo>
                    <a:pt x="134380" y="85412"/>
                  </a:lnTo>
                  <a:lnTo>
                    <a:pt x="120702" y="59667"/>
                  </a:lnTo>
                  <a:lnTo>
                    <a:pt x="150976" y="57965"/>
                  </a:lnTo>
                  <a:close/>
                  <a:moveTo>
                    <a:pt x="68847" y="57813"/>
                  </a:moveTo>
                  <a:lnTo>
                    <a:pt x="71522" y="58208"/>
                  </a:lnTo>
                  <a:lnTo>
                    <a:pt x="98391" y="74378"/>
                  </a:lnTo>
                  <a:lnTo>
                    <a:pt x="89060" y="85959"/>
                  </a:lnTo>
                  <a:lnTo>
                    <a:pt x="72373" y="74074"/>
                  </a:lnTo>
                  <a:lnTo>
                    <a:pt x="72373" y="74013"/>
                  </a:lnTo>
                  <a:lnTo>
                    <a:pt x="68847" y="57813"/>
                  </a:lnTo>
                  <a:close/>
                  <a:moveTo>
                    <a:pt x="35351" y="52676"/>
                  </a:moveTo>
                  <a:cubicBezTo>
                    <a:pt x="35351" y="52706"/>
                    <a:pt x="35412" y="52737"/>
                    <a:pt x="35412" y="52737"/>
                  </a:cubicBezTo>
                  <a:lnTo>
                    <a:pt x="50609" y="65928"/>
                  </a:lnTo>
                  <a:lnTo>
                    <a:pt x="15259" y="88451"/>
                  </a:lnTo>
                  <a:lnTo>
                    <a:pt x="14499" y="54712"/>
                  </a:lnTo>
                  <a:lnTo>
                    <a:pt x="35351" y="52676"/>
                  </a:lnTo>
                  <a:close/>
                  <a:moveTo>
                    <a:pt x="123103" y="81004"/>
                  </a:moveTo>
                  <a:lnTo>
                    <a:pt x="134198" y="85655"/>
                  </a:lnTo>
                  <a:lnTo>
                    <a:pt x="108969" y="98938"/>
                  </a:lnTo>
                  <a:lnTo>
                    <a:pt x="123103" y="81004"/>
                  </a:lnTo>
                  <a:close/>
                  <a:moveTo>
                    <a:pt x="120428" y="59697"/>
                  </a:moveTo>
                  <a:lnTo>
                    <a:pt x="133954" y="85229"/>
                  </a:lnTo>
                  <a:lnTo>
                    <a:pt x="123134" y="80701"/>
                  </a:lnTo>
                  <a:cubicBezTo>
                    <a:pt x="123109" y="80692"/>
                    <a:pt x="123089" y="80689"/>
                    <a:pt x="123072" y="80689"/>
                  </a:cubicBezTo>
                  <a:cubicBezTo>
                    <a:pt x="123026" y="80689"/>
                    <a:pt x="123004" y="80717"/>
                    <a:pt x="122982" y="80761"/>
                  </a:cubicBezTo>
                  <a:lnTo>
                    <a:pt x="108392" y="99242"/>
                  </a:lnTo>
                  <a:lnTo>
                    <a:pt x="108209" y="99363"/>
                  </a:lnTo>
                  <a:lnTo>
                    <a:pt x="98787" y="74317"/>
                  </a:lnTo>
                  <a:cubicBezTo>
                    <a:pt x="98787" y="74287"/>
                    <a:pt x="98726" y="74287"/>
                    <a:pt x="98695" y="74257"/>
                  </a:cubicBezTo>
                  <a:lnTo>
                    <a:pt x="98665" y="74226"/>
                  </a:lnTo>
                  <a:lnTo>
                    <a:pt x="93011" y="61217"/>
                  </a:lnTo>
                  <a:cubicBezTo>
                    <a:pt x="93042" y="61217"/>
                    <a:pt x="93042" y="61217"/>
                    <a:pt x="93072" y="61247"/>
                  </a:cubicBezTo>
                  <a:lnTo>
                    <a:pt x="120428" y="59697"/>
                  </a:lnTo>
                  <a:close/>
                  <a:moveTo>
                    <a:pt x="98543" y="74561"/>
                  </a:moveTo>
                  <a:lnTo>
                    <a:pt x="107905" y="99455"/>
                  </a:lnTo>
                  <a:lnTo>
                    <a:pt x="89242" y="86141"/>
                  </a:lnTo>
                  <a:lnTo>
                    <a:pt x="98543" y="74561"/>
                  </a:lnTo>
                  <a:close/>
                  <a:moveTo>
                    <a:pt x="53588" y="78208"/>
                  </a:moveTo>
                  <a:lnTo>
                    <a:pt x="42555" y="100883"/>
                  </a:lnTo>
                  <a:lnTo>
                    <a:pt x="15715" y="88999"/>
                  </a:lnTo>
                  <a:lnTo>
                    <a:pt x="53588" y="78208"/>
                  </a:lnTo>
                  <a:close/>
                  <a:moveTo>
                    <a:pt x="50822" y="66171"/>
                  </a:moveTo>
                  <a:lnTo>
                    <a:pt x="53983" y="77752"/>
                  </a:lnTo>
                  <a:lnTo>
                    <a:pt x="53983" y="77783"/>
                  </a:lnTo>
                  <a:cubicBezTo>
                    <a:pt x="54014" y="77813"/>
                    <a:pt x="54044" y="77874"/>
                    <a:pt x="54135" y="77874"/>
                  </a:cubicBezTo>
                  <a:lnTo>
                    <a:pt x="72038" y="74226"/>
                  </a:lnTo>
                  <a:lnTo>
                    <a:pt x="44318" y="101673"/>
                  </a:lnTo>
                  <a:lnTo>
                    <a:pt x="42798" y="101005"/>
                  </a:lnTo>
                  <a:lnTo>
                    <a:pt x="54014" y="78056"/>
                  </a:lnTo>
                  <a:cubicBezTo>
                    <a:pt x="54044" y="78026"/>
                    <a:pt x="54044" y="77935"/>
                    <a:pt x="54014" y="77904"/>
                  </a:cubicBezTo>
                  <a:cubicBezTo>
                    <a:pt x="53993" y="77883"/>
                    <a:pt x="53972" y="77848"/>
                    <a:pt x="53931" y="77848"/>
                  </a:cubicBezTo>
                  <a:cubicBezTo>
                    <a:pt x="53912" y="77848"/>
                    <a:pt x="53890" y="77855"/>
                    <a:pt x="53862" y="77874"/>
                  </a:cubicBezTo>
                  <a:lnTo>
                    <a:pt x="15381" y="88847"/>
                  </a:lnTo>
                  <a:lnTo>
                    <a:pt x="15381" y="88847"/>
                  </a:lnTo>
                  <a:lnTo>
                    <a:pt x="50822" y="66171"/>
                  </a:lnTo>
                  <a:close/>
                  <a:moveTo>
                    <a:pt x="72282" y="74378"/>
                  </a:moveTo>
                  <a:lnTo>
                    <a:pt x="88817" y="86141"/>
                  </a:lnTo>
                  <a:lnTo>
                    <a:pt x="71947" y="107114"/>
                  </a:lnTo>
                  <a:lnTo>
                    <a:pt x="44561" y="101886"/>
                  </a:lnTo>
                  <a:lnTo>
                    <a:pt x="72282" y="74378"/>
                  </a:lnTo>
                  <a:close/>
                  <a:moveTo>
                    <a:pt x="42646" y="101278"/>
                  </a:moveTo>
                  <a:lnTo>
                    <a:pt x="44287" y="101977"/>
                  </a:lnTo>
                  <a:lnTo>
                    <a:pt x="44409" y="101977"/>
                  </a:lnTo>
                  <a:cubicBezTo>
                    <a:pt x="44409" y="102038"/>
                    <a:pt x="44409" y="102069"/>
                    <a:pt x="44439" y="102099"/>
                  </a:cubicBezTo>
                  <a:lnTo>
                    <a:pt x="57388" y="118026"/>
                  </a:lnTo>
                  <a:lnTo>
                    <a:pt x="28785" y="129729"/>
                  </a:lnTo>
                  <a:lnTo>
                    <a:pt x="42646" y="101278"/>
                  </a:lnTo>
                  <a:close/>
                  <a:moveTo>
                    <a:pt x="88999" y="0"/>
                  </a:moveTo>
                  <a:cubicBezTo>
                    <a:pt x="88969" y="0"/>
                    <a:pt x="88938" y="31"/>
                    <a:pt x="88908" y="31"/>
                  </a:cubicBezTo>
                  <a:lnTo>
                    <a:pt x="68543" y="27660"/>
                  </a:lnTo>
                  <a:lnTo>
                    <a:pt x="73437" y="17295"/>
                  </a:lnTo>
                  <a:cubicBezTo>
                    <a:pt x="73467" y="17265"/>
                    <a:pt x="73437" y="17174"/>
                    <a:pt x="73406" y="17143"/>
                  </a:cubicBezTo>
                  <a:cubicBezTo>
                    <a:pt x="73364" y="17122"/>
                    <a:pt x="73322" y="17087"/>
                    <a:pt x="73290" y="17087"/>
                  </a:cubicBezTo>
                  <a:cubicBezTo>
                    <a:pt x="73276" y="17087"/>
                    <a:pt x="73264" y="17094"/>
                    <a:pt x="73254" y="17113"/>
                  </a:cubicBezTo>
                  <a:lnTo>
                    <a:pt x="50184" y="26019"/>
                  </a:lnTo>
                  <a:lnTo>
                    <a:pt x="50153" y="26019"/>
                  </a:lnTo>
                  <a:lnTo>
                    <a:pt x="37327" y="578"/>
                  </a:lnTo>
                  <a:cubicBezTo>
                    <a:pt x="37296" y="547"/>
                    <a:pt x="37296" y="487"/>
                    <a:pt x="37235" y="487"/>
                  </a:cubicBezTo>
                  <a:cubicBezTo>
                    <a:pt x="37175" y="487"/>
                    <a:pt x="37144" y="487"/>
                    <a:pt x="37114" y="547"/>
                  </a:cubicBezTo>
                  <a:lnTo>
                    <a:pt x="12068" y="21368"/>
                  </a:lnTo>
                  <a:lnTo>
                    <a:pt x="8846" y="7569"/>
                  </a:lnTo>
                  <a:cubicBezTo>
                    <a:pt x="8846" y="7478"/>
                    <a:pt x="8755" y="7447"/>
                    <a:pt x="8724" y="7447"/>
                  </a:cubicBezTo>
                  <a:cubicBezTo>
                    <a:pt x="8663" y="7447"/>
                    <a:pt x="8603" y="7478"/>
                    <a:pt x="8572" y="7569"/>
                  </a:cubicBezTo>
                  <a:lnTo>
                    <a:pt x="31" y="37934"/>
                  </a:lnTo>
                  <a:cubicBezTo>
                    <a:pt x="1" y="37995"/>
                    <a:pt x="61" y="38086"/>
                    <a:pt x="153" y="38116"/>
                  </a:cubicBezTo>
                  <a:cubicBezTo>
                    <a:pt x="164" y="38122"/>
                    <a:pt x="177" y="38125"/>
                    <a:pt x="190" y="38125"/>
                  </a:cubicBezTo>
                  <a:cubicBezTo>
                    <a:pt x="246" y="38125"/>
                    <a:pt x="310" y="38080"/>
                    <a:pt x="335" y="38056"/>
                  </a:cubicBezTo>
                  <a:lnTo>
                    <a:pt x="8724" y="8177"/>
                  </a:lnTo>
                  <a:lnTo>
                    <a:pt x="11885" y="21672"/>
                  </a:lnTo>
                  <a:cubicBezTo>
                    <a:pt x="11885" y="21703"/>
                    <a:pt x="11916" y="21733"/>
                    <a:pt x="11946" y="21733"/>
                  </a:cubicBezTo>
                  <a:cubicBezTo>
                    <a:pt x="11946" y="21763"/>
                    <a:pt x="11916" y="21763"/>
                    <a:pt x="11946" y="21824"/>
                  </a:cubicBezTo>
                  <a:lnTo>
                    <a:pt x="14043" y="54317"/>
                  </a:lnTo>
                  <a:cubicBezTo>
                    <a:pt x="14043" y="54378"/>
                    <a:pt x="14074" y="54408"/>
                    <a:pt x="14165" y="54408"/>
                  </a:cubicBezTo>
                  <a:cubicBezTo>
                    <a:pt x="14195" y="54408"/>
                    <a:pt x="14287" y="54408"/>
                    <a:pt x="14317" y="54378"/>
                  </a:cubicBezTo>
                  <a:lnTo>
                    <a:pt x="33831" y="26961"/>
                  </a:lnTo>
                  <a:lnTo>
                    <a:pt x="33953" y="27022"/>
                  </a:lnTo>
                  <a:lnTo>
                    <a:pt x="46810" y="43314"/>
                  </a:lnTo>
                  <a:lnTo>
                    <a:pt x="35351" y="52493"/>
                  </a:lnTo>
                  <a:lnTo>
                    <a:pt x="14317" y="54530"/>
                  </a:lnTo>
                  <a:cubicBezTo>
                    <a:pt x="14226" y="54530"/>
                    <a:pt x="14195" y="54621"/>
                    <a:pt x="14195" y="54682"/>
                  </a:cubicBezTo>
                  <a:lnTo>
                    <a:pt x="14986" y="88847"/>
                  </a:lnTo>
                  <a:cubicBezTo>
                    <a:pt x="14986" y="88877"/>
                    <a:pt x="15046" y="88968"/>
                    <a:pt x="15077" y="88968"/>
                  </a:cubicBezTo>
                  <a:lnTo>
                    <a:pt x="15138" y="88968"/>
                  </a:lnTo>
                  <a:lnTo>
                    <a:pt x="15138" y="89029"/>
                  </a:lnTo>
                  <a:cubicBezTo>
                    <a:pt x="15138" y="89120"/>
                    <a:pt x="15198" y="89150"/>
                    <a:pt x="15229" y="89181"/>
                  </a:cubicBezTo>
                  <a:lnTo>
                    <a:pt x="42403" y="101218"/>
                  </a:lnTo>
                  <a:lnTo>
                    <a:pt x="28360" y="130033"/>
                  </a:lnTo>
                  <a:cubicBezTo>
                    <a:pt x="28329" y="130063"/>
                    <a:pt x="28360" y="130154"/>
                    <a:pt x="28421" y="130185"/>
                  </a:cubicBezTo>
                  <a:cubicBezTo>
                    <a:pt x="28451" y="130215"/>
                    <a:pt x="28481" y="130215"/>
                    <a:pt x="28512" y="130215"/>
                  </a:cubicBezTo>
                  <a:lnTo>
                    <a:pt x="28573" y="130215"/>
                  </a:lnTo>
                  <a:lnTo>
                    <a:pt x="57661" y="118209"/>
                  </a:lnTo>
                  <a:cubicBezTo>
                    <a:pt x="57692" y="118178"/>
                    <a:pt x="57752" y="118178"/>
                    <a:pt x="57752" y="118087"/>
                  </a:cubicBezTo>
                  <a:cubicBezTo>
                    <a:pt x="57752" y="118057"/>
                    <a:pt x="57752" y="118026"/>
                    <a:pt x="57692" y="117996"/>
                  </a:cubicBezTo>
                  <a:lnTo>
                    <a:pt x="44865" y="102221"/>
                  </a:lnTo>
                  <a:lnTo>
                    <a:pt x="44865" y="102221"/>
                  </a:lnTo>
                  <a:lnTo>
                    <a:pt x="71947" y="107418"/>
                  </a:lnTo>
                  <a:cubicBezTo>
                    <a:pt x="71978" y="107418"/>
                    <a:pt x="72069" y="107418"/>
                    <a:pt x="72099" y="107388"/>
                  </a:cubicBezTo>
                  <a:lnTo>
                    <a:pt x="89060" y="86324"/>
                  </a:lnTo>
                  <a:lnTo>
                    <a:pt x="108057" y="99880"/>
                  </a:lnTo>
                  <a:cubicBezTo>
                    <a:pt x="108085" y="99907"/>
                    <a:pt x="108118" y="99922"/>
                    <a:pt x="108149" y="99922"/>
                  </a:cubicBezTo>
                  <a:cubicBezTo>
                    <a:pt x="108188" y="99922"/>
                    <a:pt x="108223" y="99900"/>
                    <a:pt x="108240" y="99850"/>
                  </a:cubicBezTo>
                  <a:lnTo>
                    <a:pt x="108544" y="99485"/>
                  </a:lnTo>
                  <a:lnTo>
                    <a:pt x="134532" y="85807"/>
                  </a:lnTo>
                  <a:cubicBezTo>
                    <a:pt x="134562" y="85807"/>
                    <a:pt x="134562" y="85746"/>
                    <a:pt x="134562" y="85746"/>
                  </a:cubicBezTo>
                  <a:lnTo>
                    <a:pt x="151371" y="57873"/>
                  </a:lnTo>
                  <a:cubicBezTo>
                    <a:pt x="151402" y="57843"/>
                    <a:pt x="151402" y="57752"/>
                    <a:pt x="151371" y="57721"/>
                  </a:cubicBezTo>
                  <a:cubicBezTo>
                    <a:pt x="151310" y="57691"/>
                    <a:pt x="151280" y="57630"/>
                    <a:pt x="151250" y="57630"/>
                  </a:cubicBezTo>
                  <a:lnTo>
                    <a:pt x="151156" y="57636"/>
                  </a:lnTo>
                  <a:lnTo>
                    <a:pt x="151156" y="57636"/>
                  </a:lnTo>
                  <a:cubicBezTo>
                    <a:pt x="151175" y="57619"/>
                    <a:pt x="151194" y="57594"/>
                    <a:pt x="151219" y="57569"/>
                  </a:cubicBezTo>
                  <a:cubicBezTo>
                    <a:pt x="151250" y="57539"/>
                    <a:pt x="151250" y="57448"/>
                    <a:pt x="151158" y="57387"/>
                  </a:cubicBezTo>
                  <a:lnTo>
                    <a:pt x="127085" y="35107"/>
                  </a:lnTo>
                  <a:lnTo>
                    <a:pt x="136964" y="27508"/>
                  </a:lnTo>
                  <a:lnTo>
                    <a:pt x="152739" y="36019"/>
                  </a:lnTo>
                  <a:cubicBezTo>
                    <a:pt x="152748" y="36028"/>
                    <a:pt x="152759" y="36032"/>
                    <a:pt x="152772" y="36032"/>
                  </a:cubicBezTo>
                  <a:cubicBezTo>
                    <a:pt x="152802" y="36032"/>
                    <a:pt x="152839" y="36010"/>
                    <a:pt x="152861" y="35989"/>
                  </a:cubicBezTo>
                  <a:lnTo>
                    <a:pt x="169578" y="17204"/>
                  </a:lnTo>
                  <a:lnTo>
                    <a:pt x="197360" y="34682"/>
                  </a:lnTo>
                  <a:cubicBezTo>
                    <a:pt x="197401" y="34709"/>
                    <a:pt x="197436" y="34724"/>
                    <a:pt x="197464" y="34724"/>
                  </a:cubicBezTo>
                  <a:cubicBezTo>
                    <a:pt x="197500" y="34724"/>
                    <a:pt x="197526" y="34701"/>
                    <a:pt x="197542" y="34651"/>
                  </a:cubicBezTo>
                  <a:cubicBezTo>
                    <a:pt x="197633" y="34590"/>
                    <a:pt x="197633" y="34499"/>
                    <a:pt x="197573" y="34469"/>
                  </a:cubicBezTo>
                  <a:lnTo>
                    <a:pt x="169700" y="16961"/>
                  </a:lnTo>
                  <a:cubicBezTo>
                    <a:pt x="169687" y="16948"/>
                    <a:pt x="169659" y="16941"/>
                    <a:pt x="169628" y="16941"/>
                  </a:cubicBezTo>
                  <a:cubicBezTo>
                    <a:pt x="169584" y="16941"/>
                    <a:pt x="169535" y="16956"/>
                    <a:pt x="169517" y="16991"/>
                  </a:cubicBezTo>
                  <a:lnTo>
                    <a:pt x="152800" y="35776"/>
                  </a:lnTo>
                  <a:lnTo>
                    <a:pt x="137024" y="27295"/>
                  </a:lnTo>
                  <a:cubicBezTo>
                    <a:pt x="137009" y="27280"/>
                    <a:pt x="136986" y="27273"/>
                    <a:pt x="136960" y="27273"/>
                  </a:cubicBezTo>
                  <a:cubicBezTo>
                    <a:pt x="136933" y="27273"/>
                    <a:pt x="136903" y="27280"/>
                    <a:pt x="136872" y="27295"/>
                  </a:cubicBezTo>
                  <a:lnTo>
                    <a:pt x="126903" y="34955"/>
                  </a:lnTo>
                  <a:lnTo>
                    <a:pt x="89121" y="31"/>
                  </a:lnTo>
                  <a:cubicBezTo>
                    <a:pt x="89090" y="0"/>
                    <a:pt x="89060" y="0"/>
                    <a:pt x="8899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4629;p27"/>
            <p:cNvSpPr/>
            <p:nvPr/>
          </p:nvSpPr>
          <p:spPr>
            <a:xfrm>
              <a:off x="6484000" y="1835075"/>
              <a:ext cx="39550" cy="28850"/>
            </a:xfrm>
            <a:custGeom>
              <a:avLst/>
              <a:gdLst/>
              <a:ahLst/>
              <a:cxnLst/>
              <a:rect l="l" t="t" r="r" b="b"/>
              <a:pathLst>
                <a:path w="1582" h="1154" extrusionOk="0">
                  <a:moveTo>
                    <a:pt x="791" y="0"/>
                  </a:moveTo>
                  <a:cubicBezTo>
                    <a:pt x="748" y="0"/>
                    <a:pt x="703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82" y="968"/>
                    <a:pt x="1413" y="0"/>
                    <a:pt x="79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27"/>
            <p:cNvSpPr/>
            <p:nvPr/>
          </p:nvSpPr>
          <p:spPr>
            <a:xfrm>
              <a:off x="6523575" y="2480975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05" y="1"/>
                  </a:moveTo>
                  <a:cubicBezTo>
                    <a:pt x="767" y="1"/>
                    <a:pt x="726" y="5"/>
                    <a:pt x="684" y="15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380" y="1"/>
                    <a:pt x="80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4631;p27"/>
            <p:cNvSpPr/>
            <p:nvPr/>
          </p:nvSpPr>
          <p:spPr>
            <a:xfrm>
              <a:off x="6810800" y="2252250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0"/>
                  </a:moveTo>
                  <a:cubicBezTo>
                    <a:pt x="743" y="0"/>
                    <a:pt x="699" y="5"/>
                    <a:pt x="654" y="15"/>
                  </a:cubicBezTo>
                  <a:cubicBezTo>
                    <a:pt x="0" y="157"/>
                    <a:pt x="144" y="1123"/>
                    <a:pt x="762" y="1123"/>
                  </a:cubicBezTo>
                  <a:cubicBezTo>
                    <a:pt x="805" y="1123"/>
                    <a:pt x="850" y="1119"/>
                    <a:pt x="897" y="1109"/>
                  </a:cubicBezTo>
                  <a:cubicBezTo>
                    <a:pt x="1523" y="967"/>
                    <a:pt x="1377" y="0"/>
                    <a:pt x="78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2" name="Google Shape;4632;p27"/>
            <p:cNvSpPr/>
            <p:nvPr/>
          </p:nvSpPr>
          <p:spPr>
            <a:xfrm>
              <a:off x="6885275" y="1823675"/>
              <a:ext cx="38875" cy="28850"/>
            </a:xfrm>
            <a:custGeom>
              <a:avLst/>
              <a:gdLst/>
              <a:ahLst/>
              <a:cxnLst/>
              <a:rect l="l" t="t" r="r" b="b"/>
              <a:pathLst>
                <a:path w="1555" h="1154" extrusionOk="0">
                  <a:moveTo>
                    <a:pt x="816" y="0"/>
                  </a:moveTo>
                  <a:cubicBezTo>
                    <a:pt x="774" y="0"/>
                    <a:pt x="730" y="5"/>
                    <a:pt x="684" y="15"/>
                  </a:cubicBezTo>
                  <a:cubicBezTo>
                    <a:pt x="1" y="157"/>
                    <a:pt x="171" y="1153"/>
                    <a:pt x="795" y="1153"/>
                  </a:cubicBezTo>
                  <a:cubicBezTo>
                    <a:pt x="837" y="1153"/>
                    <a:pt x="882" y="1149"/>
                    <a:pt x="927" y="1139"/>
                  </a:cubicBezTo>
                  <a:cubicBezTo>
                    <a:pt x="1554" y="997"/>
                    <a:pt x="1433" y="0"/>
                    <a:pt x="8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3" name="Google Shape;4633;p27"/>
            <p:cNvSpPr/>
            <p:nvPr/>
          </p:nvSpPr>
          <p:spPr>
            <a:xfrm>
              <a:off x="7271300" y="2249425"/>
              <a:ext cx="39225" cy="28625"/>
            </a:xfrm>
            <a:custGeom>
              <a:avLst/>
              <a:gdLst/>
              <a:ahLst/>
              <a:cxnLst/>
              <a:rect l="l" t="t" r="r" b="b"/>
              <a:pathLst>
                <a:path w="1569" h="1145" extrusionOk="0">
                  <a:moveTo>
                    <a:pt x="762" y="1"/>
                  </a:moveTo>
                  <a:cubicBezTo>
                    <a:pt x="737" y="1"/>
                    <a:pt x="711" y="2"/>
                    <a:pt x="684" y="6"/>
                  </a:cubicBezTo>
                  <a:cubicBezTo>
                    <a:pt x="1" y="148"/>
                    <a:pt x="145" y="1145"/>
                    <a:pt x="765" y="1145"/>
                  </a:cubicBezTo>
                  <a:cubicBezTo>
                    <a:pt x="807" y="1145"/>
                    <a:pt x="851" y="1140"/>
                    <a:pt x="897" y="1131"/>
                  </a:cubicBezTo>
                  <a:cubicBezTo>
                    <a:pt x="1568" y="1014"/>
                    <a:pt x="1371" y="1"/>
                    <a:pt x="762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4" name="Google Shape;4634;p27"/>
            <p:cNvSpPr/>
            <p:nvPr/>
          </p:nvSpPr>
          <p:spPr>
            <a:xfrm>
              <a:off x="7332900" y="18951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7" y="0"/>
                    <a:pt x="726" y="5"/>
                    <a:pt x="682" y="15"/>
                  </a:cubicBezTo>
                  <a:cubicBezTo>
                    <a:pt x="0" y="157"/>
                    <a:pt x="169" y="1123"/>
                    <a:pt x="765" y="1123"/>
                  </a:cubicBezTo>
                  <a:cubicBezTo>
                    <a:pt x="807" y="1123"/>
                    <a:pt x="850" y="1119"/>
                    <a:pt x="895" y="1109"/>
                  </a:cubicBezTo>
                  <a:cubicBezTo>
                    <a:pt x="1549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5" name="Google Shape;4635;p27"/>
            <p:cNvSpPr/>
            <p:nvPr/>
          </p:nvSpPr>
          <p:spPr>
            <a:xfrm>
              <a:off x="6905775" y="2817725"/>
              <a:ext cx="38300" cy="27975"/>
            </a:xfrm>
            <a:custGeom>
              <a:avLst/>
              <a:gdLst/>
              <a:ahLst/>
              <a:cxnLst/>
              <a:rect l="l" t="t" r="r" b="b"/>
              <a:pathLst>
                <a:path w="1532" h="1119" extrusionOk="0">
                  <a:moveTo>
                    <a:pt x="761" y="1"/>
                  </a:moveTo>
                  <a:cubicBezTo>
                    <a:pt x="727" y="1"/>
                    <a:pt x="691" y="4"/>
                    <a:pt x="655" y="10"/>
                  </a:cubicBezTo>
                  <a:cubicBezTo>
                    <a:pt x="1" y="152"/>
                    <a:pt x="145" y="1119"/>
                    <a:pt x="763" y="1119"/>
                  </a:cubicBezTo>
                  <a:cubicBezTo>
                    <a:pt x="806" y="1119"/>
                    <a:pt x="851" y="1114"/>
                    <a:pt x="898" y="1104"/>
                  </a:cubicBezTo>
                  <a:cubicBezTo>
                    <a:pt x="1531" y="989"/>
                    <a:pt x="1374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6" name="Google Shape;4636;p27"/>
            <p:cNvSpPr/>
            <p:nvPr/>
          </p:nvSpPr>
          <p:spPr>
            <a:xfrm>
              <a:off x="7440025" y="3019100"/>
              <a:ext cx="39000" cy="27975"/>
            </a:xfrm>
            <a:custGeom>
              <a:avLst/>
              <a:gdLst/>
              <a:ahLst/>
              <a:cxnLst/>
              <a:rect l="l" t="t" r="r" b="b"/>
              <a:pathLst>
                <a:path w="1560" h="1119" extrusionOk="0">
                  <a:moveTo>
                    <a:pt x="789" y="0"/>
                  </a:moveTo>
                  <a:cubicBezTo>
                    <a:pt x="755" y="0"/>
                    <a:pt x="720" y="3"/>
                    <a:pt x="683" y="10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60" y="989"/>
                    <a:pt x="1402" y="0"/>
                    <a:pt x="78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7" name="Google Shape;4637;p27"/>
            <p:cNvSpPr/>
            <p:nvPr/>
          </p:nvSpPr>
          <p:spPr>
            <a:xfrm>
              <a:off x="7741650" y="2297825"/>
              <a:ext cx="39525" cy="28125"/>
            </a:xfrm>
            <a:custGeom>
              <a:avLst/>
              <a:gdLst/>
              <a:ahLst/>
              <a:cxnLst/>
              <a:rect l="l" t="t" r="r" b="b"/>
              <a:pathLst>
                <a:path w="1581" h="1125" extrusionOk="0">
                  <a:moveTo>
                    <a:pt x="790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80" y="967"/>
                    <a:pt x="1412" y="1"/>
                    <a:pt x="79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8" name="Google Shape;4638;p27"/>
            <p:cNvSpPr/>
            <p:nvPr/>
          </p:nvSpPr>
          <p:spPr>
            <a:xfrm>
              <a:off x="6743175" y="3715800"/>
              <a:ext cx="39525" cy="28850"/>
            </a:xfrm>
            <a:custGeom>
              <a:avLst/>
              <a:gdLst/>
              <a:ahLst/>
              <a:cxnLst/>
              <a:rect l="l" t="t" r="r" b="b"/>
              <a:pathLst>
                <a:path w="1581" h="1154" extrusionOk="0">
                  <a:moveTo>
                    <a:pt x="811" y="0"/>
                  </a:moveTo>
                  <a:cubicBezTo>
                    <a:pt x="771" y="0"/>
                    <a:pt x="728" y="5"/>
                    <a:pt x="684" y="15"/>
                  </a:cubicBezTo>
                  <a:cubicBezTo>
                    <a:pt x="1" y="157"/>
                    <a:pt x="145" y="1153"/>
                    <a:pt x="765" y="1153"/>
                  </a:cubicBezTo>
                  <a:cubicBezTo>
                    <a:pt x="807" y="1153"/>
                    <a:pt x="851" y="1149"/>
                    <a:pt x="897" y="1139"/>
                  </a:cubicBezTo>
                  <a:cubicBezTo>
                    <a:pt x="1581" y="997"/>
                    <a:pt x="1410" y="0"/>
                    <a:pt x="81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9" name="Google Shape;4639;p27"/>
            <p:cNvSpPr/>
            <p:nvPr/>
          </p:nvSpPr>
          <p:spPr>
            <a:xfrm>
              <a:off x="6987900" y="3110275"/>
              <a:ext cx="38975" cy="27975"/>
            </a:xfrm>
            <a:custGeom>
              <a:avLst/>
              <a:gdLst/>
              <a:ahLst/>
              <a:cxnLst/>
              <a:rect l="l" t="t" r="r" b="b"/>
              <a:pathLst>
                <a:path w="1559" h="1119" extrusionOk="0">
                  <a:moveTo>
                    <a:pt x="791" y="1"/>
                  </a:moveTo>
                  <a:cubicBezTo>
                    <a:pt x="757" y="1"/>
                    <a:pt x="720" y="4"/>
                    <a:pt x="683" y="10"/>
                  </a:cubicBezTo>
                  <a:cubicBezTo>
                    <a:pt x="0" y="152"/>
                    <a:pt x="169" y="1119"/>
                    <a:pt x="791" y="1119"/>
                  </a:cubicBezTo>
                  <a:cubicBezTo>
                    <a:pt x="834" y="1119"/>
                    <a:pt x="879" y="1114"/>
                    <a:pt x="926" y="1104"/>
                  </a:cubicBezTo>
                  <a:cubicBezTo>
                    <a:pt x="1559" y="961"/>
                    <a:pt x="1402" y="1"/>
                    <a:pt x="79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0" name="Google Shape;4640;p27"/>
            <p:cNvSpPr/>
            <p:nvPr/>
          </p:nvSpPr>
          <p:spPr>
            <a:xfrm>
              <a:off x="7436225" y="3851800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8" y="1"/>
                  </a:moveTo>
                  <a:cubicBezTo>
                    <a:pt x="775" y="1"/>
                    <a:pt x="730" y="5"/>
                    <a:pt x="683" y="15"/>
                  </a:cubicBezTo>
                  <a:cubicBezTo>
                    <a:pt x="1" y="157"/>
                    <a:pt x="170" y="1124"/>
                    <a:pt x="791" y="1124"/>
                  </a:cubicBezTo>
                  <a:cubicBezTo>
                    <a:pt x="834" y="1124"/>
                    <a:pt x="879" y="1119"/>
                    <a:pt x="926" y="1110"/>
                  </a:cubicBezTo>
                  <a:cubicBezTo>
                    <a:pt x="1552" y="967"/>
                    <a:pt x="1433" y="1"/>
                    <a:pt x="8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1" name="Google Shape;4641;p27"/>
            <p:cNvSpPr/>
            <p:nvPr/>
          </p:nvSpPr>
          <p:spPr>
            <a:xfrm>
              <a:off x="8097525" y="3024500"/>
              <a:ext cx="39000" cy="28025"/>
            </a:xfrm>
            <a:custGeom>
              <a:avLst/>
              <a:gdLst/>
              <a:ahLst/>
              <a:cxnLst/>
              <a:rect l="l" t="t" r="r" b="b"/>
              <a:pathLst>
                <a:path w="1560" h="1121" extrusionOk="0">
                  <a:moveTo>
                    <a:pt x="761" y="1"/>
                  </a:moveTo>
                  <a:cubicBezTo>
                    <a:pt x="734" y="1"/>
                    <a:pt x="705" y="3"/>
                    <a:pt x="675" y="7"/>
                  </a:cubicBezTo>
                  <a:cubicBezTo>
                    <a:pt x="0" y="147"/>
                    <a:pt x="158" y="1121"/>
                    <a:pt x="764" y="1121"/>
                  </a:cubicBezTo>
                  <a:cubicBezTo>
                    <a:pt x="812" y="1121"/>
                    <a:pt x="864" y="1114"/>
                    <a:pt x="919" y="1101"/>
                  </a:cubicBezTo>
                  <a:cubicBezTo>
                    <a:pt x="1559" y="955"/>
                    <a:pt x="1391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2" name="Google Shape;4642;p27"/>
            <p:cNvSpPr/>
            <p:nvPr/>
          </p:nvSpPr>
          <p:spPr>
            <a:xfrm>
              <a:off x="7955975" y="2701350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15" y="0"/>
                  </a:moveTo>
                  <a:cubicBezTo>
                    <a:pt x="774" y="0"/>
                    <a:pt x="730" y="5"/>
                    <a:pt x="684" y="14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433" y="0"/>
                    <a:pt x="81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3" name="Google Shape;4643;p27"/>
            <p:cNvSpPr/>
            <p:nvPr/>
          </p:nvSpPr>
          <p:spPr>
            <a:xfrm>
              <a:off x="8338975" y="3661075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3" y="1"/>
                  </a:moveTo>
                  <a:cubicBezTo>
                    <a:pt x="772" y="1"/>
                    <a:pt x="728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78" y="967"/>
                    <a:pt x="1410" y="1"/>
                    <a:pt x="81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4" name="Google Shape;4644;p27"/>
            <p:cNvSpPr/>
            <p:nvPr/>
          </p:nvSpPr>
          <p:spPr>
            <a:xfrm>
              <a:off x="8990225" y="3306975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7" y="0"/>
                  </a:moveTo>
                  <a:cubicBezTo>
                    <a:pt x="774" y="0"/>
                    <a:pt x="730" y="5"/>
                    <a:pt x="682" y="15"/>
                  </a:cubicBezTo>
                  <a:cubicBezTo>
                    <a:pt x="0" y="157"/>
                    <a:pt x="169" y="1123"/>
                    <a:pt x="790" y="1123"/>
                  </a:cubicBezTo>
                  <a:cubicBezTo>
                    <a:pt x="833" y="1123"/>
                    <a:pt x="878" y="1119"/>
                    <a:pt x="926" y="1109"/>
                  </a:cubicBezTo>
                  <a:cubicBezTo>
                    <a:pt x="1551" y="967"/>
                    <a:pt x="1432" y="0"/>
                    <a:pt x="8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5" name="Google Shape;4645;p27"/>
            <p:cNvSpPr/>
            <p:nvPr/>
          </p:nvSpPr>
          <p:spPr>
            <a:xfrm>
              <a:off x="8710700" y="3191475"/>
              <a:ext cx="39375" cy="28225"/>
            </a:xfrm>
            <a:custGeom>
              <a:avLst/>
              <a:gdLst/>
              <a:ahLst/>
              <a:cxnLst/>
              <a:rect l="l" t="t" r="r" b="b"/>
              <a:pathLst>
                <a:path w="1575" h="1129" extrusionOk="0">
                  <a:moveTo>
                    <a:pt x="780" y="0"/>
                  </a:moveTo>
                  <a:cubicBezTo>
                    <a:pt x="738" y="0"/>
                    <a:pt x="693" y="5"/>
                    <a:pt x="647" y="15"/>
                  </a:cubicBezTo>
                  <a:cubicBezTo>
                    <a:pt x="0" y="155"/>
                    <a:pt x="134" y="1129"/>
                    <a:pt x="736" y="1129"/>
                  </a:cubicBezTo>
                  <a:cubicBezTo>
                    <a:pt x="785" y="1129"/>
                    <a:pt x="836" y="1122"/>
                    <a:pt x="891" y="1109"/>
                  </a:cubicBezTo>
                  <a:cubicBezTo>
                    <a:pt x="1574" y="995"/>
                    <a:pt x="1404" y="0"/>
                    <a:pt x="78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4646;p27"/>
            <p:cNvSpPr/>
            <p:nvPr/>
          </p:nvSpPr>
          <p:spPr>
            <a:xfrm>
              <a:off x="9411200" y="260862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7" y="1"/>
                    <a:pt x="726" y="5"/>
                    <a:pt x="683" y="15"/>
                  </a:cubicBezTo>
                  <a:cubicBezTo>
                    <a:pt x="0" y="157"/>
                    <a:pt x="169" y="1124"/>
                    <a:pt x="766" y="1124"/>
                  </a:cubicBezTo>
                  <a:cubicBezTo>
                    <a:pt x="807" y="1124"/>
                    <a:pt x="850" y="1119"/>
                    <a:pt x="895" y="1109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4647;p27"/>
            <p:cNvSpPr/>
            <p:nvPr/>
          </p:nvSpPr>
          <p:spPr>
            <a:xfrm>
              <a:off x="7468900" y="16017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8" y="1"/>
                    <a:pt x="726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50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4648;p27"/>
            <p:cNvSpPr/>
            <p:nvPr/>
          </p:nvSpPr>
          <p:spPr>
            <a:xfrm>
              <a:off x="7863250" y="1175475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1"/>
                  </a:moveTo>
                  <a:cubicBezTo>
                    <a:pt x="743" y="1"/>
                    <a:pt x="699" y="5"/>
                    <a:pt x="654" y="15"/>
                  </a:cubicBezTo>
                  <a:cubicBezTo>
                    <a:pt x="0" y="157"/>
                    <a:pt x="144" y="1124"/>
                    <a:pt x="762" y="1124"/>
                  </a:cubicBezTo>
                  <a:cubicBezTo>
                    <a:pt x="805" y="1124"/>
                    <a:pt x="850" y="1119"/>
                    <a:pt x="897" y="1109"/>
                  </a:cubicBezTo>
                  <a:cubicBezTo>
                    <a:pt x="1523" y="967"/>
                    <a:pt x="1377" y="1"/>
                    <a:pt x="78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4649;p27"/>
            <p:cNvSpPr/>
            <p:nvPr/>
          </p:nvSpPr>
          <p:spPr>
            <a:xfrm>
              <a:off x="6566150" y="1183975"/>
              <a:ext cx="39725" cy="27975"/>
            </a:xfrm>
            <a:custGeom>
              <a:avLst/>
              <a:gdLst/>
              <a:ahLst/>
              <a:cxnLst/>
              <a:rect l="l" t="t" r="r" b="b"/>
              <a:pathLst>
                <a:path w="1589" h="1119" extrusionOk="0">
                  <a:moveTo>
                    <a:pt x="794" y="0"/>
                  </a:moveTo>
                  <a:cubicBezTo>
                    <a:pt x="758" y="0"/>
                    <a:pt x="721" y="3"/>
                    <a:pt x="683" y="9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89" y="988"/>
                    <a:pt x="1432" y="0"/>
                    <a:pt x="79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4650;p27"/>
            <p:cNvSpPr/>
            <p:nvPr/>
          </p:nvSpPr>
          <p:spPr>
            <a:xfrm>
              <a:off x="7077575" y="4120800"/>
              <a:ext cx="38750" cy="28125"/>
            </a:xfrm>
            <a:custGeom>
              <a:avLst/>
              <a:gdLst/>
              <a:ahLst/>
              <a:cxnLst/>
              <a:rect l="l" t="t" r="r" b="b"/>
              <a:pathLst>
                <a:path w="1550" h="1125" extrusionOk="0">
                  <a:moveTo>
                    <a:pt x="807" y="1"/>
                  </a:moveTo>
                  <a:cubicBezTo>
                    <a:pt x="767" y="1"/>
                    <a:pt x="726" y="6"/>
                    <a:pt x="682" y="15"/>
                  </a:cubicBezTo>
                  <a:cubicBezTo>
                    <a:pt x="0" y="158"/>
                    <a:pt x="142" y="1124"/>
                    <a:pt x="760" y="1124"/>
                  </a:cubicBezTo>
                  <a:cubicBezTo>
                    <a:pt x="803" y="1124"/>
                    <a:pt x="848" y="1119"/>
                    <a:pt x="895" y="1110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4651;p27"/>
            <p:cNvSpPr/>
            <p:nvPr/>
          </p:nvSpPr>
          <p:spPr>
            <a:xfrm>
              <a:off x="6351025" y="4418700"/>
              <a:ext cx="38850" cy="28850"/>
            </a:xfrm>
            <a:custGeom>
              <a:avLst/>
              <a:gdLst/>
              <a:ahLst/>
              <a:cxnLst/>
              <a:rect l="l" t="t" r="r" b="b"/>
              <a:pathLst>
                <a:path w="1554" h="1154" extrusionOk="0">
                  <a:moveTo>
                    <a:pt x="787" y="0"/>
                  </a:moveTo>
                  <a:cubicBezTo>
                    <a:pt x="746" y="0"/>
                    <a:pt x="702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54" y="997"/>
                    <a:pt x="1408" y="0"/>
                    <a:pt x="7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27"/>
            <p:cNvSpPr/>
            <p:nvPr/>
          </p:nvSpPr>
          <p:spPr>
            <a:xfrm>
              <a:off x="6017475" y="3389250"/>
              <a:ext cx="39200" cy="28650"/>
            </a:xfrm>
            <a:custGeom>
              <a:avLst/>
              <a:gdLst/>
              <a:ahLst/>
              <a:cxnLst/>
              <a:rect l="l" t="t" r="r" b="b"/>
              <a:pathLst>
                <a:path w="1568" h="1146" extrusionOk="0">
                  <a:moveTo>
                    <a:pt x="764" y="1"/>
                  </a:moveTo>
                  <a:cubicBezTo>
                    <a:pt x="739" y="1"/>
                    <a:pt x="712" y="3"/>
                    <a:pt x="684" y="6"/>
                  </a:cubicBezTo>
                  <a:cubicBezTo>
                    <a:pt x="1" y="149"/>
                    <a:pt x="145" y="1145"/>
                    <a:pt x="766" y="1145"/>
                  </a:cubicBezTo>
                  <a:cubicBezTo>
                    <a:pt x="807" y="1145"/>
                    <a:pt x="851" y="1141"/>
                    <a:pt x="897" y="1131"/>
                  </a:cubicBezTo>
                  <a:cubicBezTo>
                    <a:pt x="1568" y="985"/>
                    <a:pt x="1371" y="1"/>
                    <a:pt x="7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27"/>
            <p:cNvSpPr/>
            <p:nvPr/>
          </p:nvSpPr>
          <p:spPr>
            <a:xfrm>
              <a:off x="5996250" y="2531875"/>
              <a:ext cx="38775" cy="28100"/>
            </a:xfrm>
            <a:custGeom>
              <a:avLst/>
              <a:gdLst/>
              <a:ahLst/>
              <a:cxnLst/>
              <a:rect l="l" t="t" r="r" b="b"/>
              <a:pathLst>
                <a:path w="1551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90" y="1124"/>
                  </a:cubicBezTo>
                  <a:cubicBezTo>
                    <a:pt x="833" y="1124"/>
                    <a:pt x="878" y="1119"/>
                    <a:pt x="926" y="1109"/>
                  </a:cubicBezTo>
                  <a:cubicBezTo>
                    <a:pt x="1551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27"/>
            <p:cNvSpPr/>
            <p:nvPr/>
          </p:nvSpPr>
          <p:spPr>
            <a:xfrm>
              <a:off x="5640550" y="2115450"/>
              <a:ext cx="38100" cy="28125"/>
            </a:xfrm>
            <a:custGeom>
              <a:avLst/>
              <a:gdLst/>
              <a:ahLst/>
              <a:cxnLst/>
              <a:rect l="l" t="t" r="r" b="b"/>
              <a:pathLst>
                <a:path w="1524" h="1125" extrusionOk="0">
                  <a:moveTo>
                    <a:pt x="789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23" y="968"/>
                    <a:pt x="1404" y="1"/>
                    <a:pt x="78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27"/>
            <p:cNvSpPr/>
            <p:nvPr/>
          </p:nvSpPr>
          <p:spPr>
            <a:xfrm>
              <a:off x="5938475" y="1706775"/>
              <a:ext cx="38975" cy="28725"/>
            </a:xfrm>
            <a:custGeom>
              <a:avLst/>
              <a:gdLst/>
              <a:ahLst/>
              <a:cxnLst/>
              <a:rect l="l" t="t" r="r" b="b"/>
              <a:pathLst>
                <a:path w="1559" h="1149" extrusionOk="0">
                  <a:moveTo>
                    <a:pt x="785" y="0"/>
                  </a:moveTo>
                  <a:cubicBezTo>
                    <a:pt x="752" y="0"/>
                    <a:pt x="718" y="3"/>
                    <a:pt x="683" y="10"/>
                  </a:cubicBezTo>
                  <a:cubicBezTo>
                    <a:pt x="1" y="180"/>
                    <a:pt x="170" y="1149"/>
                    <a:pt x="766" y="1149"/>
                  </a:cubicBezTo>
                  <a:cubicBezTo>
                    <a:pt x="808" y="1149"/>
                    <a:pt x="851" y="1144"/>
                    <a:pt x="896" y="1134"/>
                  </a:cubicBezTo>
                  <a:cubicBezTo>
                    <a:pt x="1558" y="990"/>
                    <a:pt x="1375" y="0"/>
                    <a:pt x="78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27"/>
            <p:cNvSpPr/>
            <p:nvPr/>
          </p:nvSpPr>
          <p:spPr>
            <a:xfrm>
              <a:off x="5854900" y="1355700"/>
              <a:ext cx="38925" cy="27975"/>
            </a:xfrm>
            <a:custGeom>
              <a:avLst/>
              <a:gdLst/>
              <a:ahLst/>
              <a:cxnLst/>
              <a:rect l="l" t="t" r="r" b="b"/>
              <a:pathLst>
                <a:path w="1557" h="1119" extrusionOk="0">
                  <a:moveTo>
                    <a:pt x="796" y="0"/>
                  </a:moveTo>
                  <a:cubicBezTo>
                    <a:pt x="760" y="0"/>
                    <a:pt x="722" y="3"/>
                    <a:pt x="683" y="10"/>
                  </a:cubicBezTo>
                  <a:cubicBezTo>
                    <a:pt x="0" y="152"/>
                    <a:pt x="169" y="1119"/>
                    <a:pt x="766" y="1119"/>
                  </a:cubicBezTo>
                  <a:cubicBezTo>
                    <a:pt x="807" y="1119"/>
                    <a:pt x="850" y="1114"/>
                    <a:pt x="896" y="1104"/>
                  </a:cubicBezTo>
                  <a:cubicBezTo>
                    <a:pt x="1557" y="960"/>
                    <a:pt x="1429" y="0"/>
                    <a:pt x="79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27"/>
            <p:cNvSpPr/>
            <p:nvPr/>
          </p:nvSpPr>
          <p:spPr>
            <a:xfrm>
              <a:off x="9060075" y="1848750"/>
              <a:ext cx="39500" cy="28100"/>
            </a:xfrm>
            <a:custGeom>
              <a:avLst/>
              <a:gdLst/>
              <a:ahLst/>
              <a:cxnLst/>
              <a:rect l="l" t="t" r="r" b="b"/>
              <a:pathLst>
                <a:path w="1580" h="1124" extrusionOk="0">
                  <a:moveTo>
                    <a:pt x="790" y="0"/>
                  </a:moveTo>
                  <a:cubicBezTo>
                    <a:pt x="747" y="0"/>
                    <a:pt x="702" y="5"/>
                    <a:pt x="654" y="15"/>
                  </a:cubicBezTo>
                  <a:cubicBezTo>
                    <a:pt x="1" y="157"/>
                    <a:pt x="144" y="1123"/>
                    <a:pt x="763" y="1123"/>
                  </a:cubicBezTo>
                  <a:cubicBezTo>
                    <a:pt x="805" y="1123"/>
                    <a:pt x="850" y="1119"/>
                    <a:pt x="898" y="1109"/>
                  </a:cubicBezTo>
                  <a:cubicBezTo>
                    <a:pt x="1580" y="967"/>
                    <a:pt x="1411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27"/>
            <p:cNvSpPr/>
            <p:nvPr/>
          </p:nvSpPr>
          <p:spPr>
            <a:xfrm>
              <a:off x="9456800" y="20653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65" y="1124"/>
                  </a:cubicBezTo>
                  <a:cubicBezTo>
                    <a:pt x="807" y="1124"/>
                    <a:pt x="850" y="1119"/>
                    <a:pt x="895" y="1110"/>
                  </a:cubicBezTo>
                  <a:cubicBezTo>
                    <a:pt x="1549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27"/>
            <p:cNvSpPr/>
            <p:nvPr/>
          </p:nvSpPr>
          <p:spPr>
            <a:xfrm>
              <a:off x="9878525" y="1594950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8" y="0"/>
                  </a:moveTo>
                  <a:cubicBezTo>
                    <a:pt x="775" y="0"/>
                    <a:pt x="730" y="5"/>
                    <a:pt x="683" y="14"/>
                  </a:cubicBezTo>
                  <a:cubicBezTo>
                    <a:pt x="1" y="157"/>
                    <a:pt x="169" y="1123"/>
                    <a:pt x="766" y="1123"/>
                  </a:cubicBezTo>
                  <a:cubicBezTo>
                    <a:pt x="807" y="1123"/>
                    <a:pt x="851" y="1119"/>
                    <a:pt x="896" y="1109"/>
                  </a:cubicBezTo>
                  <a:cubicBezTo>
                    <a:pt x="1578" y="967"/>
                    <a:pt x="1436" y="0"/>
                    <a:pt x="8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4660;p27"/>
            <p:cNvSpPr/>
            <p:nvPr/>
          </p:nvSpPr>
          <p:spPr>
            <a:xfrm>
              <a:off x="10573825" y="20318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8" y="0"/>
                    <a:pt x="726" y="5"/>
                    <a:pt x="683" y="15"/>
                  </a:cubicBezTo>
                  <a:cubicBezTo>
                    <a:pt x="1" y="157"/>
                    <a:pt x="169" y="1124"/>
                    <a:pt x="766" y="1124"/>
                  </a:cubicBezTo>
                  <a:cubicBezTo>
                    <a:pt x="807" y="1124"/>
                    <a:pt x="851" y="1119"/>
                    <a:pt x="896" y="1109"/>
                  </a:cubicBezTo>
                  <a:cubicBezTo>
                    <a:pt x="1550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udiowide"/>
              <a:buNone/>
              <a:defRPr sz="36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el"/>
              <a:buChar char="●"/>
              <a:defRPr sz="18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●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●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4" r:id="rId5"/>
    <p:sldLayoutId id="2147483658" r:id="rId6"/>
    <p:sldLayoutId id="2147483659" r:id="rId7"/>
    <p:sldLayoutId id="2147483663" r:id="rId8"/>
    <p:sldLayoutId id="2147483664" r:id="rId9"/>
    <p:sldLayoutId id="2147483668" r:id="rId10"/>
    <p:sldLayoutId id="2147483669" r:id="rId11"/>
    <p:sldLayoutId id="2147483672" r:id="rId12"/>
    <p:sldLayoutId id="2147483673" r:id="rId1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1" name="Google Shape;4671;p31"/>
          <p:cNvSpPr txBox="1">
            <a:spLocks noGrp="1"/>
          </p:cNvSpPr>
          <p:nvPr>
            <p:ph type="ctrTitle"/>
          </p:nvPr>
        </p:nvSpPr>
        <p:spPr>
          <a:xfrm>
            <a:off x="1747950" y="1750740"/>
            <a:ext cx="5648100" cy="241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800" dirty="0"/>
              <a:t>Extensions to MapReduce</a:t>
            </a:r>
            <a:br>
              <a:rPr lang="fr-FR" sz="4800" dirty="0"/>
            </a:br>
            <a:r>
              <a:rPr lang="fr-FR" sz="1600" dirty="0">
                <a:solidFill>
                  <a:srgbClr val="F9F9F9"/>
                </a:solidFill>
              </a:rPr>
              <a:t>c</a:t>
            </a:r>
            <a:br>
              <a:rPr lang="fr-FR" sz="4800" dirty="0"/>
            </a:br>
            <a:r>
              <a:rPr lang="de" sz="3000" dirty="0"/>
              <a:t>The evolution</a:t>
            </a:r>
            <a:endParaRPr sz="3000" dirty="0"/>
          </a:p>
        </p:txBody>
      </p:sp>
      <p:sp>
        <p:nvSpPr>
          <p:cNvPr id="4672" name="Google Shape;4672;p31"/>
          <p:cNvSpPr txBox="1">
            <a:spLocks noGrp="1"/>
          </p:cNvSpPr>
          <p:nvPr>
            <p:ph type="subTitle" idx="1"/>
          </p:nvPr>
        </p:nvSpPr>
        <p:spPr>
          <a:xfrm>
            <a:off x="2506850" y="4216604"/>
            <a:ext cx="4260000" cy="3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MapReduce and the New Software Stack</a:t>
            </a:r>
            <a:endParaRPr dirty="0"/>
          </a:p>
        </p:txBody>
      </p:sp>
      <p:cxnSp>
        <p:nvCxnSpPr>
          <p:cNvPr id="4673" name="Google Shape;4673;p31"/>
          <p:cNvCxnSpPr/>
          <p:nvPr/>
        </p:nvCxnSpPr>
        <p:spPr>
          <a:xfrm>
            <a:off x="2082600" y="4124475"/>
            <a:ext cx="4978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8" name="Google Shape;4688;p33"/>
          <p:cNvSpPr txBox="1">
            <a:spLocks noGrp="1"/>
          </p:cNvSpPr>
          <p:nvPr>
            <p:ph type="subTitle" idx="1"/>
          </p:nvPr>
        </p:nvSpPr>
        <p:spPr>
          <a:xfrm>
            <a:off x="1278450" y="1536375"/>
            <a:ext cx="32856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Introduction</a:t>
            </a:r>
            <a:endParaRPr dirty="0"/>
          </a:p>
        </p:txBody>
      </p:sp>
      <p:sp>
        <p:nvSpPr>
          <p:cNvPr id="4689" name="Google Shape;4689;p33"/>
          <p:cNvSpPr txBox="1">
            <a:spLocks noGrp="1"/>
          </p:cNvSpPr>
          <p:nvPr>
            <p:ph type="title" idx="15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TABLE OF CONTENTS</a:t>
            </a:r>
          </a:p>
        </p:txBody>
      </p:sp>
      <p:sp>
        <p:nvSpPr>
          <p:cNvPr id="4690" name="Google Shape;4690;p33"/>
          <p:cNvSpPr txBox="1">
            <a:spLocks noGrp="1"/>
          </p:cNvSpPr>
          <p:nvPr>
            <p:ph type="subTitle" idx="2"/>
          </p:nvPr>
        </p:nvSpPr>
        <p:spPr>
          <a:xfrm>
            <a:off x="1278449" y="2043613"/>
            <a:ext cx="2258700" cy="5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The limits of the MapReduce</a:t>
            </a:r>
            <a:endParaRPr dirty="0"/>
          </a:p>
        </p:txBody>
      </p:sp>
      <p:sp>
        <p:nvSpPr>
          <p:cNvPr id="4691" name="Google Shape;4691;p33"/>
          <p:cNvSpPr txBox="1">
            <a:spLocks noGrp="1"/>
          </p:cNvSpPr>
          <p:nvPr>
            <p:ph type="title"/>
          </p:nvPr>
        </p:nvSpPr>
        <p:spPr>
          <a:xfrm>
            <a:off x="717994" y="1536363"/>
            <a:ext cx="5577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1</a:t>
            </a:r>
            <a:endParaRPr/>
          </a:p>
        </p:txBody>
      </p:sp>
      <p:sp>
        <p:nvSpPr>
          <p:cNvPr id="4692" name="Google Shape;4692;p33"/>
          <p:cNvSpPr txBox="1">
            <a:spLocks noGrp="1"/>
          </p:cNvSpPr>
          <p:nvPr>
            <p:ph type="title" idx="3"/>
          </p:nvPr>
        </p:nvSpPr>
        <p:spPr>
          <a:xfrm>
            <a:off x="4592704" y="1536363"/>
            <a:ext cx="5577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2</a:t>
            </a:r>
            <a:endParaRPr/>
          </a:p>
        </p:txBody>
      </p:sp>
      <p:sp>
        <p:nvSpPr>
          <p:cNvPr id="4693" name="Google Shape;4693;p33"/>
          <p:cNvSpPr txBox="1">
            <a:spLocks noGrp="1"/>
          </p:cNvSpPr>
          <p:nvPr>
            <p:ph type="subTitle" idx="4"/>
          </p:nvPr>
        </p:nvSpPr>
        <p:spPr>
          <a:xfrm>
            <a:off x="5147526" y="1536375"/>
            <a:ext cx="32856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Workflow </a:t>
            </a:r>
            <a:r>
              <a:rPr lang="en-US" dirty="0"/>
              <a:t>Systems</a:t>
            </a:r>
          </a:p>
        </p:txBody>
      </p:sp>
      <p:sp>
        <p:nvSpPr>
          <p:cNvPr id="4694" name="Google Shape;4694;p33"/>
          <p:cNvSpPr txBox="1">
            <a:spLocks noGrp="1"/>
          </p:cNvSpPr>
          <p:nvPr>
            <p:ph type="subTitle" idx="5"/>
          </p:nvPr>
        </p:nvSpPr>
        <p:spPr>
          <a:xfrm>
            <a:off x="5147519" y="2043613"/>
            <a:ext cx="2258700" cy="5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A flexible </a:t>
            </a:r>
            <a:r>
              <a:rPr lang="en-US" b="1" dirty="0"/>
              <a:t>Directed</a:t>
            </a:r>
            <a:r>
              <a:rPr lang="fr-FR" b="1" dirty="0"/>
              <a:t> </a:t>
            </a:r>
            <a:r>
              <a:rPr lang="en-US" b="1" dirty="0"/>
              <a:t>Acyclic</a:t>
            </a:r>
            <a:r>
              <a:rPr lang="fr-FR" b="1" dirty="0"/>
              <a:t> Graph</a:t>
            </a:r>
            <a:r>
              <a:rPr lang="fr-FR" dirty="0"/>
              <a:t> structure</a:t>
            </a:r>
            <a:endParaRPr dirty="0"/>
          </a:p>
        </p:txBody>
      </p:sp>
      <p:sp>
        <p:nvSpPr>
          <p:cNvPr id="4695" name="Google Shape;4695;p33"/>
          <p:cNvSpPr txBox="1">
            <a:spLocks noGrp="1"/>
          </p:cNvSpPr>
          <p:nvPr>
            <p:ph type="title" idx="6"/>
          </p:nvPr>
        </p:nvSpPr>
        <p:spPr>
          <a:xfrm>
            <a:off x="717994" y="3326299"/>
            <a:ext cx="5577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3</a:t>
            </a:r>
            <a:endParaRPr/>
          </a:p>
        </p:txBody>
      </p:sp>
      <p:sp>
        <p:nvSpPr>
          <p:cNvPr id="4696" name="Google Shape;4696;p33"/>
          <p:cNvSpPr txBox="1">
            <a:spLocks noGrp="1"/>
          </p:cNvSpPr>
          <p:nvPr>
            <p:ph type="subTitle" idx="7"/>
          </p:nvPr>
        </p:nvSpPr>
        <p:spPr>
          <a:xfrm>
            <a:off x="1278450" y="3326302"/>
            <a:ext cx="32856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Recursive Application</a:t>
            </a:r>
          </a:p>
        </p:txBody>
      </p:sp>
      <p:sp>
        <p:nvSpPr>
          <p:cNvPr id="4697" name="Google Shape;4697;p33"/>
          <p:cNvSpPr txBox="1">
            <a:spLocks noGrp="1"/>
          </p:cNvSpPr>
          <p:nvPr>
            <p:ph type="subTitle" idx="8"/>
          </p:nvPr>
        </p:nvSpPr>
        <p:spPr>
          <a:xfrm>
            <a:off x="1278449" y="3830263"/>
            <a:ext cx="22587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b="1" dirty="0"/>
              <a:t>PageRank</a:t>
            </a:r>
            <a:r>
              <a:rPr lang="de" dirty="0"/>
              <a:t> and his loop</a:t>
            </a:r>
            <a:endParaRPr dirty="0"/>
          </a:p>
        </p:txBody>
      </p:sp>
      <p:sp>
        <p:nvSpPr>
          <p:cNvPr id="4698" name="Google Shape;4698;p33"/>
          <p:cNvSpPr txBox="1">
            <a:spLocks noGrp="1"/>
          </p:cNvSpPr>
          <p:nvPr>
            <p:ph type="title" idx="9"/>
          </p:nvPr>
        </p:nvSpPr>
        <p:spPr>
          <a:xfrm>
            <a:off x="4592704" y="3326299"/>
            <a:ext cx="5577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4</a:t>
            </a:r>
            <a:endParaRPr/>
          </a:p>
        </p:txBody>
      </p:sp>
      <p:sp>
        <p:nvSpPr>
          <p:cNvPr id="4699" name="Google Shape;4699;p33"/>
          <p:cNvSpPr txBox="1">
            <a:spLocks noGrp="1"/>
          </p:cNvSpPr>
          <p:nvPr>
            <p:ph type="subTitle" idx="13"/>
          </p:nvPr>
        </p:nvSpPr>
        <p:spPr>
          <a:xfrm>
            <a:off x="5147526" y="3326302"/>
            <a:ext cx="32856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Iterative MapReduce</a:t>
            </a:r>
          </a:p>
        </p:txBody>
      </p:sp>
      <p:sp>
        <p:nvSpPr>
          <p:cNvPr id="4700" name="Google Shape;4700;p33"/>
          <p:cNvSpPr txBox="1">
            <a:spLocks noGrp="1"/>
          </p:cNvSpPr>
          <p:nvPr>
            <p:ph type="subTitle" idx="14"/>
          </p:nvPr>
        </p:nvSpPr>
        <p:spPr>
          <a:xfrm>
            <a:off x="5147519" y="3830263"/>
            <a:ext cx="22587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Multiple passes over data</a:t>
            </a:r>
            <a:endParaRPr dirty="0"/>
          </a:p>
        </p:txBody>
      </p:sp>
      <p:cxnSp>
        <p:nvCxnSpPr>
          <p:cNvPr id="4701" name="Google Shape;4701;p33"/>
          <p:cNvCxnSpPr/>
          <p:nvPr/>
        </p:nvCxnSpPr>
        <p:spPr>
          <a:xfrm>
            <a:off x="5046513" y="2957575"/>
            <a:ext cx="4572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2" name="Google Shape;4702;p33"/>
          <p:cNvCxnSpPr/>
          <p:nvPr/>
        </p:nvCxnSpPr>
        <p:spPr>
          <a:xfrm>
            <a:off x="-474512" y="4599425"/>
            <a:ext cx="4572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6" name="Google Shape;4736;p37"/>
          <p:cNvSpPr txBox="1">
            <a:spLocks noGrp="1"/>
          </p:cNvSpPr>
          <p:nvPr>
            <p:ph type="title"/>
          </p:nvPr>
        </p:nvSpPr>
        <p:spPr>
          <a:xfrm>
            <a:off x="1503428" y="2330700"/>
            <a:ext cx="6137143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Introduction</a:t>
            </a:r>
            <a:endParaRPr dirty="0"/>
          </a:p>
        </p:txBody>
      </p:sp>
      <p:sp>
        <p:nvSpPr>
          <p:cNvPr id="4737" name="Google Shape;4737;p37"/>
          <p:cNvSpPr txBox="1">
            <a:spLocks noGrp="1"/>
          </p:cNvSpPr>
          <p:nvPr>
            <p:ph type="subTitle" idx="1"/>
          </p:nvPr>
        </p:nvSpPr>
        <p:spPr>
          <a:xfrm>
            <a:off x="3003749" y="3604215"/>
            <a:ext cx="3136500" cy="4339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Why the need to go further ?</a:t>
            </a:r>
          </a:p>
        </p:txBody>
      </p:sp>
      <p:sp>
        <p:nvSpPr>
          <p:cNvPr id="4738" name="Google Shape;4738;p37"/>
          <p:cNvSpPr txBox="1">
            <a:spLocks noGrp="1"/>
          </p:cNvSpPr>
          <p:nvPr>
            <p:ph type="title" idx="2"/>
          </p:nvPr>
        </p:nvSpPr>
        <p:spPr>
          <a:xfrm>
            <a:off x="3527550" y="1105335"/>
            <a:ext cx="2088900" cy="10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1</a:t>
            </a:r>
            <a:endParaRPr/>
          </a:p>
        </p:txBody>
      </p:sp>
      <p:cxnSp>
        <p:nvCxnSpPr>
          <p:cNvPr id="4739" name="Google Shape;4739;p37"/>
          <p:cNvCxnSpPr/>
          <p:nvPr/>
        </p:nvCxnSpPr>
        <p:spPr>
          <a:xfrm>
            <a:off x="2082600" y="3339772"/>
            <a:ext cx="4978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" name="Google Shape;4925;p48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The limit of MapReduce</a:t>
            </a:r>
            <a:endParaRPr dirty="0"/>
          </a:p>
        </p:txBody>
      </p:sp>
      <p:sp>
        <p:nvSpPr>
          <p:cNvPr id="4926" name="Google Shape;4926;p48"/>
          <p:cNvSpPr txBox="1">
            <a:spLocks noGrp="1"/>
          </p:cNvSpPr>
          <p:nvPr>
            <p:ph type="subTitle" idx="1"/>
          </p:nvPr>
        </p:nvSpPr>
        <p:spPr>
          <a:xfrm>
            <a:off x="713263" y="2232375"/>
            <a:ext cx="19248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Limited to Two Phases</a:t>
            </a:r>
          </a:p>
        </p:txBody>
      </p:sp>
      <p:sp>
        <p:nvSpPr>
          <p:cNvPr id="4927" name="Google Shape;4927;p48"/>
          <p:cNvSpPr txBox="1">
            <a:spLocks noGrp="1"/>
          </p:cNvSpPr>
          <p:nvPr>
            <p:ph type="subTitle" idx="2"/>
          </p:nvPr>
        </p:nvSpPr>
        <p:spPr>
          <a:xfrm>
            <a:off x="717000" y="2702925"/>
            <a:ext cx="1924800" cy="58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Limited Expressiveness for complex task</a:t>
            </a:r>
          </a:p>
        </p:txBody>
      </p:sp>
      <p:sp>
        <p:nvSpPr>
          <p:cNvPr id="4928" name="Google Shape;4928;p48"/>
          <p:cNvSpPr txBox="1">
            <a:spLocks noGrp="1"/>
          </p:cNvSpPr>
          <p:nvPr>
            <p:ph type="subTitle" idx="3"/>
          </p:nvPr>
        </p:nvSpPr>
        <p:spPr>
          <a:xfrm>
            <a:off x="3542881" y="2232375"/>
            <a:ext cx="2077238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High Disk I/O Overhead</a:t>
            </a:r>
            <a:endParaRPr dirty="0"/>
          </a:p>
        </p:txBody>
      </p:sp>
      <p:sp>
        <p:nvSpPr>
          <p:cNvPr id="4929" name="Google Shape;4929;p48"/>
          <p:cNvSpPr txBox="1">
            <a:spLocks noGrp="1"/>
          </p:cNvSpPr>
          <p:nvPr>
            <p:ph type="subTitle" idx="4"/>
          </p:nvPr>
        </p:nvSpPr>
        <p:spPr>
          <a:xfrm>
            <a:off x="3607774" y="2702925"/>
            <a:ext cx="19248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Slowing</a:t>
            </a:r>
            <a:r>
              <a:rPr lang="fr-FR" dirty="0"/>
              <a:t> down the process</a:t>
            </a:r>
            <a:endParaRPr dirty="0"/>
          </a:p>
        </p:txBody>
      </p:sp>
      <p:sp>
        <p:nvSpPr>
          <p:cNvPr id="4932" name="Google Shape;4932;p48"/>
          <p:cNvSpPr txBox="1">
            <a:spLocks noGrp="1"/>
          </p:cNvSpPr>
          <p:nvPr>
            <p:ph type="subTitle" idx="7"/>
          </p:nvPr>
        </p:nvSpPr>
        <p:spPr>
          <a:xfrm>
            <a:off x="6502282" y="2232375"/>
            <a:ext cx="19248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 Iterative Processing</a:t>
            </a:r>
            <a:endParaRPr dirty="0"/>
          </a:p>
        </p:txBody>
      </p:sp>
      <p:sp>
        <p:nvSpPr>
          <p:cNvPr id="4933" name="Google Shape;4933;p48"/>
          <p:cNvSpPr txBox="1">
            <a:spLocks noGrp="1"/>
          </p:cNvSpPr>
          <p:nvPr>
            <p:ph type="subTitle" idx="8"/>
          </p:nvPr>
        </p:nvSpPr>
        <p:spPr>
          <a:xfrm>
            <a:off x="6421350" y="2702925"/>
            <a:ext cx="2086663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Required manually, which is inefficient and complex</a:t>
            </a:r>
            <a:endParaRPr dirty="0"/>
          </a:p>
        </p:txBody>
      </p:sp>
      <p:cxnSp>
        <p:nvCxnSpPr>
          <p:cNvPr id="4934" name="Google Shape;4934;p48"/>
          <p:cNvCxnSpPr/>
          <p:nvPr/>
        </p:nvCxnSpPr>
        <p:spPr>
          <a:xfrm>
            <a:off x="4165200" y="1663372"/>
            <a:ext cx="4978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35" name="Google Shape;4935;p48"/>
          <p:cNvCxnSpPr/>
          <p:nvPr/>
        </p:nvCxnSpPr>
        <p:spPr>
          <a:xfrm>
            <a:off x="0" y="3901747"/>
            <a:ext cx="4978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098748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6" name="Google Shape;4736;p37"/>
          <p:cNvSpPr txBox="1">
            <a:spLocks noGrp="1"/>
          </p:cNvSpPr>
          <p:nvPr>
            <p:ph type="title"/>
          </p:nvPr>
        </p:nvSpPr>
        <p:spPr>
          <a:xfrm>
            <a:off x="326570" y="2330703"/>
            <a:ext cx="8490857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Workflow </a:t>
            </a:r>
            <a:r>
              <a:rPr lang="en-US" dirty="0"/>
              <a:t>Systems</a:t>
            </a:r>
          </a:p>
        </p:txBody>
      </p:sp>
      <p:sp>
        <p:nvSpPr>
          <p:cNvPr id="4737" name="Google Shape;4737;p37"/>
          <p:cNvSpPr txBox="1">
            <a:spLocks noGrp="1"/>
          </p:cNvSpPr>
          <p:nvPr>
            <p:ph type="subTitle" idx="1"/>
          </p:nvPr>
        </p:nvSpPr>
        <p:spPr>
          <a:xfrm>
            <a:off x="3003749" y="3604215"/>
            <a:ext cx="3136500" cy="4339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Directed</a:t>
            </a:r>
            <a:r>
              <a:rPr lang="fr-FR" b="1" dirty="0"/>
              <a:t> </a:t>
            </a:r>
            <a:r>
              <a:rPr lang="en-US" b="1" dirty="0"/>
              <a:t>Acyclic</a:t>
            </a:r>
            <a:r>
              <a:rPr lang="fr-FR" b="1" dirty="0"/>
              <a:t> Graph</a:t>
            </a:r>
            <a:endParaRPr lang="en-US" dirty="0"/>
          </a:p>
        </p:txBody>
      </p:sp>
      <p:sp>
        <p:nvSpPr>
          <p:cNvPr id="4738" name="Google Shape;4738;p37"/>
          <p:cNvSpPr txBox="1">
            <a:spLocks noGrp="1"/>
          </p:cNvSpPr>
          <p:nvPr>
            <p:ph type="title" idx="2"/>
          </p:nvPr>
        </p:nvSpPr>
        <p:spPr>
          <a:xfrm>
            <a:off x="3527550" y="1105335"/>
            <a:ext cx="2088900" cy="10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2</a:t>
            </a:r>
            <a:endParaRPr dirty="0"/>
          </a:p>
        </p:txBody>
      </p:sp>
      <p:cxnSp>
        <p:nvCxnSpPr>
          <p:cNvPr id="4739" name="Google Shape;4739;p37"/>
          <p:cNvCxnSpPr/>
          <p:nvPr/>
        </p:nvCxnSpPr>
        <p:spPr>
          <a:xfrm>
            <a:off x="2082600" y="3339772"/>
            <a:ext cx="4978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57775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>
            <a:extLst>
              <a:ext uri="{FF2B5EF4-FFF2-40B4-BE49-F238E27FC236}">
                <a16:creationId xmlns:a16="http://schemas.microsoft.com/office/drawing/2014/main" id="{0B149F7E-7EF8-193A-0199-8238DD928549}"/>
              </a:ext>
            </a:extLst>
          </p:cNvPr>
          <p:cNvSpPr txBox="1">
            <a:spLocks/>
          </p:cNvSpPr>
          <p:nvPr/>
        </p:nvSpPr>
        <p:spPr>
          <a:xfrm>
            <a:off x="2944195" y="1507878"/>
            <a:ext cx="540000" cy="540000"/>
          </a:xfrm>
          <a:prstGeom prst="rect">
            <a:avLst/>
          </a:prstGeom>
          <a:solidFill>
            <a:srgbClr val="528FD8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fr-FR" dirty="0"/>
              <a:t>A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63210F1-1D4E-BFDA-A75E-1E036069AD1D}"/>
              </a:ext>
            </a:extLst>
          </p:cNvPr>
          <p:cNvSpPr txBox="1">
            <a:spLocks/>
          </p:cNvSpPr>
          <p:nvPr/>
        </p:nvSpPr>
        <p:spPr>
          <a:xfrm>
            <a:off x="2944195" y="3596738"/>
            <a:ext cx="540000" cy="540000"/>
          </a:xfrm>
          <a:prstGeom prst="rect">
            <a:avLst/>
          </a:prstGeom>
          <a:solidFill>
            <a:srgbClr val="528FD8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fr-FR" dirty="0"/>
              <a:t>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9E39070-B0A4-873F-D7F7-C95114333AD3}"/>
              </a:ext>
            </a:extLst>
          </p:cNvPr>
          <p:cNvSpPr txBox="1">
            <a:spLocks/>
          </p:cNvSpPr>
          <p:nvPr/>
        </p:nvSpPr>
        <p:spPr>
          <a:xfrm>
            <a:off x="4844839" y="3596738"/>
            <a:ext cx="540000" cy="540000"/>
          </a:xfrm>
          <a:prstGeom prst="rect">
            <a:avLst/>
          </a:prstGeom>
          <a:solidFill>
            <a:srgbClr val="528FD8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fr-FR" dirty="0"/>
              <a:t>C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70544E6-3FB5-A56D-E292-0F672914EC11}"/>
              </a:ext>
            </a:extLst>
          </p:cNvPr>
          <p:cNvSpPr txBox="1">
            <a:spLocks/>
          </p:cNvSpPr>
          <p:nvPr/>
        </p:nvSpPr>
        <p:spPr>
          <a:xfrm>
            <a:off x="6402689" y="2546929"/>
            <a:ext cx="540000" cy="540000"/>
          </a:xfrm>
          <a:prstGeom prst="rect">
            <a:avLst/>
          </a:prstGeom>
          <a:solidFill>
            <a:srgbClr val="528FD8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fr-FR" dirty="0"/>
              <a:t>D</a:t>
            </a:r>
          </a:p>
        </p:txBody>
      </p: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30FEC0AD-D1F4-31EE-E420-2543C6FA27DE}"/>
              </a:ext>
            </a:extLst>
          </p:cNvPr>
          <p:cNvCxnSpPr>
            <a:cxnSpLocks/>
          </p:cNvCxnSpPr>
          <p:nvPr/>
        </p:nvCxnSpPr>
        <p:spPr>
          <a:xfrm>
            <a:off x="2584195" y="1777878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58DA4FD1-2E14-C19A-814A-99AC35C16839}"/>
              </a:ext>
            </a:extLst>
          </p:cNvPr>
          <p:cNvCxnSpPr>
            <a:cxnSpLocks/>
          </p:cNvCxnSpPr>
          <p:nvPr/>
        </p:nvCxnSpPr>
        <p:spPr>
          <a:xfrm>
            <a:off x="2584195" y="3866738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57192133-901C-2DBF-3C4B-EEAC3DB90735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3484195" y="1777878"/>
            <a:ext cx="2918494" cy="92610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B04E6EC9-D07F-63E3-A6DC-9C1804AD23BC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5384839" y="2940629"/>
            <a:ext cx="1017850" cy="92610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36" name="Forme libre : forme 4735">
            <a:extLst>
              <a:ext uri="{FF2B5EF4-FFF2-40B4-BE49-F238E27FC236}">
                <a16:creationId xmlns:a16="http://schemas.microsoft.com/office/drawing/2014/main" id="{FC592A51-B370-90CE-C47D-0062B9F3E095}"/>
              </a:ext>
            </a:extLst>
          </p:cNvPr>
          <p:cNvSpPr/>
          <p:nvPr/>
        </p:nvSpPr>
        <p:spPr>
          <a:xfrm>
            <a:off x="3484195" y="2816929"/>
            <a:ext cx="2918494" cy="1049809"/>
          </a:xfrm>
          <a:custGeom>
            <a:avLst/>
            <a:gdLst>
              <a:gd name="connsiteX0" fmla="*/ 0 w 1814286"/>
              <a:gd name="connsiteY0" fmla="*/ 679258 h 679258"/>
              <a:gd name="connsiteX1" fmla="*/ 522515 w 1814286"/>
              <a:gd name="connsiteY1" fmla="*/ 91430 h 679258"/>
              <a:gd name="connsiteX2" fmla="*/ 1814286 w 1814286"/>
              <a:gd name="connsiteY2" fmla="*/ 11601 h 679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14286" h="679258">
                <a:moveTo>
                  <a:pt x="0" y="679258"/>
                </a:moveTo>
                <a:cubicBezTo>
                  <a:pt x="110067" y="440982"/>
                  <a:pt x="220134" y="202706"/>
                  <a:pt x="522515" y="91430"/>
                </a:cubicBezTo>
                <a:cubicBezTo>
                  <a:pt x="824896" y="-19846"/>
                  <a:pt x="1632857" y="-5332"/>
                  <a:pt x="1814286" y="11601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739" name="Connecteur droit avec flèche 4738">
            <a:extLst>
              <a:ext uri="{FF2B5EF4-FFF2-40B4-BE49-F238E27FC236}">
                <a16:creationId xmlns:a16="http://schemas.microsoft.com/office/drawing/2014/main" id="{57F64D8C-8D96-1017-7F7B-A9B85ECB02F8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6942689" y="2816929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42" name="Connecteur droit avec flèche 4741">
            <a:extLst>
              <a:ext uri="{FF2B5EF4-FFF2-40B4-BE49-F238E27FC236}">
                <a16:creationId xmlns:a16="http://schemas.microsoft.com/office/drawing/2014/main" id="{F74E03B3-E502-DFE7-2CFB-7700B8470833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3484195" y="3866738"/>
            <a:ext cx="13606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44" name="Connecteur droit avec flèche 4743">
            <a:extLst>
              <a:ext uri="{FF2B5EF4-FFF2-40B4-BE49-F238E27FC236}">
                <a16:creationId xmlns:a16="http://schemas.microsoft.com/office/drawing/2014/main" id="{11D12293-8440-2D7B-A412-87FC1D3AFA62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3484195" y="1777878"/>
            <a:ext cx="1360644" cy="1966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46" name="ZoneTexte 4745">
            <a:extLst>
              <a:ext uri="{FF2B5EF4-FFF2-40B4-BE49-F238E27FC236}">
                <a16:creationId xmlns:a16="http://schemas.microsoft.com/office/drawing/2014/main" id="{F1500597-7EA9-17E8-7D6A-99BDEC4D6856}"/>
              </a:ext>
            </a:extLst>
          </p:cNvPr>
          <p:cNvSpPr txBox="1"/>
          <p:nvPr/>
        </p:nvSpPr>
        <p:spPr>
          <a:xfrm>
            <a:off x="1970314" y="4721123"/>
            <a:ext cx="52033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i="1" dirty="0">
                <a:solidFill>
                  <a:srgbClr val="44546A"/>
                </a:solidFill>
                <a:effectLst/>
                <a:latin typeface="Abel" panose="02000506030000020004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 1 - </a:t>
            </a:r>
            <a:r>
              <a:rPr lang="en-US" sz="1000" i="1" dirty="0">
                <a:solidFill>
                  <a:srgbClr val="44546A"/>
                </a:solidFill>
                <a:latin typeface="Abel" panose="02000506030000020004" pitchFamily="2" charset="0"/>
                <a:cs typeface="Times New Roman" panose="02020603050405020304" pitchFamily="18" charset="0"/>
              </a:rPr>
              <a:t>Directed</a:t>
            </a:r>
            <a:r>
              <a:rPr lang="fr-FR" sz="1000" i="1" dirty="0">
                <a:solidFill>
                  <a:srgbClr val="44546A"/>
                </a:solidFill>
                <a:latin typeface="Abel" panose="02000506030000020004" pitchFamily="2" charset="0"/>
                <a:cs typeface="Times New Roman" panose="02020603050405020304" pitchFamily="18" charset="0"/>
              </a:rPr>
              <a:t> </a:t>
            </a:r>
            <a:r>
              <a:rPr lang="en-US" sz="1000" i="1" dirty="0">
                <a:solidFill>
                  <a:srgbClr val="44546A"/>
                </a:solidFill>
                <a:latin typeface="Abel" panose="02000506030000020004" pitchFamily="2" charset="0"/>
                <a:cs typeface="Times New Roman" panose="02020603050405020304" pitchFamily="18" charset="0"/>
              </a:rPr>
              <a:t>Acyclic</a:t>
            </a:r>
            <a:r>
              <a:rPr lang="fr-FR" sz="1000" i="1" dirty="0">
                <a:solidFill>
                  <a:srgbClr val="44546A"/>
                </a:solidFill>
                <a:latin typeface="Abel" panose="02000506030000020004" pitchFamily="2" charset="0"/>
                <a:cs typeface="Times New Roman" panose="02020603050405020304" pitchFamily="18" charset="0"/>
              </a:rPr>
              <a:t> Graph</a:t>
            </a:r>
            <a:endParaRPr lang="en-US" sz="1000" i="1" dirty="0">
              <a:solidFill>
                <a:srgbClr val="44546A"/>
              </a:solidFill>
              <a:latin typeface="Abel" panose="02000506030000020004" pitchFamily="2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atabase - Free seo and web icons">
            <a:extLst>
              <a:ext uri="{FF2B5EF4-FFF2-40B4-BE49-F238E27FC236}">
                <a16:creationId xmlns:a16="http://schemas.microsoft.com/office/drawing/2014/main" id="{F4AAF5F9-FD5D-4F16-2B74-36720A008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195" y="1507878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47" name="Picture 2" descr="Database - Free seo and web icons">
            <a:extLst>
              <a:ext uri="{FF2B5EF4-FFF2-40B4-BE49-F238E27FC236}">
                <a16:creationId xmlns:a16="http://schemas.microsoft.com/office/drawing/2014/main" id="{8FB302C5-D429-C8AE-3F60-CD5762D94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285" y="3597038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48" name="Google Shape;4927;p48">
            <a:extLst>
              <a:ext uri="{FF2B5EF4-FFF2-40B4-BE49-F238E27FC236}">
                <a16:creationId xmlns:a16="http://schemas.microsoft.com/office/drawing/2014/main" id="{D71D68EE-9B03-805A-0151-7ECCC11F3763}"/>
              </a:ext>
            </a:extLst>
          </p:cNvPr>
          <p:cNvSpPr txBox="1">
            <a:spLocks/>
          </p:cNvSpPr>
          <p:nvPr/>
        </p:nvSpPr>
        <p:spPr>
          <a:xfrm>
            <a:off x="1487978" y="2534073"/>
            <a:ext cx="752433" cy="5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2000" b="0" i="0" u="none" strike="noStrike" cap="none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indent="0" algn="ctr"/>
            <a:r>
              <a:rPr lang="en-US" sz="1400" dirty="0">
                <a:latin typeface="Abel" panose="02000506030000020004" pitchFamily="2" charset="0"/>
              </a:rPr>
              <a:t>DFS</a:t>
            </a:r>
          </a:p>
        </p:txBody>
      </p:sp>
      <p:sp>
        <p:nvSpPr>
          <p:cNvPr id="4749" name="Google Shape;4927;p48">
            <a:extLst>
              <a:ext uri="{FF2B5EF4-FFF2-40B4-BE49-F238E27FC236}">
                <a16:creationId xmlns:a16="http://schemas.microsoft.com/office/drawing/2014/main" id="{10BFF48A-ACF2-FC26-B8FF-87179B48306D}"/>
              </a:ext>
            </a:extLst>
          </p:cNvPr>
          <p:cNvSpPr txBox="1">
            <a:spLocks/>
          </p:cNvSpPr>
          <p:nvPr/>
        </p:nvSpPr>
        <p:spPr>
          <a:xfrm>
            <a:off x="7527037" y="2534073"/>
            <a:ext cx="752433" cy="5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2000" b="0" i="0" u="none" strike="noStrike" cap="none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bel"/>
              <a:buNone/>
              <a:defRPr sz="14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indent="0" algn="ctr"/>
            <a:r>
              <a:rPr lang="en-US" sz="1400" dirty="0">
                <a:latin typeface="Abel" panose="02000506030000020004" pitchFamily="2" charset="0"/>
              </a:rPr>
              <a:t>Output file</a:t>
            </a:r>
          </a:p>
        </p:txBody>
      </p:sp>
      <p:sp>
        <p:nvSpPr>
          <p:cNvPr id="4750" name="Google Shape;4789;p42">
            <a:extLst>
              <a:ext uri="{FF2B5EF4-FFF2-40B4-BE49-F238E27FC236}">
                <a16:creationId xmlns:a16="http://schemas.microsoft.com/office/drawing/2014/main" id="{738D8726-118C-B1D8-61B5-FA773B591702}"/>
              </a:ext>
            </a:extLst>
          </p:cNvPr>
          <p:cNvSpPr txBox="1">
            <a:spLocks/>
          </p:cNvSpPr>
          <p:nvPr/>
        </p:nvSpPr>
        <p:spPr>
          <a:xfrm>
            <a:off x="722750" y="336304"/>
            <a:ext cx="7717500" cy="5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diowide"/>
              <a:buNone/>
              <a:defRPr sz="3000" b="0" i="0" u="none" strike="noStrike" cap="none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fr-FR" dirty="0"/>
              <a:t>Structure of a Workflow</a:t>
            </a:r>
          </a:p>
        </p:txBody>
      </p:sp>
    </p:spTree>
    <p:extLst>
      <p:ext uri="{BB962C8B-B14F-4D97-AF65-F5344CB8AC3E}">
        <p14:creationId xmlns:p14="http://schemas.microsoft.com/office/powerpoint/2010/main" val="1658517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9" name="Google Shape;4789;p42"/>
          <p:cNvSpPr txBox="1">
            <a:spLocks noGrp="1"/>
          </p:cNvSpPr>
          <p:nvPr>
            <p:ph type="title"/>
          </p:nvPr>
        </p:nvSpPr>
        <p:spPr>
          <a:xfrm>
            <a:off x="722750" y="336304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Example : </a:t>
            </a:r>
            <a:r>
              <a:rPr lang="en-US" dirty="0"/>
              <a:t>Recommendation System</a:t>
            </a:r>
            <a:endParaRPr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EEF3E6F-5739-67C5-B102-7A8AC099EA43}"/>
              </a:ext>
            </a:extLst>
          </p:cNvPr>
          <p:cNvSpPr txBox="1">
            <a:spLocks/>
          </p:cNvSpPr>
          <p:nvPr/>
        </p:nvSpPr>
        <p:spPr>
          <a:xfrm>
            <a:off x="703167" y="1597818"/>
            <a:ext cx="540000" cy="540000"/>
          </a:xfrm>
          <a:prstGeom prst="rect">
            <a:avLst/>
          </a:prstGeom>
          <a:solidFill>
            <a:srgbClr val="528FD8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fr-FR" dirty="0"/>
              <a:t>A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C8C9605-FC53-0C02-4591-A2654942B66A}"/>
              </a:ext>
            </a:extLst>
          </p:cNvPr>
          <p:cNvSpPr txBox="1">
            <a:spLocks/>
          </p:cNvSpPr>
          <p:nvPr/>
        </p:nvSpPr>
        <p:spPr>
          <a:xfrm>
            <a:off x="703167" y="3686678"/>
            <a:ext cx="540000" cy="540000"/>
          </a:xfrm>
          <a:prstGeom prst="rect">
            <a:avLst/>
          </a:prstGeom>
          <a:solidFill>
            <a:srgbClr val="528FD8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fr-FR" dirty="0"/>
              <a:t>B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9918747-91BE-D6F1-27D6-FE3693A4E589}"/>
              </a:ext>
            </a:extLst>
          </p:cNvPr>
          <p:cNvSpPr txBox="1">
            <a:spLocks/>
          </p:cNvSpPr>
          <p:nvPr/>
        </p:nvSpPr>
        <p:spPr>
          <a:xfrm>
            <a:off x="4213471" y="3686678"/>
            <a:ext cx="540000" cy="540000"/>
          </a:xfrm>
          <a:prstGeom prst="rect">
            <a:avLst/>
          </a:prstGeom>
          <a:solidFill>
            <a:srgbClr val="528FD8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fr-FR" dirty="0"/>
              <a:t>C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5B02796-9288-381F-B120-9EBA41853240}"/>
              </a:ext>
            </a:extLst>
          </p:cNvPr>
          <p:cNvSpPr txBox="1">
            <a:spLocks/>
          </p:cNvSpPr>
          <p:nvPr/>
        </p:nvSpPr>
        <p:spPr>
          <a:xfrm>
            <a:off x="7041315" y="2636869"/>
            <a:ext cx="540000" cy="540000"/>
          </a:xfrm>
          <a:prstGeom prst="rect">
            <a:avLst/>
          </a:prstGeom>
          <a:solidFill>
            <a:srgbClr val="528FD8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fr-FR" dirty="0"/>
              <a:t>D</a:t>
            </a: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72069106-16AB-F497-6393-A9503C4A52F4}"/>
              </a:ext>
            </a:extLst>
          </p:cNvPr>
          <p:cNvCxnSpPr>
            <a:cxnSpLocks/>
          </p:cNvCxnSpPr>
          <p:nvPr/>
        </p:nvCxnSpPr>
        <p:spPr>
          <a:xfrm>
            <a:off x="343167" y="1867818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B5B632B5-18FC-AFF5-9E48-C3DDACA276EC}"/>
              </a:ext>
            </a:extLst>
          </p:cNvPr>
          <p:cNvCxnSpPr>
            <a:cxnSpLocks/>
          </p:cNvCxnSpPr>
          <p:nvPr/>
        </p:nvCxnSpPr>
        <p:spPr>
          <a:xfrm>
            <a:off x="343167" y="3956678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20A8498-6502-FECD-377A-0EE31C058113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243167" y="1867818"/>
            <a:ext cx="5798148" cy="872993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BCBB862-7FF1-4911-F027-F985602DDE4D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4753471" y="3055258"/>
            <a:ext cx="2287844" cy="90142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234A6347-1337-7565-4648-F7AF7CB8A979}"/>
              </a:ext>
            </a:extLst>
          </p:cNvPr>
          <p:cNvSpPr/>
          <p:nvPr/>
        </p:nvSpPr>
        <p:spPr>
          <a:xfrm>
            <a:off x="1243167" y="2888355"/>
            <a:ext cx="5798148" cy="1080000"/>
          </a:xfrm>
          <a:custGeom>
            <a:avLst/>
            <a:gdLst>
              <a:gd name="connsiteX0" fmla="*/ 0 w 1814286"/>
              <a:gd name="connsiteY0" fmla="*/ 679258 h 679258"/>
              <a:gd name="connsiteX1" fmla="*/ 522515 w 1814286"/>
              <a:gd name="connsiteY1" fmla="*/ 91430 h 679258"/>
              <a:gd name="connsiteX2" fmla="*/ 1814286 w 1814286"/>
              <a:gd name="connsiteY2" fmla="*/ 11601 h 679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14286" h="679258">
                <a:moveTo>
                  <a:pt x="0" y="679258"/>
                </a:moveTo>
                <a:cubicBezTo>
                  <a:pt x="110067" y="440982"/>
                  <a:pt x="220134" y="202706"/>
                  <a:pt x="522515" y="91430"/>
                </a:cubicBezTo>
                <a:cubicBezTo>
                  <a:pt x="824896" y="-19846"/>
                  <a:pt x="1632857" y="-5332"/>
                  <a:pt x="1814286" y="11601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8E866922-547D-7527-0C83-F89D758999B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7581315" y="2906869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B4DD7EC1-24E4-6E79-A707-B3C5B8C5068B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1243167" y="3956678"/>
            <a:ext cx="29703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CC339A8F-D069-B0F1-AE5F-C65953DA3938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243167" y="1867818"/>
            <a:ext cx="2970304" cy="1952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EA0992C3-89CB-C1F6-F870-883E43FAE17F}"/>
              </a:ext>
            </a:extLst>
          </p:cNvPr>
          <p:cNvSpPr txBox="1"/>
          <p:nvPr/>
        </p:nvSpPr>
        <p:spPr>
          <a:xfrm>
            <a:off x="379167" y="2167861"/>
            <a:ext cx="1188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bel" panose="02000506030000020004" pitchFamily="2" charset="0"/>
                <a:cs typeface="Times New Roman" panose="02020603050405020304" pitchFamily="18" charset="0"/>
              </a:rPr>
              <a:t>Analyze Purchase History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F5B99D8B-1E57-0CDF-DC9B-493F9FF80CCB}"/>
                  </a:ext>
                </a:extLst>
              </p:cNvPr>
              <p:cNvSpPr txBox="1"/>
              <p:nvPr/>
            </p:nvSpPr>
            <p:spPr>
              <a:xfrm>
                <a:off x="1067588" y="1349757"/>
                <a:ext cx="1188000" cy="511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fr-FR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fr-FR" sz="1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fr-FR" sz="1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xx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fr-FR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r>
                                      <a:rPr lang="fr-FR" sz="1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l-GR" sz="1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α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l-GR" sz="1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αα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fr-FR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fr-FR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  <a:latin typeface="Abel" panose="02000506030000020004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F5B99D8B-1E57-0CDF-DC9B-493F9FF80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588" y="1349757"/>
                <a:ext cx="1188000" cy="5116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ZoneTexte 26">
            <a:extLst>
              <a:ext uri="{FF2B5EF4-FFF2-40B4-BE49-F238E27FC236}">
                <a16:creationId xmlns:a16="http://schemas.microsoft.com/office/drawing/2014/main" id="{653FD929-7D39-ED44-DB7B-AEE5D7179AE4}"/>
              </a:ext>
            </a:extLst>
          </p:cNvPr>
          <p:cNvSpPr txBox="1"/>
          <p:nvPr/>
        </p:nvSpPr>
        <p:spPr>
          <a:xfrm>
            <a:off x="379167" y="3275996"/>
            <a:ext cx="1188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bel" panose="02000506030000020004" pitchFamily="2" charset="0"/>
                <a:cs typeface="Times New Roman" panose="02020603050405020304" pitchFamily="18" charset="0"/>
              </a:rPr>
              <a:t>Analyze Browsing</a:t>
            </a:r>
            <a:r>
              <a:rPr lang="fr-FR" sz="1000" dirty="0">
                <a:solidFill>
                  <a:schemeClr val="tx1"/>
                </a:solidFill>
                <a:latin typeface="Abel" panose="02000506030000020004" pitchFamily="2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Abel" panose="02000506030000020004" pitchFamily="2" charset="0"/>
                <a:cs typeface="Times New Roman" panose="02020603050405020304" pitchFamily="18" charset="0"/>
              </a:rPr>
              <a:t> History</a:t>
            </a:r>
          </a:p>
        </p:txBody>
      </p:sp>
      <p:sp>
        <p:nvSpPr>
          <p:cNvPr id="32" name="Forme libre : forme 31">
            <a:extLst>
              <a:ext uri="{FF2B5EF4-FFF2-40B4-BE49-F238E27FC236}">
                <a16:creationId xmlns:a16="http://schemas.microsoft.com/office/drawing/2014/main" id="{20DD32E4-527D-E964-2D94-BD6554F27441}"/>
              </a:ext>
            </a:extLst>
          </p:cNvPr>
          <p:cNvSpPr/>
          <p:nvPr/>
        </p:nvSpPr>
        <p:spPr>
          <a:xfrm>
            <a:off x="1277257" y="1191583"/>
            <a:ext cx="195943" cy="180000"/>
          </a:xfrm>
          <a:custGeom>
            <a:avLst/>
            <a:gdLst>
              <a:gd name="connsiteX0" fmla="*/ 0 w 195943"/>
              <a:gd name="connsiteY0" fmla="*/ 5845 h 172759"/>
              <a:gd name="connsiteX1" fmla="*/ 152400 w 195943"/>
              <a:gd name="connsiteY1" fmla="*/ 20359 h 172759"/>
              <a:gd name="connsiteX2" fmla="*/ 195943 w 195943"/>
              <a:gd name="connsiteY2" fmla="*/ 172759 h 172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943" h="172759">
                <a:moveTo>
                  <a:pt x="0" y="5845"/>
                </a:moveTo>
                <a:cubicBezTo>
                  <a:pt x="59871" y="-808"/>
                  <a:pt x="119743" y="-7460"/>
                  <a:pt x="152400" y="20359"/>
                </a:cubicBezTo>
                <a:cubicBezTo>
                  <a:pt x="185057" y="48178"/>
                  <a:pt x="190500" y="110468"/>
                  <a:pt x="195943" y="172759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822FEC07-A315-EEC0-0B7D-F23AC9AD6691}"/>
              </a:ext>
            </a:extLst>
          </p:cNvPr>
          <p:cNvSpPr/>
          <p:nvPr/>
        </p:nvSpPr>
        <p:spPr>
          <a:xfrm>
            <a:off x="1751908" y="1195805"/>
            <a:ext cx="224971" cy="180000"/>
          </a:xfrm>
          <a:custGeom>
            <a:avLst/>
            <a:gdLst>
              <a:gd name="connsiteX0" fmla="*/ 224971 w 224971"/>
              <a:gd name="connsiteY0" fmla="*/ 1397 h 161054"/>
              <a:gd name="connsiteX1" fmla="*/ 65314 w 224971"/>
              <a:gd name="connsiteY1" fmla="*/ 23168 h 161054"/>
              <a:gd name="connsiteX2" fmla="*/ 0 w 224971"/>
              <a:gd name="connsiteY2" fmla="*/ 161054 h 161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4971" h="161054">
                <a:moveTo>
                  <a:pt x="224971" y="1397"/>
                </a:moveTo>
                <a:cubicBezTo>
                  <a:pt x="163890" y="-1023"/>
                  <a:pt x="102809" y="-3442"/>
                  <a:pt x="65314" y="23168"/>
                </a:cubicBezTo>
                <a:cubicBezTo>
                  <a:pt x="27819" y="49778"/>
                  <a:pt x="13909" y="105416"/>
                  <a:pt x="0" y="161054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D0264018-67BF-FDD4-409C-12A3369FE1CD}"/>
                  </a:ext>
                </a:extLst>
              </p:cNvPr>
              <p:cNvSpPr txBox="1"/>
              <p:nvPr/>
            </p:nvSpPr>
            <p:spPr>
              <a:xfrm>
                <a:off x="1864393" y="1076478"/>
                <a:ext cx="67829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Abel" panose="02000506030000020004" pitchFamily="2" charset="0"/>
                    <a:cs typeface="Times New Roman" panose="02020603050405020304" pitchFamily="18" charset="0"/>
                  </a:rPr>
                  <a:t>Score </a:t>
                </a:r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el-GR" sz="1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α</m:t>
                    </m:r>
                  </m:oMath>
                </a14:m>
                <a:r>
                  <a:rPr lang="en-US" sz="1000" dirty="0">
                    <a:solidFill>
                      <a:schemeClr val="tx1"/>
                    </a:solidFill>
                    <a:latin typeface="Abel" panose="02000506030000020004" pitchFamily="2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D0264018-67BF-FDD4-409C-12A3369FE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393" y="1076478"/>
                <a:ext cx="678293" cy="246221"/>
              </a:xfrm>
              <a:prstGeom prst="rect">
                <a:avLst/>
              </a:prstGeom>
              <a:blipFill>
                <a:blip r:embed="rId4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ZoneTexte 35">
            <a:extLst>
              <a:ext uri="{FF2B5EF4-FFF2-40B4-BE49-F238E27FC236}">
                <a16:creationId xmlns:a16="http://schemas.microsoft.com/office/drawing/2014/main" id="{430EC7E1-6B02-DD94-3A17-D2D18315A4C8}"/>
              </a:ext>
            </a:extLst>
          </p:cNvPr>
          <p:cNvSpPr txBox="1"/>
          <p:nvPr/>
        </p:nvSpPr>
        <p:spPr>
          <a:xfrm>
            <a:off x="546839" y="1100640"/>
            <a:ext cx="6782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  <a:latin typeface="Abel" panose="02000506030000020004" pitchFamily="2" charset="0"/>
                <a:cs typeface="Times New Roman" panose="02020603050405020304" pitchFamily="18" charset="0"/>
              </a:rPr>
              <a:t>ID product</a:t>
            </a:r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E88B5FB4-5FAB-067A-B09A-CADBD0D9B1CB}"/>
              </a:ext>
            </a:extLst>
          </p:cNvPr>
          <p:cNvGrpSpPr/>
          <p:nvPr/>
        </p:nvGrpSpPr>
        <p:grpSpPr>
          <a:xfrm>
            <a:off x="1067588" y="4021552"/>
            <a:ext cx="1563180" cy="811629"/>
            <a:chOff x="1067588" y="4021552"/>
            <a:chExt cx="1563180" cy="8116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ZoneTexte 21">
                  <a:extLst>
                    <a:ext uri="{FF2B5EF4-FFF2-40B4-BE49-F238E27FC236}">
                      <a16:creationId xmlns:a16="http://schemas.microsoft.com/office/drawing/2014/main" id="{A0B2C886-FCE0-8A58-0ADF-72CB5D836BCC}"/>
                    </a:ext>
                  </a:extLst>
                </p:cNvPr>
                <p:cNvSpPr txBox="1"/>
                <p:nvPr/>
              </p:nvSpPr>
              <p:spPr>
                <a:xfrm>
                  <a:off x="1067588" y="4021552"/>
                  <a:ext cx="1188000" cy="4914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fr-FR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⋯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⋯</m:t>
                                  </m:r>
                                </m:e>
                              </m:mr>
                              <m:mr>
                                <m:e>
                                  <m:d>
                                    <m:dPr>
                                      <m:ctrlPr>
                                        <a:rPr lang="fr-FR" sz="1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fr-FR" sz="10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x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0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xx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fr-FR" sz="1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fr-FR" sz="1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 sz="1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β</m:t>
                                      </m:r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el-GR" sz="10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β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 sz="10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β</m:t>
                                      </m:r>
                                    </m:e>
                                  </m:d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1000" dirty="0">
                    <a:solidFill>
                      <a:schemeClr val="tx1"/>
                    </a:solidFill>
                    <a:latin typeface="Abel" panose="02000506030000020004" pitchFamily="2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" name="ZoneTexte 21">
                  <a:extLst>
                    <a:ext uri="{FF2B5EF4-FFF2-40B4-BE49-F238E27FC236}">
                      <a16:creationId xmlns:a16="http://schemas.microsoft.com/office/drawing/2014/main" id="{A0B2C886-FCE0-8A58-0ADF-72CB5D836B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7588" y="4021552"/>
                  <a:ext cx="1188000" cy="491481"/>
                </a:xfrm>
                <a:prstGeom prst="rect">
                  <a:avLst/>
                </a:prstGeom>
                <a:blipFill>
                  <a:blip r:embed="rId5"/>
                  <a:stretch>
                    <a:fillRect b="-125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3C858C06-FFFA-8067-A6AB-E5489876CF72}"/>
                </a:ext>
              </a:extLst>
            </p:cNvPr>
            <p:cNvSpPr/>
            <p:nvPr/>
          </p:nvSpPr>
          <p:spPr>
            <a:xfrm flipV="1">
              <a:off x="1794235" y="4513033"/>
              <a:ext cx="224971" cy="180000"/>
            </a:xfrm>
            <a:custGeom>
              <a:avLst/>
              <a:gdLst>
                <a:gd name="connsiteX0" fmla="*/ 224971 w 224971"/>
                <a:gd name="connsiteY0" fmla="*/ 1397 h 161054"/>
                <a:gd name="connsiteX1" fmla="*/ 65314 w 224971"/>
                <a:gd name="connsiteY1" fmla="*/ 23168 h 161054"/>
                <a:gd name="connsiteX2" fmla="*/ 0 w 224971"/>
                <a:gd name="connsiteY2" fmla="*/ 161054 h 161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4971" h="161054">
                  <a:moveTo>
                    <a:pt x="224971" y="1397"/>
                  </a:moveTo>
                  <a:cubicBezTo>
                    <a:pt x="163890" y="-1023"/>
                    <a:pt x="102809" y="-3442"/>
                    <a:pt x="65314" y="23168"/>
                  </a:cubicBezTo>
                  <a:cubicBezTo>
                    <a:pt x="27819" y="49778"/>
                    <a:pt x="13909" y="105416"/>
                    <a:pt x="0" y="161054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ZoneTexte 37">
                  <a:extLst>
                    <a:ext uri="{FF2B5EF4-FFF2-40B4-BE49-F238E27FC236}">
                      <a16:creationId xmlns:a16="http://schemas.microsoft.com/office/drawing/2014/main" id="{27860CFB-A55E-D9E9-8917-0E0504028E35}"/>
                    </a:ext>
                  </a:extLst>
                </p:cNvPr>
                <p:cNvSpPr txBox="1"/>
                <p:nvPr/>
              </p:nvSpPr>
              <p:spPr>
                <a:xfrm>
                  <a:off x="1952475" y="4586960"/>
                  <a:ext cx="67829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Abel" panose="02000506030000020004" pitchFamily="2" charset="0"/>
                      <a:cs typeface="Times New Roman" panose="02020603050405020304" pitchFamily="18" charset="0"/>
                    </a:rPr>
                    <a:t>Score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β</m:t>
                      </m:r>
                    </m:oMath>
                  </a14:m>
                  <a:r>
                    <a:rPr lang="en-US" sz="1000" dirty="0">
                      <a:solidFill>
                        <a:schemeClr val="tx1"/>
                      </a:solidFill>
                      <a:latin typeface="Abel" panose="02000506030000020004" pitchFamily="2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8" name="ZoneTexte 37">
                  <a:extLst>
                    <a:ext uri="{FF2B5EF4-FFF2-40B4-BE49-F238E27FC236}">
                      <a16:creationId xmlns:a16="http://schemas.microsoft.com/office/drawing/2014/main" id="{27860CFB-A55E-D9E9-8917-0E0504028E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2475" y="4586960"/>
                  <a:ext cx="678293" cy="246221"/>
                </a:xfrm>
                <a:prstGeom prst="rect">
                  <a:avLst/>
                </a:prstGeom>
                <a:blipFill>
                  <a:blip r:embed="rId6"/>
                  <a:stretch>
                    <a:fillRect b="-1219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3" name="ZoneTexte 42">
            <a:extLst>
              <a:ext uri="{FF2B5EF4-FFF2-40B4-BE49-F238E27FC236}">
                <a16:creationId xmlns:a16="http://schemas.microsoft.com/office/drawing/2014/main" id="{6D2FDDFF-1EC6-18A4-CB10-0C1030F18AFE}"/>
              </a:ext>
            </a:extLst>
          </p:cNvPr>
          <p:cNvSpPr txBox="1"/>
          <p:nvPr/>
        </p:nvSpPr>
        <p:spPr>
          <a:xfrm>
            <a:off x="3850857" y="3283471"/>
            <a:ext cx="1241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bel" panose="02000506030000020004" pitchFamily="2" charset="0"/>
                <a:cs typeface="Times New Roman" panose="02020603050405020304" pitchFamily="18" charset="0"/>
              </a:rPr>
              <a:t>Demographic-Based Analysis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2E382112-4C9A-E41F-F8F8-009253667213}"/>
                  </a:ext>
                </a:extLst>
              </p:cNvPr>
              <p:cNvSpPr txBox="1"/>
              <p:nvPr/>
            </p:nvSpPr>
            <p:spPr>
              <a:xfrm>
                <a:off x="7727030" y="2557783"/>
                <a:ext cx="1188000" cy="661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fr-F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fr-FR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xx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fr-FR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fr-FR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xx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fr-FR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fr-FR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fr-FR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xx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bel" panose="02000506030000020004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2E382112-4C9A-E41F-F8F8-009253667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7030" y="2557783"/>
                <a:ext cx="1188000" cy="6611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ZoneTexte 49">
            <a:extLst>
              <a:ext uri="{FF2B5EF4-FFF2-40B4-BE49-F238E27FC236}">
                <a16:creationId xmlns:a16="http://schemas.microsoft.com/office/drawing/2014/main" id="{A33BCC4E-4E8C-764E-D023-BA94FCC85AE1}"/>
              </a:ext>
            </a:extLst>
          </p:cNvPr>
          <p:cNvSpPr txBox="1"/>
          <p:nvPr/>
        </p:nvSpPr>
        <p:spPr>
          <a:xfrm>
            <a:off x="6712855" y="2236759"/>
            <a:ext cx="1187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  <a:latin typeface="Abel" panose="02000506030000020004" pitchFamily="2" charset="0"/>
                <a:cs typeface="Times New Roman" panose="02020603050405020304" pitchFamily="18" charset="0"/>
              </a:rPr>
              <a:t>Final Recommendation</a:t>
            </a:r>
          </a:p>
        </p:txBody>
      </p: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ACD930D4-FF44-F197-5FEF-CB9BBA1F1536}"/>
              </a:ext>
            </a:extLst>
          </p:cNvPr>
          <p:cNvGrpSpPr/>
          <p:nvPr/>
        </p:nvGrpSpPr>
        <p:grpSpPr>
          <a:xfrm>
            <a:off x="4741051" y="4144325"/>
            <a:ext cx="1563180" cy="811629"/>
            <a:chOff x="1067588" y="4021552"/>
            <a:chExt cx="1563180" cy="8116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ZoneTexte 51">
                  <a:extLst>
                    <a:ext uri="{FF2B5EF4-FFF2-40B4-BE49-F238E27FC236}">
                      <a16:creationId xmlns:a16="http://schemas.microsoft.com/office/drawing/2014/main" id="{D3B1B96E-2D67-08B3-6C88-6E2CABE9C9B7}"/>
                    </a:ext>
                  </a:extLst>
                </p:cNvPr>
                <p:cNvSpPr txBox="1"/>
                <p:nvPr/>
              </p:nvSpPr>
              <p:spPr>
                <a:xfrm>
                  <a:off x="1067588" y="4021552"/>
                  <a:ext cx="1188000" cy="4914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fr-FR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fr-FR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⋯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⋯</m:t>
                                  </m:r>
                                </m:e>
                              </m:mr>
                              <m:mr>
                                <m:e>
                                  <m:d>
                                    <m:dPr>
                                      <m:ctrlPr>
                                        <a:rPr lang="fr-FR" sz="1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fr-FR" sz="10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x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0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xx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fr-FR" sz="1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fr-FR" sz="1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 sz="1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δ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 sz="100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δ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 sz="1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δ</m:t>
                                      </m:r>
                                    </m:e>
                                  </m:d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1000" dirty="0">
                    <a:solidFill>
                      <a:schemeClr val="tx1"/>
                    </a:solidFill>
                    <a:latin typeface="Abel" panose="02000506030000020004" pitchFamily="2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2" name="ZoneTexte 51">
                  <a:extLst>
                    <a:ext uri="{FF2B5EF4-FFF2-40B4-BE49-F238E27FC236}">
                      <a16:creationId xmlns:a16="http://schemas.microsoft.com/office/drawing/2014/main" id="{D3B1B96E-2D67-08B3-6C88-6E2CABE9C9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7588" y="4021552"/>
                  <a:ext cx="1188000" cy="49148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Forme libre : forme 52">
              <a:extLst>
                <a:ext uri="{FF2B5EF4-FFF2-40B4-BE49-F238E27FC236}">
                  <a16:creationId xmlns:a16="http://schemas.microsoft.com/office/drawing/2014/main" id="{98598160-C642-9999-3C82-5E08B2210F2C}"/>
                </a:ext>
              </a:extLst>
            </p:cNvPr>
            <p:cNvSpPr/>
            <p:nvPr/>
          </p:nvSpPr>
          <p:spPr>
            <a:xfrm flipV="1">
              <a:off x="1794235" y="4513033"/>
              <a:ext cx="224971" cy="180000"/>
            </a:xfrm>
            <a:custGeom>
              <a:avLst/>
              <a:gdLst>
                <a:gd name="connsiteX0" fmla="*/ 224971 w 224971"/>
                <a:gd name="connsiteY0" fmla="*/ 1397 h 161054"/>
                <a:gd name="connsiteX1" fmla="*/ 65314 w 224971"/>
                <a:gd name="connsiteY1" fmla="*/ 23168 h 161054"/>
                <a:gd name="connsiteX2" fmla="*/ 0 w 224971"/>
                <a:gd name="connsiteY2" fmla="*/ 161054 h 161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4971" h="161054">
                  <a:moveTo>
                    <a:pt x="224971" y="1397"/>
                  </a:moveTo>
                  <a:cubicBezTo>
                    <a:pt x="163890" y="-1023"/>
                    <a:pt x="102809" y="-3442"/>
                    <a:pt x="65314" y="23168"/>
                  </a:cubicBezTo>
                  <a:cubicBezTo>
                    <a:pt x="27819" y="49778"/>
                    <a:pt x="13909" y="105416"/>
                    <a:pt x="0" y="161054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ZoneTexte 53">
                  <a:extLst>
                    <a:ext uri="{FF2B5EF4-FFF2-40B4-BE49-F238E27FC236}">
                      <a16:creationId xmlns:a16="http://schemas.microsoft.com/office/drawing/2014/main" id="{F70EAB34-4A7D-930E-BFB5-ED8E53061DCB}"/>
                    </a:ext>
                  </a:extLst>
                </p:cNvPr>
                <p:cNvSpPr txBox="1"/>
                <p:nvPr/>
              </p:nvSpPr>
              <p:spPr>
                <a:xfrm>
                  <a:off x="1952475" y="4586960"/>
                  <a:ext cx="67829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Abel" panose="02000506030000020004" pitchFamily="2" charset="0"/>
                      <a:cs typeface="Times New Roman" panose="02020603050405020304" pitchFamily="18" charset="0"/>
                    </a:rPr>
                    <a:t>Score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</m:oMath>
                  </a14:m>
                  <a:endParaRPr lang="en-US" sz="1000" dirty="0">
                    <a:solidFill>
                      <a:schemeClr val="tx1"/>
                    </a:solidFill>
                    <a:latin typeface="Abel" panose="02000506030000020004" pitchFamily="2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4" name="ZoneTexte 53">
                  <a:extLst>
                    <a:ext uri="{FF2B5EF4-FFF2-40B4-BE49-F238E27FC236}">
                      <a16:creationId xmlns:a16="http://schemas.microsoft.com/office/drawing/2014/main" id="{F70EAB34-4A7D-930E-BFB5-ED8E53061D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2475" y="4586960"/>
                  <a:ext cx="678293" cy="246221"/>
                </a:xfrm>
                <a:prstGeom prst="rect">
                  <a:avLst/>
                </a:prstGeom>
                <a:blipFill>
                  <a:blip r:embed="rId9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5" name="Forme libre : forme 54">
            <a:extLst>
              <a:ext uri="{FF2B5EF4-FFF2-40B4-BE49-F238E27FC236}">
                <a16:creationId xmlns:a16="http://schemas.microsoft.com/office/drawing/2014/main" id="{98533E91-0E5E-CE3C-A596-B326E3A7A8E8}"/>
              </a:ext>
            </a:extLst>
          </p:cNvPr>
          <p:cNvSpPr/>
          <p:nvPr/>
        </p:nvSpPr>
        <p:spPr>
          <a:xfrm flipH="1" flipV="1">
            <a:off x="8096059" y="3275996"/>
            <a:ext cx="224971" cy="324000"/>
          </a:xfrm>
          <a:custGeom>
            <a:avLst/>
            <a:gdLst>
              <a:gd name="connsiteX0" fmla="*/ 224971 w 224971"/>
              <a:gd name="connsiteY0" fmla="*/ 1397 h 161054"/>
              <a:gd name="connsiteX1" fmla="*/ 65314 w 224971"/>
              <a:gd name="connsiteY1" fmla="*/ 23168 h 161054"/>
              <a:gd name="connsiteX2" fmla="*/ 0 w 224971"/>
              <a:gd name="connsiteY2" fmla="*/ 161054 h 161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4971" h="161054">
                <a:moveTo>
                  <a:pt x="224971" y="1397"/>
                </a:moveTo>
                <a:cubicBezTo>
                  <a:pt x="163890" y="-1023"/>
                  <a:pt x="102809" y="-3442"/>
                  <a:pt x="65314" y="23168"/>
                </a:cubicBezTo>
                <a:cubicBezTo>
                  <a:pt x="27819" y="49778"/>
                  <a:pt x="13909" y="105416"/>
                  <a:pt x="0" y="161054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03F1E791-31A6-7ED6-D398-7EC7E1E66515}"/>
              </a:ext>
            </a:extLst>
          </p:cNvPr>
          <p:cNvSpPr txBox="1"/>
          <p:nvPr/>
        </p:nvSpPr>
        <p:spPr>
          <a:xfrm>
            <a:off x="7183775" y="3320862"/>
            <a:ext cx="9482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bel" panose="02000506030000020004" pitchFamily="2" charset="0"/>
                <a:cs typeface="Times New Roman" panose="02020603050405020304" pitchFamily="18" charset="0"/>
              </a:rPr>
              <a:t>3 recommended items</a:t>
            </a:r>
          </a:p>
        </p:txBody>
      </p:sp>
      <p:sp>
        <p:nvSpPr>
          <p:cNvPr id="59" name="Forme libre : forme 58">
            <a:extLst>
              <a:ext uri="{FF2B5EF4-FFF2-40B4-BE49-F238E27FC236}">
                <a16:creationId xmlns:a16="http://schemas.microsoft.com/office/drawing/2014/main" id="{9E2C7A0E-5278-8C8A-783F-351D24AFEF69}"/>
              </a:ext>
            </a:extLst>
          </p:cNvPr>
          <p:cNvSpPr/>
          <p:nvPr/>
        </p:nvSpPr>
        <p:spPr>
          <a:xfrm>
            <a:off x="343166" y="4107543"/>
            <a:ext cx="3870305" cy="874945"/>
          </a:xfrm>
          <a:custGeom>
            <a:avLst/>
            <a:gdLst>
              <a:gd name="connsiteX0" fmla="*/ 0 w 3998686"/>
              <a:gd name="connsiteY0" fmla="*/ 827314 h 874945"/>
              <a:gd name="connsiteX1" fmla="*/ 2409371 w 3998686"/>
              <a:gd name="connsiteY1" fmla="*/ 783771 h 874945"/>
              <a:gd name="connsiteX2" fmla="*/ 3998686 w 3998686"/>
              <a:gd name="connsiteY2" fmla="*/ 0 h 874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98686" h="874945">
                <a:moveTo>
                  <a:pt x="0" y="827314"/>
                </a:moveTo>
                <a:cubicBezTo>
                  <a:pt x="871461" y="874485"/>
                  <a:pt x="1742923" y="921657"/>
                  <a:pt x="2409371" y="783771"/>
                </a:cubicBezTo>
                <a:cubicBezTo>
                  <a:pt x="3075819" y="645885"/>
                  <a:pt x="3801533" y="91924"/>
                  <a:pt x="3998686" y="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603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46" name="Google Shape;4746;p38"/>
          <p:cNvCxnSpPr/>
          <p:nvPr/>
        </p:nvCxnSpPr>
        <p:spPr>
          <a:xfrm>
            <a:off x="4572000" y="3589775"/>
            <a:ext cx="4572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D4B8A27F-6A5E-D92A-5C70-3047702CB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944205"/>
              </p:ext>
            </p:extLst>
          </p:nvPr>
        </p:nvGraphicFramePr>
        <p:xfrm>
          <a:off x="1497228" y="1182507"/>
          <a:ext cx="6149544" cy="3446460"/>
        </p:xfrm>
        <a:graphic>
          <a:graphicData uri="http://schemas.openxmlformats.org/drawingml/2006/table">
            <a:tbl>
              <a:tblPr/>
              <a:tblGrid>
                <a:gridCol w="2049848">
                  <a:extLst>
                    <a:ext uri="{9D8B030D-6E8A-4147-A177-3AD203B41FA5}">
                      <a16:colId xmlns:a16="http://schemas.microsoft.com/office/drawing/2014/main" val="3873966475"/>
                    </a:ext>
                  </a:extLst>
                </a:gridCol>
                <a:gridCol w="2049848">
                  <a:extLst>
                    <a:ext uri="{9D8B030D-6E8A-4147-A177-3AD203B41FA5}">
                      <a16:colId xmlns:a16="http://schemas.microsoft.com/office/drawing/2014/main" val="134637644"/>
                    </a:ext>
                  </a:extLst>
                </a:gridCol>
                <a:gridCol w="2049848">
                  <a:extLst>
                    <a:ext uri="{9D8B030D-6E8A-4147-A177-3AD203B41FA5}">
                      <a16:colId xmlns:a16="http://schemas.microsoft.com/office/drawing/2014/main" val="4161969786"/>
                    </a:ext>
                  </a:extLst>
                </a:gridCol>
              </a:tblGrid>
              <a:tr h="344646">
                <a:tc>
                  <a:txBody>
                    <a:bodyPr/>
                    <a:lstStyle/>
                    <a:p>
                      <a:pPr algn="l"/>
                      <a:r>
                        <a:rPr lang="fr-FR" sz="1000" b="1" i="1" dirty="0" err="1">
                          <a:solidFill>
                            <a:schemeClr val="tx2"/>
                          </a:solidFill>
                        </a:rPr>
                        <a:t>Feature</a:t>
                      </a:r>
                      <a:endParaRPr lang="fr-FR" sz="1000" b="1" i="1" dirty="0">
                        <a:solidFill>
                          <a:schemeClr val="tx2"/>
                        </a:solidFill>
                      </a:endParaRPr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i="1" dirty="0" err="1">
                          <a:solidFill>
                            <a:schemeClr val="tx2"/>
                          </a:solidFill>
                        </a:rPr>
                        <a:t>Classic</a:t>
                      </a:r>
                      <a:r>
                        <a:rPr lang="fr-FR" sz="1000" b="1" i="1" dirty="0">
                          <a:solidFill>
                            <a:schemeClr val="tx2"/>
                          </a:solidFill>
                        </a:rPr>
                        <a:t> MapReduce</a:t>
                      </a:r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1" dirty="0">
                          <a:solidFill>
                            <a:schemeClr val="tx2"/>
                          </a:solidFill>
                        </a:rPr>
                        <a:t>Workflow Systems</a:t>
                      </a:r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438889"/>
                  </a:ext>
                </a:extLst>
              </a:tr>
              <a:tr h="344646">
                <a:tc>
                  <a:txBody>
                    <a:bodyPr/>
                    <a:lstStyle/>
                    <a:p>
                      <a:r>
                        <a:rPr lang="fr-FR" sz="900" b="1"/>
                        <a:t>Architecture</a:t>
                      </a:r>
                      <a:endParaRPr lang="fr-FR" sz="900"/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 err="1"/>
                        <a:t>Two</a:t>
                      </a:r>
                      <a:r>
                        <a:rPr lang="fr-FR" sz="900" dirty="0"/>
                        <a:t>-stage (</a:t>
                      </a:r>
                      <a:r>
                        <a:rPr lang="fr-FR" sz="900" dirty="0" err="1"/>
                        <a:t>Map</a:t>
                      </a:r>
                      <a:r>
                        <a:rPr lang="fr-FR" sz="900" dirty="0"/>
                        <a:t> → </a:t>
                      </a:r>
                      <a:r>
                        <a:rPr lang="fr-FR" sz="900" dirty="0" err="1"/>
                        <a:t>Reduce</a:t>
                      </a:r>
                      <a:r>
                        <a:rPr lang="fr-FR" sz="900" dirty="0"/>
                        <a:t>)</a:t>
                      </a:r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Multi-stage, DAG-based (any number of steps)</a:t>
                      </a:r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258363"/>
                  </a:ext>
                </a:extLst>
              </a:tr>
              <a:tr h="344646">
                <a:tc>
                  <a:txBody>
                    <a:bodyPr/>
                    <a:lstStyle/>
                    <a:p>
                      <a:r>
                        <a:rPr lang="fr-FR" sz="900" b="1"/>
                        <a:t>Data Flow</a:t>
                      </a:r>
                      <a:endParaRPr lang="fr-FR" sz="900"/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Limited to Map and Reduce</a:t>
                      </a:r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Arbitrary data flow defined by the user</a:t>
                      </a:r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996199"/>
                  </a:ext>
                </a:extLst>
              </a:tr>
              <a:tr h="344646">
                <a:tc>
                  <a:txBody>
                    <a:bodyPr/>
                    <a:lstStyle/>
                    <a:p>
                      <a:r>
                        <a:rPr lang="fr-FR" sz="900" b="1"/>
                        <a:t>Intermediate Results</a:t>
                      </a:r>
                      <a:endParaRPr lang="fr-FR" sz="900"/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Written to disk between jobs</a:t>
                      </a:r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Passed directly between tasks, reducing I/O</a:t>
                      </a:r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466778"/>
                  </a:ext>
                </a:extLst>
              </a:tr>
              <a:tr h="344646">
                <a:tc>
                  <a:txBody>
                    <a:bodyPr/>
                    <a:lstStyle/>
                    <a:p>
                      <a:r>
                        <a:rPr lang="fr-FR" sz="900" b="1"/>
                        <a:t>Task Parallelism</a:t>
                      </a:r>
                      <a:endParaRPr lang="fr-FR" sz="900"/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Parallel map and reduce tasks</a:t>
                      </a:r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 err="1"/>
                        <a:t>Parallelism</a:t>
                      </a:r>
                      <a:r>
                        <a:rPr lang="fr-FR" sz="900" dirty="0"/>
                        <a:t> </a:t>
                      </a:r>
                      <a:r>
                        <a:rPr lang="fr-FR" sz="900" dirty="0" err="1"/>
                        <a:t>across</a:t>
                      </a:r>
                      <a:r>
                        <a:rPr lang="fr-FR" sz="900" dirty="0"/>
                        <a:t> </a:t>
                      </a:r>
                      <a:r>
                        <a:rPr lang="fr-FR" sz="900" dirty="0" err="1"/>
                        <a:t>arbitrary</a:t>
                      </a:r>
                      <a:r>
                        <a:rPr lang="fr-FR" sz="900" dirty="0"/>
                        <a:t> </a:t>
                      </a:r>
                      <a:r>
                        <a:rPr lang="fr-FR" sz="900" dirty="0" err="1"/>
                        <a:t>tasks</a:t>
                      </a:r>
                      <a:endParaRPr lang="fr-FR" sz="900" dirty="0"/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324370"/>
                  </a:ext>
                </a:extLst>
              </a:tr>
              <a:tr h="344646">
                <a:tc>
                  <a:txBody>
                    <a:bodyPr/>
                    <a:lstStyle/>
                    <a:p>
                      <a:r>
                        <a:rPr lang="fr-FR" sz="900" b="1"/>
                        <a:t>Job Orchestration</a:t>
                      </a:r>
                      <a:endParaRPr lang="fr-FR" sz="900"/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/>
                        <a:t>Manually chain multiple jobs</a:t>
                      </a:r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Single workflow with dependencies between tasks</a:t>
                      </a:r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017852"/>
                  </a:ext>
                </a:extLst>
              </a:tr>
              <a:tr h="344646">
                <a:tc>
                  <a:txBody>
                    <a:bodyPr/>
                    <a:lstStyle/>
                    <a:p>
                      <a:r>
                        <a:rPr lang="fr-FR" sz="900" b="1"/>
                        <a:t>Fault Tolerance</a:t>
                      </a:r>
                      <a:endParaRPr lang="fr-FR" sz="900"/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Re-executes failed Map or Reduce task</a:t>
                      </a:r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Re-executes failed tasks without data duplication</a:t>
                      </a:r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005846"/>
                  </a:ext>
                </a:extLst>
              </a:tr>
              <a:tr h="344646">
                <a:tc>
                  <a:txBody>
                    <a:bodyPr/>
                    <a:lstStyle/>
                    <a:p>
                      <a:r>
                        <a:rPr lang="fr-FR" sz="900" b="1"/>
                        <a:t>Ease of Use</a:t>
                      </a:r>
                      <a:endParaRPr lang="fr-FR" sz="900"/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/>
                        <a:t>Simple but rigid</a:t>
                      </a:r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More complex, but allows flexible computation</a:t>
                      </a:r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049587"/>
                  </a:ext>
                </a:extLst>
              </a:tr>
              <a:tr h="344646">
                <a:tc>
                  <a:txBody>
                    <a:bodyPr/>
                    <a:lstStyle/>
                    <a:p>
                      <a:r>
                        <a:rPr lang="fr-FR" sz="900" b="1"/>
                        <a:t>Optimization</a:t>
                      </a:r>
                      <a:endParaRPr lang="fr-FR" sz="900"/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Limited to Map and Reduce phases</a:t>
                      </a:r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Optimized task scheduling and resource usage</a:t>
                      </a:r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6528"/>
                  </a:ext>
                </a:extLst>
              </a:tr>
              <a:tr h="344646">
                <a:tc>
                  <a:txBody>
                    <a:bodyPr/>
                    <a:lstStyle/>
                    <a:p>
                      <a:r>
                        <a:rPr lang="fr-FR" sz="900" b="1"/>
                        <a:t>Typical Use Cases</a:t>
                      </a:r>
                      <a:endParaRPr lang="fr-FR" sz="900"/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/>
                        <a:t>Simple large-scale data aggregations</a:t>
                      </a:r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 err="1"/>
                        <a:t>Complex</a:t>
                      </a:r>
                      <a:r>
                        <a:rPr lang="fr-FR" sz="900" dirty="0"/>
                        <a:t> multi-</a:t>
                      </a:r>
                      <a:r>
                        <a:rPr lang="fr-FR" sz="900" dirty="0" err="1"/>
                        <a:t>step</a:t>
                      </a:r>
                      <a:r>
                        <a:rPr lang="fr-FR" sz="900" dirty="0"/>
                        <a:t> data </a:t>
                      </a:r>
                      <a:r>
                        <a:rPr lang="fr-FR" sz="900" dirty="0" err="1"/>
                        <a:t>processing</a:t>
                      </a:r>
                      <a:r>
                        <a:rPr lang="fr-FR" sz="900" dirty="0"/>
                        <a:t> pipelines</a:t>
                      </a:r>
                    </a:p>
                  </a:txBody>
                  <a:tcPr marL="60820" marR="60820" marT="30410" marB="3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429311"/>
                  </a:ext>
                </a:extLst>
              </a:tr>
            </a:tbl>
          </a:graphicData>
        </a:graphic>
      </p:graphicFrame>
      <p:sp>
        <p:nvSpPr>
          <p:cNvPr id="7" name="Google Shape;4789;p42">
            <a:extLst>
              <a:ext uri="{FF2B5EF4-FFF2-40B4-BE49-F238E27FC236}">
                <a16:creationId xmlns:a16="http://schemas.microsoft.com/office/drawing/2014/main" id="{F24C5D14-FCC0-E8D8-B342-34927BD7A1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750" y="336304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Comparison Table</a:t>
            </a:r>
            <a:endParaRPr sz="3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6" name="Google Shape;4736;p37"/>
          <p:cNvSpPr txBox="1">
            <a:spLocks noGrp="1"/>
          </p:cNvSpPr>
          <p:nvPr>
            <p:ph type="title"/>
          </p:nvPr>
        </p:nvSpPr>
        <p:spPr>
          <a:xfrm>
            <a:off x="326570" y="2330703"/>
            <a:ext cx="8490857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Recursive</a:t>
            </a:r>
            <a:r>
              <a:rPr lang="fr-FR" dirty="0"/>
              <a:t> </a:t>
            </a:r>
            <a:r>
              <a:rPr lang="en-US" dirty="0"/>
              <a:t>Systems</a:t>
            </a:r>
          </a:p>
        </p:txBody>
      </p:sp>
      <p:sp>
        <p:nvSpPr>
          <p:cNvPr id="4737" name="Google Shape;4737;p37"/>
          <p:cNvSpPr txBox="1">
            <a:spLocks noGrp="1"/>
          </p:cNvSpPr>
          <p:nvPr>
            <p:ph type="subTitle" idx="1"/>
          </p:nvPr>
        </p:nvSpPr>
        <p:spPr>
          <a:xfrm>
            <a:off x="2907200" y="3604219"/>
            <a:ext cx="3329595" cy="4339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Iterative Processing until</a:t>
            </a:r>
            <a:r>
              <a:rPr lang="fr-FR" b="1" dirty="0"/>
              <a:t> convergence</a:t>
            </a:r>
            <a:endParaRPr lang="en-US" dirty="0"/>
          </a:p>
        </p:txBody>
      </p:sp>
      <p:sp>
        <p:nvSpPr>
          <p:cNvPr id="4738" name="Google Shape;4738;p37"/>
          <p:cNvSpPr txBox="1">
            <a:spLocks noGrp="1"/>
          </p:cNvSpPr>
          <p:nvPr>
            <p:ph type="title" idx="2"/>
          </p:nvPr>
        </p:nvSpPr>
        <p:spPr>
          <a:xfrm>
            <a:off x="3527550" y="1105335"/>
            <a:ext cx="2088900" cy="10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3</a:t>
            </a:r>
            <a:endParaRPr dirty="0"/>
          </a:p>
        </p:txBody>
      </p:sp>
      <p:cxnSp>
        <p:nvCxnSpPr>
          <p:cNvPr id="4739" name="Google Shape;4739;p37"/>
          <p:cNvCxnSpPr/>
          <p:nvPr/>
        </p:nvCxnSpPr>
        <p:spPr>
          <a:xfrm>
            <a:off x="2082600" y="3339772"/>
            <a:ext cx="4978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431515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2" name="Google Shape;4752;p39"/>
          <p:cNvSpPr txBox="1">
            <a:spLocks noGrp="1"/>
          </p:cNvSpPr>
          <p:nvPr>
            <p:ph type="body" idx="1"/>
          </p:nvPr>
        </p:nvSpPr>
        <p:spPr>
          <a:xfrm>
            <a:off x="713325" y="2198444"/>
            <a:ext cx="2789100" cy="8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Aft>
                <a:spcPts val="1200"/>
              </a:spcAft>
            </a:pPr>
            <a:r>
              <a:rPr lang="fr-FR" dirty="0"/>
              <a:t>Convergence Check</a:t>
            </a:r>
          </a:p>
          <a:p>
            <a:pPr marL="285750" indent="-285750"/>
            <a:r>
              <a:rPr lang="fr-FR" dirty="0"/>
              <a:t>Maximum </a:t>
            </a:r>
            <a:r>
              <a:rPr lang="en-US" dirty="0"/>
              <a:t>Iteration</a:t>
            </a:r>
            <a:r>
              <a:rPr lang="fr-FR" dirty="0"/>
              <a:t> Count</a:t>
            </a:r>
            <a:endParaRPr dirty="0"/>
          </a:p>
        </p:txBody>
      </p:sp>
      <p:sp>
        <p:nvSpPr>
          <p:cNvPr id="4753" name="Google Shape;4753;p39"/>
          <p:cNvSpPr txBox="1">
            <a:spLocks noGrp="1"/>
          </p:cNvSpPr>
          <p:nvPr>
            <p:ph type="body" idx="2"/>
          </p:nvPr>
        </p:nvSpPr>
        <p:spPr>
          <a:xfrm>
            <a:off x="5641238" y="2194349"/>
            <a:ext cx="2789100" cy="14051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Aft>
                <a:spcPts val="1200"/>
              </a:spcAft>
            </a:pPr>
            <a:r>
              <a:rPr lang="en-US" b="1" dirty="0"/>
              <a:t>Task Checkpointing </a:t>
            </a:r>
            <a:r>
              <a:rPr lang="en-US" dirty="0"/>
              <a:t>: Save intermediate results</a:t>
            </a:r>
          </a:p>
          <a:p>
            <a:pPr marL="285750" indent="-285750"/>
            <a:r>
              <a:rPr lang="en-US" b="1" dirty="0"/>
              <a:t>Deduplication Tasks </a:t>
            </a:r>
            <a:r>
              <a:rPr lang="en-US" dirty="0"/>
              <a:t>: Tasks that explicitly eliminate duplicates before passing data downstream</a:t>
            </a:r>
            <a:endParaRPr dirty="0"/>
          </a:p>
        </p:txBody>
      </p:sp>
      <p:sp>
        <p:nvSpPr>
          <p:cNvPr id="4754" name="Google Shape;4754;p39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Issue to avoid</a:t>
            </a:r>
            <a:endParaRPr dirty="0"/>
          </a:p>
        </p:txBody>
      </p:sp>
      <p:sp>
        <p:nvSpPr>
          <p:cNvPr id="4755" name="Google Shape;4755;p39"/>
          <p:cNvSpPr txBox="1">
            <a:spLocks noGrp="1"/>
          </p:cNvSpPr>
          <p:nvPr>
            <p:ph type="subTitle" idx="3"/>
          </p:nvPr>
        </p:nvSpPr>
        <p:spPr>
          <a:xfrm>
            <a:off x="713325" y="1700625"/>
            <a:ext cx="3423246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Infinite Loops</a:t>
            </a:r>
          </a:p>
        </p:txBody>
      </p:sp>
      <p:sp>
        <p:nvSpPr>
          <p:cNvPr id="4756" name="Google Shape;4756;p39"/>
          <p:cNvSpPr txBox="1">
            <a:spLocks noGrp="1"/>
          </p:cNvSpPr>
          <p:nvPr>
            <p:ph type="subTitle" idx="4"/>
          </p:nvPr>
        </p:nvSpPr>
        <p:spPr>
          <a:xfrm>
            <a:off x="5645572" y="1700625"/>
            <a:ext cx="27852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Failure Handling</a:t>
            </a:r>
            <a:endParaRPr dirty="0"/>
          </a:p>
        </p:txBody>
      </p:sp>
      <p:cxnSp>
        <p:nvCxnSpPr>
          <p:cNvPr id="4757" name="Google Shape;4757;p39"/>
          <p:cNvCxnSpPr/>
          <p:nvPr/>
        </p:nvCxnSpPr>
        <p:spPr>
          <a:xfrm>
            <a:off x="4572000" y="1700625"/>
            <a:ext cx="4572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8" name="Google Shape;4758;p39"/>
          <p:cNvCxnSpPr/>
          <p:nvPr/>
        </p:nvCxnSpPr>
        <p:spPr>
          <a:xfrm>
            <a:off x="0" y="3236250"/>
            <a:ext cx="4572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5" name="Google Shape;4775;p41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Google : Page Rank</a:t>
            </a:r>
            <a:endParaRPr dirty="0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32DE03B0-9DC5-0439-AC0E-8B41E020C5B0}"/>
              </a:ext>
            </a:extLst>
          </p:cNvPr>
          <p:cNvGrpSpPr/>
          <p:nvPr/>
        </p:nvGrpSpPr>
        <p:grpSpPr>
          <a:xfrm>
            <a:off x="4905424" y="1482224"/>
            <a:ext cx="540002" cy="786221"/>
            <a:chOff x="3707998" y="1634625"/>
            <a:chExt cx="540002" cy="786221"/>
          </a:xfrm>
        </p:grpSpPr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02F04AB8-EDDC-8144-17A5-5C264CAA1658}"/>
                </a:ext>
              </a:extLst>
            </p:cNvPr>
            <p:cNvSpPr txBox="1">
              <a:spLocks/>
            </p:cNvSpPr>
            <p:nvPr/>
          </p:nvSpPr>
          <p:spPr>
            <a:xfrm>
              <a:off x="3708000" y="1880846"/>
              <a:ext cx="540000" cy="540000"/>
            </a:xfrm>
            <a:prstGeom prst="rect">
              <a:avLst/>
            </a:prstGeom>
            <a:solidFill>
              <a:srgbClr val="528FD8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fr-FR" dirty="0"/>
                <a:t>A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F1622DC6-F953-4A1E-CF8A-34105720159D}"/>
                </a:ext>
              </a:extLst>
            </p:cNvPr>
            <p:cNvSpPr txBox="1"/>
            <p:nvPr/>
          </p:nvSpPr>
          <p:spPr>
            <a:xfrm>
              <a:off x="3707998" y="1634625"/>
              <a:ext cx="5400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bel" panose="02000506030000020004" pitchFamily="2" charset="0"/>
                  <a:cs typeface="Times New Roman" panose="02020603050405020304" pitchFamily="18" charset="0"/>
                </a:rPr>
                <a:t>0,4</a:t>
              </a:r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7CB8FB23-0220-79DE-9631-E04F3F47953C}"/>
              </a:ext>
            </a:extLst>
          </p:cNvPr>
          <p:cNvGrpSpPr/>
          <p:nvPr/>
        </p:nvGrpSpPr>
        <p:grpSpPr>
          <a:xfrm>
            <a:off x="3961996" y="2268445"/>
            <a:ext cx="540002" cy="786221"/>
            <a:chOff x="3707998" y="1634625"/>
            <a:chExt cx="540002" cy="786221"/>
          </a:xfrm>
        </p:grpSpPr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C2F996D8-40D9-C854-D082-E1BCB3A00492}"/>
                </a:ext>
              </a:extLst>
            </p:cNvPr>
            <p:cNvSpPr txBox="1">
              <a:spLocks/>
            </p:cNvSpPr>
            <p:nvPr/>
          </p:nvSpPr>
          <p:spPr>
            <a:xfrm>
              <a:off x="3708000" y="1880846"/>
              <a:ext cx="540000" cy="540000"/>
            </a:xfrm>
            <a:prstGeom prst="rect">
              <a:avLst/>
            </a:prstGeom>
            <a:solidFill>
              <a:srgbClr val="528FD8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fr-FR" dirty="0"/>
                <a:t>B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D29E3DA0-AC3B-7693-88CE-8583C4A30AC6}"/>
                </a:ext>
              </a:extLst>
            </p:cNvPr>
            <p:cNvSpPr txBox="1"/>
            <p:nvPr/>
          </p:nvSpPr>
          <p:spPr>
            <a:xfrm>
              <a:off x="3707998" y="1634625"/>
              <a:ext cx="5400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bel" panose="02000506030000020004" pitchFamily="2" charset="0"/>
                  <a:cs typeface="Times New Roman" panose="02020603050405020304" pitchFamily="18" charset="0"/>
                </a:rPr>
                <a:t>0,1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67C36629-4645-8CCF-2B73-130E3B441FCB}"/>
              </a:ext>
            </a:extLst>
          </p:cNvPr>
          <p:cNvGrpSpPr/>
          <p:nvPr/>
        </p:nvGrpSpPr>
        <p:grpSpPr>
          <a:xfrm>
            <a:off x="5848855" y="2268445"/>
            <a:ext cx="540002" cy="786221"/>
            <a:chOff x="3707998" y="1634625"/>
            <a:chExt cx="540002" cy="786221"/>
          </a:xfrm>
        </p:grpSpPr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F0F9D09A-8318-CC67-B638-942418DBC443}"/>
                </a:ext>
              </a:extLst>
            </p:cNvPr>
            <p:cNvSpPr txBox="1">
              <a:spLocks/>
            </p:cNvSpPr>
            <p:nvPr/>
          </p:nvSpPr>
          <p:spPr>
            <a:xfrm>
              <a:off x="3708000" y="1880846"/>
              <a:ext cx="540000" cy="540000"/>
            </a:xfrm>
            <a:prstGeom prst="rect">
              <a:avLst/>
            </a:prstGeom>
            <a:solidFill>
              <a:srgbClr val="528FD8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fr-FR" dirty="0"/>
                <a:t>C</a:t>
              </a:r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5F5BDAE4-6E37-E00C-5AFA-ED98AA9CA4C3}"/>
                </a:ext>
              </a:extLst>
            </p:cNvPr>
            <p:cNvSpPr txBox="1"/>
            <p:nvPr/>
          </p:nvSpPr>
          <p:spPr>
            <a:xfrm>
              <a:off x="3707998" y="1634625"/>
              <a:ext cx="5400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bel" panose="02000506030000020004" pitchFamily="2" charset="0"/>
                  <a:cs typeface="Times New Roman" panose="02020603050405020304" pitchFamily="18" charset="0"/>
                </a:rPr>
                <a:t>0,1</a:t>
              </a:r>
            </a:p>
          </p:txBody>
        </p:sp>
      </p:grpSp>
      <p:cxnSp>
        <p:nvCxnSpPr>
          <p:cNvPr id="28" name="Connecteur : en arc 27">
            <a:extLst>
              <a:ext uri="{FF2B5EF4-FFF2-40B4-BE49-F238E27FC236}">
                <a16:creationId xmlns:a16="http://schemas.microsoft.com/office/drawing/2014/main" id="{F011B289-CCB5-6B99-D798-BCF007DEBA20}"/>
              </a:ext>
            </a:extLst>
          </p:cNvPr>
          <p:cNvCxnSpPr>
            <a:cxnSpLocks/>
            <a:stCxn id="18" idx="2"/>
            <a:endCxn id="22" idx="3"/>
          </p:cNvCxnSpPr>
          <p:nvPr/>
        </p:nvCxnSpPr>
        <p:spPr>
          <a:xfrm rot="5400000">
            <a:off x="4580602" y="2189841"/>
            <a:ext cx="516221" cy="673428"/>
          </a:xfrm>
          <a:prstGeom prst="curved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eur : en arc 29">
            <a:extLst>
              <a:ext uri="{FF2B5EF4-FFF2-40B4-BE49-F238E27FC236}">
                <a16:creationId xmlns:a16="http://schemas.microsoft.com/office/drawing/2014/main" id="{68B3F765-A1B8-2B19-7A83-AF058201FB59}"/>
              </a:ext>
            </a:extLst>
          </p:cNvPr>
          <p:cNvCxnSpPr>
            <a:cxnSpLocks/>
            <a:stCxn id="18" idx="2"/>
            <a:endCxn id="25" idx="1"/>
          </p:cNvCxnSpPr>
          <p:nvPr/>
        </p:nvCxnSpPr>
        <p:spPr>
          <a:xfrm rot="16200000" flipH="1">
            <a:off x="5254031" y="2189839"/>
            <a:ext cx="516221" cy="673431"/>
          </a:xfrm>
          <a:prstGeom prst="curved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DBD26064-0D60-0908-3174-83B7B1344B21}"/>
              </a:ext>
            </a:extLst>
          </p:cNvPr>
          <p:cNvGrpSpPr/>
          <p:nvPr/>
        </p:nvGrpSpPr>
        <p:grpSpPr>
          <a:xfrm>
            <a:off x="4905423" y="3054666"/>
            <a:ext cx="540002" cy="786221"/>
            <a:chOff x="3707998" y="1634625"/>
            <a:chExt cx="540002" cy="786221"/>
          </a:xfrm>
        </p:grpSpPr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EEEC3D55-BAD5-224A-7CBA-70D60F928B4B}"/>
                </a:ext>
              </a:extLst>
            </p:cNvPr>
            <p:cNvSpPr txBox="1">
              <a:spLocks/>
            </p:cNvSpPr>
            <p:nvPr/>
          </p:nvSpPr>
          <p:spPr>
            <a:xfrm>
              <a:off x="3708000" y="1880846"/>
              <a:ext cx="540000" cy="540000"/>
            </a:xfrm>
            <a:prstGeom prst="rect">
              <a:avLst/>
            </a:prstGeom>
            <a:solidFill>
              <a:srgbClr val="528FD8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fr-FR" dirty="0"/>
                <a:t>D</a:t>
              </a:r>
            </a:p>
          </p:txBody>
        </p: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F9A525B4-5A88-9C34-F1C0-32BF7E69F556}"/>
                </a:ext>
              </a:extLst>
            </p:cNvPr>
            <p:cNvSpPr txBox="1"/>
            <p:nvPr/>
          </p:nvSpPr>
          <p:spPr>
            <a:xfrm>
              <a:off x="3707998" y="1634625"/>
              <a:ext cx="5400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bel" panose="02000506030000020004" pitchFamily="2" charset="0"/>
                  <a:cs typeface="Times New Roman" panose="02020603050405020304" pitchFamily="18" charset="0"/>
                </a:rPr>
                <a:t>0,05</a:t>
              </a:r>
            </a:p>
          </p:txBody>
        </p:sp>
      </p:grpSp>
      <p:cxnSp>
        <p:nvCxnSpPr>
          <p:cNvPr id="37" name="Connecteur : en arc 36">
            <a:extLst>
              <a:ext uri="{FF2B5EF4-FFF2-40B4-BE49-F238E27FC236}">
                <a16:creationId xmlns:a16="http://schemas.microsoft.com/office/drawing/2014/main" id="{4A6CCE1E-FE85-6A4D-1D04-EF5F6BADB922}"/>
              </a:ext>
            </a:extLst>
          </p:cNvPr>
          <p:cNvCxnSpPr>
            <a:stCxn id="22" idx="2"/>
            <a:endCxn id="34" idx="1"/>
          </p:cNvCxnSpPr>
          <p:nvPr/>
        </p:nvCxnSpPr>
        <p:spPr>
          <a:xfrm rot="16200000" flipH="1">
            <a:off x="4310601" y="2976062"/>
            <a:ext cx="516221" cy="673427"/>
          </a:xfrm>
          <a:prstGeom prst="curved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4BE5951A-CC00-16AC-2AE0-3AC8F0A2152E}"/>
              </a:ext>
            </a:extLst>
          </p:cNvPr>
          <p:cNvGrpSpPr/>
          <p:nvPr/>
        </p:nvGrpSpPr>
        <p:grpSpPr>
          <a:xfrm>
            <a:off x="7176516" y="2268443"/>
            <a:ext cx="540002" cy="786221"/>
            <a:chOff x="3707998" y="1634625"/>
            <a:chExt cx="540002" cy="786221"/>
          </a:xfrm>
        </p:grpSpPr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BD248BF1-1076-2575-D33F-12F2CC7B67CE}"/>
                </a:ext>
              </a:extLst>
            </p:cNvPr>
            <p:cNvSpPr txBox="1">
              <a:spLocks/>
            </p:cNvSpPr>
            <p:nvPr/>
          </p:nvSpPr>
          <p:spPr>
            <a:xfrm>
              <a:off x="3708000" y="1880846"/>
              <a:ext cx="540000" cy="540000"/>
            </a:xfrm>
            <a:prstGeom prst="rect">
              <a:avLst/>
            </a:prstGeom>
            <a:solidFill>
              <a:srgbClr val="528FD8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fr-FR" dirty="0"/>
                <a:t>D</a:t>
              </a:r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C2C1E66D-6B2F-43D9-DBE2-430BFBC110DC}"/>
                </a:ext>
              </a:extLst>
            </p:cNvPr>
            <p:cNvSpPr txBox="1"/>
            <p:nvPr/>
          </p:nvSpPr>
          <p:spPr>
            <a:xfrm>
              <a:off x="3707998" y="1634625"/>
              <a:ext cx="5400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bel" panose="02000506030000020004" pitchFamily="2" charset="0"/>
                  <a:cs typeface="Times New Roman" panose="02020603050405020304" pitchFamily="18" charset="0"/>
                </a:rPr>
                <a:t>0,05</a:t>
              </a:r>
            </a:p>
          </p:txBody>
        </p:sp>
      </p:grp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25463ED2-038E-EECF-C573-33E32E3887FB}"/>
              </a:ext>
            </a:extLst>
          </p:cNvPr>
          <p:cNvCxnSpPr>
            <a:stCxn id="25" idx="3"/>
            <a:endCxn id="41" idx="1"/>
          </p:cNvCxnSpPr>
          <p:nvPr/>
        </p:nvCxnSpPr>
        <p:spPr>
          <a:xfrm flipV="1">
            <a:off x="6388857" y="2784664"/>
            <a:ext cx="787661" cy="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A9F7A089-2AED-B685-1466-9AA4C94B6720}"/>
                  </a:ext>
                </a:extLst>
              </p:cNvPr>
              <p:cNvSpPr txBox="1"/>
              <p:nvPr/>
            </p:nvSpPr>
            <p:spPr>
              <a:xfrm>
                <a:off x="716324" y="2508552"/>
                <a:ext cx="2458009" cy="540917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𝑃𝑅</m:t>
                      </m:r>
                      <m:d>
                        <m:dPr>
                          <m:ctrlP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</m:d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F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𝑃𝑅</m:t>
                      </m:r>
                      <m:d>
                        <m:dPr>
                          <m:ctrlP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</m:d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𝑃𝑅</m:t>
                          </m:r>
                          <m:d>
                            <m:dPr>
                              <m:ctrlPr>
                                <a:rPr lang="fr-F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fr-F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÷</m:t>
                          </m:r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bel" panose="02000506030000020004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A9F7A089-2AED-B685-1466-9AA4C94B6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324" y="2508552"/>
                <a:ext cx="2458009" cy="5409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0232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5" name="Google Shape;4775;p41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Google : Page Rank</a:t>
            </a:r>
            <a:endParaRPr dirty="0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32DE03B0-9DC5-0439-AC0E-8B41E020C5B0}"/>
              </a:ext>
            </a:extLst>
          </p:cNvPr>
          <p:cNvGrpSpPr/>
          <p:nvPr/>
        </p:nvGrpSpPr>
        <p:grpSpPr>
          <a:xfrm>
            <a:off x="4905424" y="1482224"/>
            <a:ext cx="540002" cy="786221"/>
            <a:chOff x="3707998" y="1634625"/>
            <a:chExt cx="540002" cy="786221"/>
          </a:xfrm>
        </p:grpSpPr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02F04AB8-EDDC-8144-17A5-5C264CAA1658}"/>
                </a:ext>
              </a:extLst>
            </p:cNvPr>
            <p:cNvSpPr txBox="1">
              <a:spLocks/>
            </p:cNvSpPr>
            <p:nvPr/>
          </p:nvSpPr>
          <p:spPr>
            <a:xfrm>
              <a:off x="3708000" y="1880846"/>
              <a:ext cx="540000" cy="540000"/>
            </a:xfrm>
            <a:prstGeom prst="rect">
              <a:avLst/>
            </a:prstGeom>
            <a:solidFill>
              <a:srgbClr val="528FD8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fr-FR" dirty="0"/>
                <a:t>A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F1622DC6-F953-4A1E-CF8A-34105720159D}"/>
                </a:ext>
              </a:extLst>
            </p:cNvPr>
            <p:cNvSpPr txBox="1"/>
            <p:nvPr/>
          </p:nvSpPr>
          <p:spPr>
            <a:xfrm>
              <a:off x="3707998" y="1634625"/>
              <a:ext cx="5400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bel" panose="02000506030000020004" pitchFamily="2" charset="0"/>
                  <a:cs typeface="Times New Roman" panose="02020603050405020304" pitchFamily="18" charset="0"/>
                </a:rPr>
                <a:t>0,4</a:t>
              </a:r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7CB8FB23-0220-79DE-9631-E04F3F47953C}"/>
              </a:ext>
            </a:extLst>
          </p:cNvPr>
          <p:cNvGrpSpPr/>
          <p:nvPr/>
        </p:nvGrpSpPr>
        <p:grpSpPr>
          <a:xfrm>
            <a:off x="3961996" y="2268445"/>
            <a:ext cx="540002" cy="786221"/>
            <a:chOff x="3707998" y="1634625"/>
            <a:chExt cx="540002" cy="786221"/>
          </a:xfrm>
        </p:grpSpPr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C2F996D8-40D9-C854-D082-E1BCB3A00492}"/>
                </a:ext>
              </a:extLst>
            </p:cNvPr>
            <p:cNvSpPr txBox="1">
              <a:spLocks/>
            </p:cNvSpPr>
            <p:nvPr/>
          </p:nvSpPr>
          <p:spPr>
            <a:xfrm>
              <a:off x="3708000" y="1880846"/>
              <a:ext cx="540000" cy="540000"/>
            </a:xfrm>
            <a:prstGeom prst="rect">
              <a:avLst/>
            </a:prstGeom>
            <a:solidFill>
              <a:srgbClr val="528FD8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fr-FR" dirty="0"/>
                <a:t>B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D29E3DA0-AC3B-7693-88CE-8583C4A30AC6}"/>
                </a:ext>
              </a:extLst>
            </p:cNvPr>
            <p:cNvSpPr txBox="1"/>
            <p:nvPr/>
          </p:nvSpPr>
          <p:spPr>
            <a:xfrm>
              <a:off x="3707998" y="1634625"/>
              <a:ext cx="5400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bel" panose="02000506030000020004" pitchFamily="2" charset="0"/>
                  <a:cs typeface="Times New Roman" panose="02020603050405020304" pitchFamily="18" charset="0"/>
                </a:rPr>
                <a:t>0,1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67C36629-4645-8CCF-2B73-130E3B441FCB}"/>
              </a:ext>
            </a:extLst>
          </p:cNvPr>
          <p:cNvGrpSpPr/>
          <p:nvPr/>
        </p:nvGrpSpPr>
        <p:grpSpPr>
          <a:xfrm>
            <a:off x="5848855" y="2268445"/>
            <a:ext cx="540002" cy="786221"/>
            <a:chOff x="3707998" y="1634625"/>
            <a:chExt cx="540002" cy="786221"/>
          </a:xfrm>
        </p:grpSpPr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F0F9D09A-8318-CC67-B638-942418DBC443}"/>
                </a:ext>
              </a:extLst>
            </p:cNvPr>
            <p:cNvSpPr txBox="1">
              <a:spLocks/>
            </p:cNvSpPr>
            <p:nvPr/>
          </p:nvSpPr>
          <p:spPr>
            <a:xfrm>
              <a:off x="3708000" y="1880846"/>
              <a:ext cx="540000" cy="540000"/>
            </a:xfrm>
            <a:prstGeom prst="rect">
              <a:avLst/>
            </a:prstGeom>
            <a:solidFill>
              <a:srgbClr val="528FD8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fr-FR" dirty="0"/>
                <a:t>C</a:t>
              </a:r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5F5BDAE4-6E37-E00C-5AFA-ED98AA9CA4C3}"/>
                </a:ext>
              </a:extLst>
            </p:cNvPr>
            <p:cNvSpPr txBox="1"/>
            <p:nvPr/>
          </p:nvSpPr>
          <p:spPr>
            <a:xfrm>
              <a:off x="3707998" y="1634625"/>
              <a:ext cx="5400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bel" panose="02000506030000020004" pitchFamily="2" charset="0"/>
                  <a:cs typeface="Times New Roman" panose="02020603050405020304" pitchFamily="18" charset="0"/>
                </a:rPr>
                <a:t>0,125</a:t>
              </a:r>
            </a:p>
          </p:txBody>
        </p:sp>
      </p:grpSp>
      <p:cxnSp>
        <p:nvCxnSpPr>
          <p:cNvPr id="28" name="Connecteur : en arc 27">
            <a:extLst>
              <a:ext uri="{FF2B5EF4-FFF2-40B4-BE49-F238E27FC236}">
                <a16:creationId xmlns:a16="http://schemas.microsoft.com/office/drawing/2014/main" id="{F011B289-CCB5-6B99-D798-BCF007DEBA20}"/>
              </a:ext>
            </a:extLst>
          </p:cNvPr>
          <p:cNvCxnSpPr>
            <a:cxnSpLocks/>
            <a:stCxn id="18" idx="2"/>
            <a:endCxn id="22" idx="3"/>
          </p:cNvCxnSpPr>
          <p:nvPr/>
        </p:nvCxnSpPr>
        <p:spPr>
          <a:xfrm rot="5400000">
            <a:off x="4580602" y="2189841"/>
            <a:ext cx="516221" cy="673428"/>
          </a:xfrm>
          <a:prstGeom prst="curved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eur : en arc 29">
            <a:extLst>
              <a:ext uri="{FF2B5EF4-FFF2-40B4-BE49-F238E27FC236}">
                <a16:creationId xmlns:a16="http://schemas.microsoft.com/office/drawing/2014/main" id="{68B3F765-A1B8-2B19-7A83-AF058201FB59}"/>
              </a:ext>
            </a:extLst>
          </p:cNvPr>
          <p:cNvCxnSpPr>
            <a:cxnSpLocks/>
            <a:stCxn id="18" idx="2"/>
            <a:endCxn id="25" idx="1"/>
          </p:cNvCxnSpPr>
          <p:nvPr/>
        </p:nvCxnSpPr>
        <p:spPr>
          <a:xfrm rot="16200000" flipH="1">
            <a:off x="5254031" y="2189839"/>
            <a:ext cx="516221" cy="673431"/>
          </a:xfrm>
          <a:prstGeom prst="curved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DBD26064-0D60-0908-3174-83B7B1344B21}"/>
              </a:ext>
            </a:extLst>
          </p:cNvPr>
          <p:cNvGrpSpPr/>
          <p:nvPr/>
        </p:nvGrpSpPr>
        <p:grpSpPr>
          <a:xfrm>
            <a:off x="4905423" y="3054666"/>
            <a:ext cx="540002" cy="786221"/>
            <a:chOff x="3707998" y="1634625"/>
            <a:chExt cx="540002" cy="786221"/>
          </a:xfrm>
        </p:grpSpPr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EEEC3D55-BAD5-224A-7CBA-70D60F928B4B}"/>
                </a:ext>
              </a:extLst>
            </p:cNvPr>
            <p:cNvSpPr txBox="1">
              <a:spLocks/>
            </p:cNvSpPr>
            <p:nvPr/>
          </p:nvSpPr>
          <p:spPr>
            <a:xfrm>
              <a:off x="3708000" y="1880846"/>
              <a:ext cx="540000" cy="540000"/>
            </a:xfrm>
            <a:prstGeom prst="rect">
              <a:avLst/>
            </a:prstGeom>
            <a:solidFill>
              <a:srgbClr val="528FD8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fr-FR" dirty="0"/>
                <a:t>E</a:t>
              </a:r>
            </a:p>
          </p:txBody>
        </p: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F9A525B4-5A88-9C34-F1C0-32BF7E69F556}"/>
                </a:ext>
              </a:extLst>
            </p:cNvPr>
            <p:cNvSpPr txBox="1"/>
            <p:nvPr/>
          </p:nvSpPr>
          <p:spPr>
            <a:xfrm>
              <a:off x="3707998" y="1634625"/>
              <a:ext cx="5400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bel" panose="02000506030000020004" pitchFamily="2" charset="0"/>
                  <a:cs typeface="Times New Roman" panose="02020603050405020304" pitchFamily="18" charset="0"/>
                </a:rPr>
                <a:t>0,05</a:t>
              </a:r>
            </a:p>
          </p:txBody>
        </p:sp>
      </p:grpSp>
      <p:cxnSp>
        <p:nvCxnSpPr>
          <p:cNvPr id="37" name="Connecteur : en arc 36">
            <a:extLst>
              <a:ext uri="{FF2B5EF4-FFF2-40B4-BE49-F238E27FC236}">
                <a16:creationId xmlns:a16="http://schemas.microsoft.com/office/drawing/2014/main" id="{4A6CCE1E-FE85-6A4D-1D04-EF5F6BADB922}"/>
              </a:ext>
            </a:extLst>
          </p:cNvPr>
          <p:cNvCxnSpPr>
            <a:stCxn id="22" idx="2"/>
            <a:endCxn id="34" idx="1"/>
          </p:cNvCxnSpPr>
          <p:nvPr/>
        </p:nvCxnSpPr>
        <p:spPr>
          <a:xfrm rot="16200000" flipH="1">
            <a:off x="4310601" y="2976062"/>
            <a:ext cx="516221" cy="673427"/>
          </a:xfrm>
          <a:prstGeom prst="curved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4BE5951A-CC00-16AC-2AE0-3AC8F0A2152E}"/>
              </a:ext>
            </a:extLst>
          </p:cNvPr>
          <p:cNvGrpSpPr/>
          <p:nvPr/>
        </p:nvGrpSpPr>
        <p:grpSpPr>
          <a:xfrm>
            <a:off x="7176516" y="2268443"/>
            <a:ext cx="540002" cy="786221"/>
            <a:chOff x="3707998" y="1634625"/>
            <a:chExt cx="540002" cy="786221"/>
          </a:xfrm>
        </p:grpSpPr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BD248BF1-1076-2575-D33F-12F2CC7B67CE}"/>
                </a:ext>
              </a:extLst>
            </p:cNvPr>
            <p:cNvSpPr txBox="1">
              <a:spLocks/>
            </p:cNvSpPr>
            <p:nvPr/>
          </p:nvSpPr>
          <p:spPr>
            <a:xfrm>
              <a:off x="3708000" y="1880846"/>
              <a:ext cx="540000" cy="540000"/>
            </a:xfrm>
            <a:prstGeom prst="rect">
              <a:avLst/>
            </a:prstGeom>
            <a:solidFill>
              <a:srgbClr val="528FD8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fr-FR" dirty="0"/>
                <a:t>D</a:t>
              </a:r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C2C1E66D-6B2F-43D9-DBE2-430BFBC110DC}"/>
                </a:ext>
              </a:extLst>
            </p:cNvPr>
            <p:cNvSpPr txBox="1"/>
            <p:nvPr/>
          </p:nvSpPr>
          <p:spPr>
            <a:xfrm>
              <a:off x="3707998" y="1634625"/>
              <a:ext cx="5400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bel" panose="02000506030000020004" pitchFamily="2" charset="0"/>
                  <a:cs typeface="Times New Roman" panose="02020603050405020304" pitchFamily="18" charset="0"/>
                </a:rPr>
                <a:t>0,0625</a:t>
              </a:r>
            </a:p>
          </p:txBody>
        </p:sp>
      </p:grp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25463ED2-038E-EECF-C573-33E32E3887FB}"/>
              </a:ext>
            </a:extLst>
          </p:cNvPr>
          <p:cNvCxnSpPr>
            <a:stCxn id="25" idx="3"/>
            <a:endCxn id="41" idx="1"/>
          </p:cNvCxnSpPr>
          <p:nvPr/>
        </p:nvCxnSpPr>
        <p:spPr>
          <a:xfrm flipV="1">
            <a:off x="6388857" y="2784664"/>
            <a:ext cx="787661" cy="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Connecteur : en arc 2">
            <a:extLst>
              <a:ext uri="{FF2B5EF4-FFF2-40B4-BE49-F238E27FC236}">
                <a16:creationId xmlns:a16="http://schemas.microsoft.com/office/drawing/2014/main" id="{E7874C59-1AE7-0EDF-36F9-055118C3AE2A}"/>
              </a:ext>
            </a:extLst>
          </p:cNvPr>
          <p:cNvCxnSpPr>
            <a:stCxn id="34" idx="3"/>
            <a:endCxn id="25" idx="2"/>
          </p:cNvCxnSpPr>
          <p:nvPr/>
        </p:nvCxnSpPr>
        <p:spPr>
          <a:xfrm flipV="1">
            <a:off x="5445425" y="3054666"/>
            <a:ext cx="673432" cy="516221"/>
          </a:xfrm>
          <a:prstGeom prst="curved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7B724F50-9381-A197-9914-6A3DBAD08DC3}"/>
                  </a:ext>
                </a:extLst>
              </p:cNvPr>
              <p:cNvSpPr txBox="1"/>
              <p:nvPr/>
            </p:nvSpPr>
            <p:spPr>
              <a:xfrm>
                <a:off x="716324" y="2508552"/>
                <a:ext cx="2458009" cy="540917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𝑃𝑅</m:t>
                      </m:r>
                      <m:d>
                        <m:dPr>
                          <m:ctrlP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</m:d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F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𝑃𝑅</m:t>
                      </m:r>
                      <m:d>
                        <m:dPr>
                          <m:ctrlP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</m:d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𝑃𝑅</m:t>
                          </m:r>
                          <m:d>
                            <m:dPr>
                              <m:ctrlPr>
                                <a:rPr lang="fr-F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fr-F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÷</m:t>
                          </m:r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bel" panose="02000506030000020004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7B724F50-9381-A197-9914-6A3DBAD08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324" y="2508552"/>
                <a:ext cx="2458009" cy="5409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7200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5" name="Google Shape;4775;p41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Google : Page Rank</a:t>
            </a:r>
            <a:endParaRPr dirty="0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32DE03B0-9DC5-0439-AC0E-8B41E020C5B0}"/>
              </a:ext>
            </a:extLst>
          </p:cNvPr>
          <p:cNvGrpSpPr/>
          <p:nvPr/>
        </p:nvGrpSpPr>
        <p:grpSpPr>
          <a:xfrm>
            <a:off x="4837309" y="1482224"/>
            <a:ext cx="673430" cy="786221"/>
            <a:chOff x="3639883" y="1634625"/>
            <a:chExt cx="673430" cy="786221"/>
          </a:xfrm>
        </p:grpSpPr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02F04AB8-EDDC-8144-17A5-5C264CAA1658}"/>
                </a:ext>
              </a:extLst>
            </p:cNvPr>
            <p:cNvSpPr txBox="1">
              <a:spLocks/>
            </p:cNvSpPr>
            <p:nvPr/>
          </p:nvSpPr>
          <p:spPr>
            <a:xfrm>
              <a:off x="3708000" y="1880846"/>
              <a:ext cx="540000" cy="540000"/>
            </a:xfrm>
            <a:prstGeom prst="rect">
              <a:avLst/>
            </a:prstGeom>
            <a:solidFill>
              <a:srgbClr val="528FD8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fr-FR" dirty="0"/>
                <a:t>A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F1622DC6-F953-4A1E-CF8A-34105720159D}"/>
                </a:ext>
              </a:extLst>
            </p:cNvPr>
            <p:cNvSpPr txBox="1"/>
            <p:nvPr/>
          </p:nvSpPr>
          <p:spPr>
            <a:xfrm>
              <a:off x="3639883" y="1634625"/>
              <a:ext cx="6734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bel" panose="02000506030000020004" pitchFamily="2" charset="0"/>
                  <a:cs typeface="Times New Roman" panose="02020603050405020304" pitchFamily="18" charset="0"/>
                </a:rPr>
                <a:t>0,43215</a:t>
              </a:r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7CB8FB23-0220-79DE-9631-E04F3F47953C}"/>
              </a:ext>
            </a:extLst>
          </p:cNvPr>
          <p:cNvGrpSpPr/>
          <p:nvPr/>
        </p:nvGrpSpPr>
        <p:grpSpPr>
          <a:xfrm>
            <a:off x="3961996" y="2268445"/>
            <a:ext cx="540002" cy="786221"/>
            <a:chOff x="3707998" y="1634625"/>
            <a:chExt cx="540002" cy="786221"/>
          </a:xfrm>
        </p:grpSpPr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C2F996D8-40D9-C854-D082-E1BCB3A00492}"/>
                </a:ext>
              </a:extLst>
            </p:cNvPr>
            <p:cNvSpPr txBox="1">
              <a:spLocks/>
            </p:cNvSpPr>
            <p:nvPr/>
          </p:nvSpPr>
          <p:spPr>
            <a:xfrm>
              <a:off x="3708000" y="1880846"/>
              <a:ext cx="540000" cy="540000"/>
            </a:xfrm>
            <a:prstGeom prst="rect">
              <a:avLst/>
            </a:prstGeom>
            <a:solidFill>
              <a:srgbClr val="528FD8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fr-FR" dirty="0"/>
                <a:t>B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D29E3DA0-AC3B-7693-88CE-8583C4A30AC6}"/>
                </a:ext>
              </a:extLst>
            </p:cNvPr>
            <p:cNvSpPr txBox="1"/>
            <p:nvPr/>
          </p:nvSpPr>
          <p:spPr>
            <a:xfrm>
              <a:off x="3707998" y="1634625"/>
              <a:ext cx="5400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bel" panose="02000506030000020004" pitchFamily="2" charset="0"/>
                  <a:cs typeface="Times New Roman" panose="02020603050405020304" pitchFamily="18" charset="0"/>
                </a:rPr>
                <a:t>0,1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67C36629-4645-8CCF-2B73-130E3B441FCB}"/>
              </a:ext>
            </a:extLst>
          </p:cNvPr>
          <p:cNvGrpSpPr/>
          <p:nvPr/>
        </p:nvGrpSpPr>
        <p:grpSpPr>
          <a:xfrm>
            <a:off x="5848855" y="2268445"/>
            <a:ext cx="540002" cy="786221"/>
            <a:chOff x="3707998" y="1634625"/>
            <a:chExt cx="540002" cy="786221"/>
          </a:xfrm>
        </p:grpSpPr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F0F9D09A-8318-CC67-B638-942418DBC443}"/>
                </a:ext>
              </a:extLst>
            </p:cNvPr>
            <p:cNvSpPr txBox="1">
              <a:spLocks/>
            </p:cNvSpPr>
            <p:nvPr/>
          </p:nvSpPr>
          <p:spPr>
            <a:xfrm>
              <a:off x="3708000" y="1880846"/>
              <a:ext cx="540000" cy="540000"/>
            </a:xfrm>
            <a:prstGeom prst="rect">
              <a:avLst/>
            </a:prstGeom>
            <a:solidFill>
              <a:srgbClr val="528FD8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fr-FR" dirty="0"/>
                <a:t>C</a:t>
              </a:r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5F5BDAE4-6E37-E00C-5AFA-ED98AA9CA4C3}"/>
                </a:ext>
              </a:extLst>
            </p:cNvPr>
            <p:cNvSpPr txBox="1"/>
            <p:nvPr/>
          </p:nvSpPr>
          <p:spPr>
            <a:xfrm>
              <a:off x="3707998" y="1634625"/>
              <a:ext cx="5400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bel" panose="02000506030000020004" pitchFamily="2" charset="0"/>
                  <a:cs typeface="Times New Roman" panose="02020603050405020304" pitchFamily="18" charset="0"/>
                </a:rPr>
                <a:t>0,125</a:t>
              </a:r>
            </a:p>
          </p:txBody>
        </p:sp>
      </p:grpSp>
      <p:cxnSp>
        <p:nvCxnSpPr>
          <p:cNvPr id="28" name="Connecteur : en arc 27">
            <a:extLst>
              <a:ext uri="{FF2B5EF4-FFF2-40B4-BE49-F238E27FC236}">
                <a16:creationId xmlns:a16="http://schemas.microsoft.com/office/drawing/2014/main" id="{F011B289-CCB5-6B99-D798-BCF007DEBA20}"/>
              </a:ext>
            </a:extLst>
          </p:cNvPr>
          <p:cNvCxnSpPr>
            <a:cxnSpLocks/>
            <a:stCxn id="18" idx="2"/>
            <a:endCxn id="22" idx="3"/>
          </p:cNvCxnSpPr>
          <p:nvPr/>
        </p:nvCxnSpPr>
        <p:spPr>
          <a:xfrm rot="5400000">
            <a:off x="4580602" y="2189841"/>
            <a:ext cx="516221" cy="673428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eur : en arc 29">
            <a:extLst>
              <a:ext uri="{FF2B5EF4-FFF2-40B4-BE49-F238E27FC236}">
                <a16:creationId xmlns:a16="http://schemas.microsoft.com/office/drawing/2014/main" id="{68B3F765-A1B8-2B19-7A83-AF058201FB59}"/>
              </a:ext>
            </a:extLst>
          </p:cNvPr>
          <p:cNvCxnSpPr>
            <a:cxnSpLocks/>
            <a:stCxn id="18" idx="2"/>
            <a:endCxn id="25" idx="1"/>
          </p:cNvCxnSpPr>
          <p:nvPr/>
        </p:nvCxnSpPr>
        <p:spPr>
          <a:xfrm rot="16200000" flipH="1">
            <a:off x="5254031" y="2189839"/>
            <a:ext cx="516221" cy="673431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DBD26064-0D60-0908-3174-83B7B1344B21}"/>
              </a:ext>
            </a:extLst>
          </p:cNvPr>
          <p:cNvGrpSpPr/>
          <p:nvPr/>
        </p:nvGrpSpPr>
        <p:grpSpPr>
          <a:xfrm>
            <a:off x="4905423" y="3054666"/>
            <a:ext cx="540002" cy="786221"/>
            <a:chOff x="3707998" y="1634625"/>
            <a:chExt cx="540002" cy="786221"/>
          </a:xfrm>
        </p:grpSpPr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EEEC3D55-BAD5-224A-7CBA-70D60F928B4B}"/>
                </a:ext>
              </a:extLst>
            </p:cNvPr>
            <p:cNvSpPr txBox="1">
              <a:spLocks/>
            </p:cNvSpPr>
            <p:nvPr/>
          </p:nvSpPr>
          <p:spPr>
            <a:xfrm>
              <a:off x="3708000" y="1880846"/>
              <a:ext cx="540000" cy="540000"/>
            </a:xfrm>
            <a:prstGeom prst="rect">
              <a:avLst/>
            </a:prstGeom>
            <a:solidFill>
              <a:srgbClr val="528FD8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fr-FR" dirty="0"/>
                <a:t>E</a:t>
              </a:r>
            </a:p>
          </p:txBody>
        </p: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F9A525B4-5A88-9C34-F1C0-32BF7E69F556}"/>
                </a:ext>
              </a:extLst>
            </p:cNvPr>
            <p:cNvSpPr txBox="1"/>
            <p:nvPr/>
          </p:nvSpPr>
          <p:spPr>
            <a:xfrm>
              <a:off x="3707998" y="1634625"/>
              <a:ext cx="5400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bel" panose="02000506030000020004" pitchFamily="2" charset="0"/>
                  <a:cs typeface="Times New Roman" panose="02020603050405020304" pitchFamily="18" charset="0"/>
                </a:rPr>
                <a:t>0,05</a:t>
              </a:r>
            </a:p>
          </p:txBody>
        </p:sp>
      </p:grpSp>
      <p:cxnSp>
        <p:nvCxnSpPr>
          <p:cNvPr id="37" name="Connecteur : en arc 36">
            <a:extLst>
              <a:ext uri="{FF2B5EF4-FFF2-40B4-BE49-F238E27FC236}">
                <a16:creationId xmlns:a16="http://schemas.microsoft.com/office/drawing/2014/main" id="{4A6CCE1E-FE85-6A4D-1D04-EF5F6BADB922}"/>
              </a:ext>
            </a:extLst>
          </p:cNvPr>
          <p:cNvCxnSpPr>
            <a:stCxn id="22" idx="2"/>
            <a:endCxn id="34" idx="1"/>
          </p:cNvCxnSpPr>
          <p:nvPr/>
        </p:nvCxnSpPr>
        <p:spPr>
          <a:xfrm rot="16200000" flipH="1">
            <a:off x="4310601" y="2976062"/>
            <a:ext cx="516221" cy="673427"/>
          </a:xfrm>
          <a:prstGeom prst="curved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4BE5951A-CC00-16AC-2AE0-3AC8F0A2152E}"/>
              </a:ext>
            </a:extLst>
          </p:cNvPr>
          <p:cNvGrpSpPr/>
          <p:nvPr/>
        </p:nvGrpSpPr>
        <p:grpSpPr>
          <a:xfrm>
            <a:off x="7176516" y="2268443"/>
            <a:ext cx="540002" cy="786221"/>
            <a:chOff x="3707998" y="1634625"/>
            <a:chExt cx="540002" cy="786221"/>
          </a:xfrm>
        </p:grpSpPr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BD248BF1-1076-2575-D33F-12F2CC7B67CE}"/>
                </a:ext>
              </a:extLst>
            </p:cNvPr>
            <p:cNvSpPr txBox="1">
              <a:spLocks/>
            </p:cNvSpPr>
            <p:nvPr/>
          </p:nvSpPr>
          <p:spPr>
            <a:xfrm>
              <a:off x="3708000" y="1880846"/>
              <a:ext cx="540000" cy="540000"/>
            </a:xfrm>
            <a:prstGeom prst="rect">
              <a:avLst/>
            </a:prstGeom>
            <a:solidFill>
              <a:srgbClr val="528FD8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fr-FR" dirty="0"/>
                <a:t>D</a:t>
              </a:r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C2C1E66D-6B2F-43D9-DBE2-430BFBC110DC}"/>
                </a:ext>
              </a:extLst>
            </p:cNvPr>
            <p:cNvSpPr txBox="1"/>
            <p:nvPr/>
          </p:nvSpPr>
          <p:spPr>
            <a:xfrm>
              <a:off x="3707998" y="1634625"/>
              <a:ext cx="5400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bel" panose="02000506030000020004" pitchFamily="2" charset="0"/>
                  <a:cs typeface="Times New Roman" panose="02020603050405020304" pitchFamily="18" charset="0"/>
                </a:rPr>
                <a:t>0,0625</a:t>
              </a:r>
            </a:p>
          </p:txBody>
        </p:sp>
      </p:grp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25463ED2-038E-EECF-C573-33E32E3887FB}"/>
              </a:ext>
            </a:extLst>
          </p:cNvPr>
          <p:cNvCxnSpPr>
            <a:stCxn id="25" idx="3"/>
            <a:endCxn id="41" idx="1"/>
          </p:cNvCxnSpPr>
          <p:nvPr/>
        </p:nvCxnSpPr>
        <p:spPr>
          <a:xfrm flipV="1">
            <a:off x="6388857" y="2784664"/>
            <a:ext cx="787661" cy="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250FD2DE-D8D2-75D7-F16E-B9B702E38693}"/>
                  </a:ext>
                </a:extLst>
              </p:cNvPr>
              <p:cNvSpPr txBox="1"/>
              <p:nvPr/>
            </p:nvSpPr>
            <p:spPr>
              <a:xfrm>
                <a:off x="716324" y="2508552"/>
                <a:ext cx="2458009" cy="540917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𝑃𝑅</m:t>
                      </m:r>
                      <m:d>
                        <m:dPr>
                          <m:ctrlP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</m:d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F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𝑃𝑅</m:t>
                      </m:r>
                      <m:d>
                        <m:dPr>
                          <m:ctrlP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</m:d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𝑃𝑅</m:t>
                          </m:r>
                          <m:d>
                            <m:dPr>
                              <m:ctrlPr>
                                <a:rPr lang="fr-F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fr-F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÷</m:t>
                          </m:r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bel" panose="02000506030000020004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250FD2DE-D8D2-75D7-F16E-B9B702E38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324" y="2508552"/>
                <a:ext cx="2458009" cy="5409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necteur : en arc 2">
            <a:extLst>
              <a:ext uri="{FF2B5EF4-FFF2-40B4-BE49-F238E27FC236}">
                <a16:creationId xmlns:a16="http://schemas.microsoft.com/office/drawing/2014/main" id="{E7874C59-1AE7-0EDF-36F9-055118C3AE2A}"/>
              </a:ext>
            </a:extLst>
          </p:cNvPr>
          <p:cNvCxnSpPr>
            <a:stCxn id="34" idx="3"/>
            <a:endCxn id="25" idx="2"/>
          </p:cNvCxnSpPr>
          <p:nvPr/>
        </p:nvCxnSpPr>
        <p:spPr>
          <a:xfrm flipV="1">
            <a:off x="5445425" y="3054666"/>
            <a:ext cx="673432" cy="516221"/>
          </a:xfrm>
          <a:prstGeom prst="curved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Connecteur : en arc 3">
            <a:extLst>
              <a:ext uri="{FF2B5EF4-FFF2-40B4-BE49-F238E27FC236}">
                <a16:creationId xmlns:a16="http://schemas.microsoft.com/office/drawing/2014/main" id="{28597F05-A974-2610-05B0-967B4E020DDA}"/>
              </a:ext>
            </a:extLst>
          </p:cNvPr>
          <p:cNvCxnSpPr>
            <a:stCxn id="41" idx="3"/>
            <a:endCxn id="18" idx="3"/>
          </p:cNvCxnSpPr>
          <p:nvPr/>
        </p:nvCxnSpPr>
        <p:spPr>
          <a:xfrm flipH="1" flipV="1">
            <a:off x="5445426" y="1998445"/>
            <a:ext cx="2271092" cy="786219"/>
          </a:xfrm>
          <a:prstGeom prst="curvedConnector3">
            <a:avLst>
              <a:gd name="adj1" fmla="val -10066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675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6" name="Google Shape;4736;p37"/>
          <p:cNvSpPr txBox="1">
            <a:spLocks noGrp="1"/>
          </p:cNvSpPr>
          <p:nvPr>
            <p:ph type="title"/>
          </p:nvPr>
        </p:nvSpPr>
        <p:spPr>
          <a:xfrm>
            <a:off x="0" y="2330703"/>
            <a:ext cx="914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Iterative MapReduce</a:t>
            </a:r>
          </a:p>
        </p:txBody>
      </p:sp>
      <p:sp>
        <p:nvSpPr>
          <p:cNvPr id="4737" name="Google Shape;4737;p37"/>
          <p:cNvSpPr txBox="1">
            <a:spLocks noGrp="1"/>
          </p:cNvSpPr>
          <p:nvPr>
            <p:ph type="subTitle" idx="1"/>
          </p:nvPr>
        </p:nvSpPr>
        <p:spPr>
          <a:xfrm>
            <a:off x="3003749" y="3604215"/>
            <a:ext cx="3136500" cy="4339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Resilient Distributed Datasets (RDDs)</a:t>
            </a:r>
          </a:p>
        </p:txBody>
      </p:sp>
      <p:sp>
        <p:nvSpPr>
          <p:cNvPr id="4738" name="Google Shape;4738;p37"/>
          <p:cNvSpPr txBox="1">
            <a:spLocks noGrp="1"/>
          </p:cNvSpPr>
          <p:nvPr>
            <p:ph type="title" idx="2"/>
          </p:nvPr>
        </p:nvSpPr>
        <p:spPr>
          <a:xfrm>
            <a:off x="3527550" y="1105335"/>
            <a:ext cx="2088900" cy="10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4</a:t>
            </a:r>
            <a:endParaRPr dirty="0"/>
          </a:p>
        </p:txBody>
      </p:sp>
      <p:cxnSp>
        <p:nvCxnSpPr>
          <p:cNvPr id="4739" name="Google Shape;4739;p37"/>
          <p:cNvCxnSpPr/>
          <p:nvPr/>
        </p:nvCxnSpPr>
        <p:spPr>
          <a:xfrm>
            <a:off x="2082600" y="3339772"/>
            <a:ext cx="4978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45984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70" name="Google Shape;4770;p40"/>
          <p:cNvCxnSpPr/>
          <p:nvPr/>
        </p:nvCxnSpPr>
        <p:spPr>
          <a:xfrm>
            <a:off x="-533125" y="1017775"/>
            <a:ext cx="4572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098" name="Picture 2" descr="Fully Explained K-means Clustering with Python | by Amit Chauhan | Towards  AI">
            <a:extLst>
              <a:ext uri="{FF2B5EF4-FFF2-40B4-BE49-F238E27FC236}">
                <a16:creationId xmlns:a16="http://schemas.microsoft.com/office/drawing/2014/main" id="{B4538D51-A00D-08D3-29F0-16FE30FB1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322" y="1257347"/>
            <a:ext cx="4639356" cy="304273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4775;p41">
            <a:extLst>
              <a:ext uri="{FF2B5EF4-FFF2-40B4-BE49-F238E27FC236}">
                <a16:creationId xmlns:a16="http://schemas.microsoft.com/office/drawing/2014/main" id="{667A7B71-5B21-866C-EB6F-5253FDBF0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750" y="321784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Clustering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5" name="Google Shape;5065;p56"/>
          <p:cNvSpPr txBox="1">
            <a:spLocks noGrp="1"/>
          </p:cNvSpPr>
          <p:nvPr>
            <p:ph type="title"/>
          </p:nvPr>
        </p:nvSpPr>
        <p:spPr>
          <a:xfrm>
            <a:off x="1510350" y="539500"/>
            <a:ext cx="6123300" cy="203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Thanks for listening</a:t>
            </a:r>
            <a:endParaRPr dirty="0"/>
          </a:p>
        </p:txBody>
      </p:sp>
      <p:cxnSp>
        <p:nvCxnSpPr>
          <p:cNvPr id="5066" name="Google Shape;5066;p56"/>
          <p:cNvCxnSpPr/>
          <p:nvPr/>
        </p:nvCxnSpPr>
        <p:spPr>
          <a:xfrm>
            <a:off x="2082600" y="2806372"/>
            <a:ext cx="4978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eometric Futuristic Duotone Style Tech Pitch Deck  by Slidesgo">
  <a:themeElements>
    <a:clrScheme name="Simple Light">
      <a:dk1>
        <a:srgbClr val="212121"/>
      </a:dk1>
      <a:lt1>
        <a:srgbClr val="999999"/>
      </a:lt1>
      <a:dk2>
        <a:srgbClr val="D9D9D9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</Words>
  <Application>Microsoft Office PowerPoint</Application>
  <PresentationFormat>Affichage à l'écran (16:9)</PresentationFormat>
  <Paragraphs>136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Audiowide</vt:lpstr>
      <vt:lpstr>Poppins</vt:lpstr>
      <vt:lpstr>Cambria Math</vt:lpstr>
      <vt:lpstr>Abel</vt:lpstr>
      <vt:lpstr>Arial</vt:lpstr>
      <vt:lpstr>Geometric Futuristic Duotone Style Tech Pitch Deck  by Slidesgo</vt:lpstr>
      <vt:lpstr>Extensions to MapReduce c The evolution</vt:lpstr>
      <vt:lpstr>TABLE OF CONTENTS</vt:lpstr>
      <vt:lpstr>Introduction</vt:lpstr>
      <vt:lpstr>The limit of MapReduce</vt:lpstr>
      <vt:lpstr>Workflow Systems</vt:lpstr>
      <vt:lpstr>Présentation PowerPoint</vt:lpstr>
      <vt:lpstr>Example : Recommendation System</vt:lpstr>
      <vt:lpstr>Comparison Table</vt:lpstr>
      <vt:lpstr>Recursive Systems</vt:lpstr>
      <vt:lpstr>Issue to avoid</vt:lpstr>
      <vt:lpstr>Google : Page Rank</vt:lpstr>
      <vt:lpstr>Google : Page Rank</vt:lpstr>
      <vt:lpstr>Google : Page Rank</vt:lpstr>
      <vt:lpstr>Iterative MapReduce</vt:lpstr>
      <vt:lpstr>Clustering</vt:lpstr>
      <vt:lpstr>Thanks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Mathis MERLE</cp:lastModifiedBy>
  <cp:revision>21</cp:revision>
  <dcterms:modified xsi:type="dcterms:W3CDTF">2024-09-23T07:12:05Z</dcterms:modified>
</cp:coreProperties>
</file>