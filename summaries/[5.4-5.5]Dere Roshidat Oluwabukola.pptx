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ld Standard TT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9b83437e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9b83437e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9b83437e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9b83437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9b83437ec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9b83437ec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9b83437ec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f9b83437ec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9b83437ec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9b83437ec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9b83437ec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f9b83437ec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ad6c8fa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ad6c8fa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ad6c8fa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ad6c8fa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ad6c8fa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ad6c8fa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36b77ee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36b77ee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ad6c8fa6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ad6c8fa6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ad6c8fa6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ad6c8fa6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3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 Spam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 5.4 ~ 5.5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-4875" y="3867375"/>
            <a:ext cx="25329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resented by Dere Roshidat Oluwabukola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Number: 246515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Network and System Lab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Convergence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Chonnam National University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225" y="3965725"/>
            <a:ext cx="1177775" cy="11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5.4 Link Spam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Link spam is a technique that is used by spammers to artificially increase the pagerank of a page.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475" y="1916450"/>
            <a:ext cx="5177300" cy="31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40"/>
              <a:buFont typeface="Arial"/>
              <a:buNone/>
            </a:pPr>
            <a:r>
              <a:rPr lang="en-GB" sz="3077">
                <a:latin typeface="Times New Roman"/>
                <a:ea typeface="Times New Roman"/>
                <a:cs typeface="Times New Roman"/>
                <a:sym typeface="Times New Roman"/>
              </a:rPr>
              <a:t>5.4.1 Architecture of a Spam Farm</a:t>
            </a:r>
            <a:endParaRPr sz="307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0" y="1058225"/>
            <a:ext cx="9208500" cy="40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Sparm farm is  a collection of pages whose purpose is to increase the PageRank of a page or pages.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Web classification: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Inaccessible pages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Accessible pages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Own pages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625" y="1854700"/>
            <a:ext cx="3395225" cy="24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5.4.2 Analysis of a Spam Farm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50" y="1095200"/>
            <a:ext cx="5267150" cy="38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357300" y="1058225"/>
            <a:ext cx="3786600" cy="3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 = target page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x = PageRank of accessible pages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 = PageRank of target page t</a:t>
            </a: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 = pages on the web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M= number of spammer pages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c= constant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Rank of each farm page = βy/M + (1-β)/n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y= x /1-β</a:t>
            </a:r>
            <a:r>
              <a:rPr baseline="30000"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 </a:t>
            </a: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+ c(M/n)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Where c = β / 1+β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221550" y="11458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β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0.85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y= x/1-β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c(M/n)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Where c = β / 1+β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c= 0.85 / 1+0.85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=0.46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x/1-β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1/1-0.85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3.6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5.4.3 Combating Link Spam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two approaches involved in eliminating the link spam are;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To search for the structures like spam farms and eliminate those pages from the index.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To eliminate the link spam that does not rely on locating the spam farms.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Methods of automatically reducing the link spam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TrustRank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Spam Mass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5.4.4 TrustRank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TrustRank is a topic-sensitive PageRank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with a teleport set to a trusted set of web pages.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TrustRank assigns higher scores to pages connected to the network of trusted websites, while diminishing the impact of pages linked primarily from spam farms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5600" y="422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5.4.5 Spam Mass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6450" y="1179200"/>
            <a:ext cx="9097500" cy="3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This is a method for measuring the extent of link spam on a website. It involves calculating the difference between the PageRank of a page and its TrustRank.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 significant difference indicates a high likelihood of link spam. This technique helps in identifying and mitigating the impact of spammy links on search engine rankings.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75" y="2906072"/>
            <a:ext cx="4063225" cy="130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4664175" y="2721925"/>
            <a:ext cx="4242000" cy="2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Spam mass = x / PageRank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x = </a:t>
            </a: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(PageRank-TrustRank)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Node A = 3/9 -(54/210) = 8/105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(8/105) / (3/9) = 0.229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5.5 Hubs and Authorities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The hubs and authorities algorithm, also known as HITS (Hyperlink-Induced Topic Search), was proposed shortly after PageRank.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 HITS is intended to rank the responses to a specific search query during query processing.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 HITS can also be applied to analyze the entire web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5.5.1 The Intuition Behind HITS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41788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It describes how the algorithm identifies two types of web pages: hubs and authorities.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Hubs are pages that link to many other pages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Authorities are pages that are linked to by many hubs.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1788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The mutual reinforcement relationship between hubs and authorities, where a good hub points to many good authorities, and a good authority is pointed to by many good hubs. This relationship helps in ranking web pages based on their relevance and importance.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5.5.1 The Intuition Behind HITS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274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66">
                <a:latin typeface="Times New Roman"/>
                <a:ea typeface="Times New Roman"/>
                <a:cs typeface="Times New Roman"/>
                <a:sym typeface="Times New Roman"/>
              </a:rPr>
              <a:t> A typical department at a university maintains a Web page listing all the courses offered by the department, with links to a page for each course, telling about the course– the instructor, the text, an outline of the course content, and so on. If you want to know about a certain course, you need the page for that course; the departmental course list will not do. </a:t>
            </a:r>
            <a:endParaRPr sz="17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9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66">
                <a:latin typeface="Times New Roman"/>
                <a:ea typeface="Times New Roman"/>
                <a:cs typeface="Times New Roman"/>
                <a:sym typeface="Times New Roman"/>
              </a:rPr>
              <a:t>Therefore, the course page is an authority for that course. </a:t>
            </a:r>
            <a:endParaRPr sz="17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9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66">
                <a:latin typeface="Times New Roman"/>
                <a:ea typeface="Times New Roman"/>
                <a:cs typeface="Times New Roman"/>
                <a:sym typeface="Times New Roman"/>
              </a:rPr>
              <a:t>If you want to find out what courses the department is offering, it is not helpful to search for each courses’ page; you need the page with the course list first. This is the hub for all course information.</a:t>
            </a:r>
            <a:endParaRPr sz="17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5.5.2 Formalizing Hubbiness and Authority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Hubbiness of a page is proportional to the sum of the authorities of the pages it links to, represented by the equation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 = λLa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is a vector of hubbiness scores,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is a vector of authority scores, and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is a scaling constant.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authority of a page is defined as proportional to the sum of the hubbinesses of the pages linking to it, expressed as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 = μLTh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LT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is the transpose of the link matrix and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μ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is another scaling constant.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476250" y="2211501"/>
            <a:ext cx="7951099" cy="71975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