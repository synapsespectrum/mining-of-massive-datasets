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3" r:id="rId2"/>
    <p:sldId id="269" r:id="rId3"/>
    <p:sldId id="286" r:id="rId4"/>
    <p:sldId id="257" r:id="rId5"/>
    <p:sldId id="260" r:id="rId6"/>
    <p:sldId id="288" r:id="rId7"/>
    <p:sldId id="294" r:id="rId8"/>
    <p:sldId id="295" r:id="rId9"/>
    <p:sldId id="296" r:id="rId10"/>
    <p:sldId id="301" r:id="rId11"/>
    <p:sldId id="306" r:id="rId12"/>
    <p:sldId id="284" r:id="rId13"/>
    <p:sldId id="302" r:id="rId14"/>
    <p:sldId id="303" r:id="rId15"/>
    <p:sldId id="287" r:id="rId16"/>
    <p:sldId id="305" r:id="rId17"/>
    <p:sldId id="279"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F74814CA-34D6-4E0D-9A8B-1AC0C9632FB4}">
          <p14:sldIdLst>
            <p14:sldId id="283"/>
            <p14:sldId id="269"/>
            <p14:sldId id="286"/>
            <p14:sldId id="257"/>
            <p14:sldId id="260"/>
            <p14:sldId id="288"/>
            <p14:sldId id="294"/>
            <p14:sldId id="295"/>
            <p14:sldId id="296"/>
            <p14:sldId id="301"/>
            <p14:sldId id="306"/>
            <p14:sldId id="284"/>
            <p14:sldId id="302"/>
            <p14:sldId id="303"/>
            <p14:sldId id="287"/>
            <p14:sldId id="305"/>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8736"/>
    <a:srgbClr val="00385F"/>
    <a:srgbClr val="90C685"/>
    <a:srgbClr val="008570"/>
    <a:srgbClr val="CFEC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71" autoAdjust="0"/>
    <p:restoredTop sz="94660"/>
  </p:normalViewPr>
  <p:slideViewPr>
    <p:cSldViewPr showGuides="1">
      <p:cViewPr varScale="1">
        <p:scale>
          <a:sx n="79" d="100"/>
          <a:sy n="79"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5A037B-BD31-4F8E-87AB-B057C2514C8C}" type="datetimeFigureOut">
              <a:rPr lang="de-DE" smtClean="0"/>
              <a:t>23.09.2024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7E617-AB24-4D36-AF02-7C02098EE806}" type="slidenum">
              <a:rPr lang="de-DE" smtClean="0"/>
              <a:t>‹Nr.›</a:t>
            </a:fld>
            <a:endParaRPr lang="de-DE"/>
          </a:p>
        </p:txBody>
      </p:sp>
    </p:spTree>
    <p:extLst>
      <p:ext uri="{BB962C8B-B14F-4D97-AF65-F5344CB8AC3E}">
        <p14:creationId xmlns:p14="http://schemas.microsoft.com/office/powerpoint/2010/main" val="162007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B2FA80CF-BA29-4CF5-9D84-1D31526E1215}"/>
              </a:ext>
            </a:extLst>
          </p:cNvPr>
          <p:cNvSpPr/>
          <p:nvPr/>
        </p:nvSpPr>
        <p:spPr>
          <a:xfrm>
            <a:off x="1143" y="1799970"/>
            <a:ext cx="6205981" cy="5058029"/>
          </a:xfrm>
          <a:custGeom>
            <a:avLst/>
            <a:gdLst>
              <a:gd name="connsiteX0" fmla="*/ 0 w 6205981"/>
              <a:gd name="connsiteY0" fmla="*/ 0 h 5058029"/>
              <a:gd name="connsiteX1" fmla="*/ 0 w 6205981"/>
              <a:gd name="connsiteY1" fmla="*/ 5058029 h 5058029"/>
              <a:gd name="connsiteX2" fmla="*/ 4364990 w 6205981"/>
              <a:gd name="connsiteY2" fmla="*/ 5058029 h 5058029"/>
              <a:gd name="connsiteX3" fmla="*/ 6205982 w 6205981"/>
              <a:gd name="connsiteY3" fmla="*/ 0 h 5058029"/>
              <a:gd name="connsiteX4" fmla="*/ 0 w 6205981"/>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5981" h="5058029">
                <a:moveTo>
                  <a:pt x="0" y="0"/>
                </a:moveTo>
                <a:lnTo>
                  <a:pt x="0" y="5058029"/>
                </a:lnTo>
                <a:lnTo>
                  <a:pt x="4364990" y="5058029"/>
                </a:lnTo>
                <a:lnTo>
                  <a:pt x="6205982" y="0"/>
                </a:lnTo>
                <a:lnTo>
                  <a:pt x="0" y="0"/>
                </a:lnTo>
                <a:close/>
              </a:path>
            </a:pathLst>
          </a:custGeom>
          <a:solidFill>
            <a:srgbClr val="008570"/>
          </a:solidFill>
          <a:ln w="12700" cap="flat">
            <a:noFill/>
            <a:prstDash val="solid"/>
            <a:miter/>
          </a:ln>
        </p:spPr>
        <p:txBody>
          <a:bodyPr rtlCol="0" anchor="ctr"/>
          <a:lstStyle/>
          <a:p>
            <a:endParaRPr lang="de-DE"/>
          </a:p>
        </p:txBody>
      </p:sp>
      <p:sp>
        <p:nvSpPr>
          <p:cNvPr id="10" name="Bildplatzhalter 5">
            <a:extLst>
              <a:ext uri="{FF2B5EF4-FFF2-40B4-BE49-F238E27FC236}">
                <a16:creationId xmlns:a16="http://schemas.microsoft.com/office/drawing/2014/main" id="{9AEF6772-FBE0-43F3-83D5-B7854CAEF2C4}"/>
              </a:ext>
            </a:extLst>
          </p:cNvPr>
          <p:cNvSpPr>
            <a:spLocks noGrp="1"/>
          </p:cNvSpPr>
          <p:nvPr>
            <p:ph type="pic" sz="quarter" idx="13"/>
          </p:nvPr>
        </p:nvSpPr>
        <p:spPr>
          <a:xfrm>
            <a:off x="4440810" y="1796935"/>
            <a:ext cx="7751190" cy="506106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97"/>
                </a:moveTo>
                <a:lnTo>
                  <a:pt x="2388" y="0"/>
                </a:lnTo>
                <a:lnTo>
                  <a:pt x="10000" y="6"/>
                </a:lnTo>
                <a:lnTo>
                  <a:pt x="10000" y="10006"/>
                </a:lnTo>
                <a:lnTo>
                  <a:pt x="0" y="10006"/>
                </a:lnTo>
                <a:lnTo>
                  <a:pt x="0" y="9997"/>
                </a:lnTo>
                <a:close/>
              </a:path>
            </a:pathLst>
          </a:custGeom>
        </p:spPr>
        <p:txBody>
          <a:bodyPr/>
          <a:lstStyle/>
          <a:p>
            <a:r>
              <a:rPr lang="de-DE" dirty="0"/>
              <a:t>Bild durch Klicken auf Symbol hinzufügen</a:t>
            </a:r>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4814048"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4176464"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8E94F7F8-5486-49F8-A75A-55D90954BC01}" type="datetime4">
              <a:rPr lang="de-DE" smtClean="0"/>
              <a:t>23. September 2024</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dirty="0"/>
              <a:t>Mastertextformat bearbeiten
Zweite Ebene
Dritte Ebene
Vierte Ebene
Fünfte Ebene</a:t>
            </a:r>
          </a:p>
        </p:txBody>
      </p:sp>
      <p:pic>
        <p:nvPicPr>
          <p:cNvPr id="8" name="Grafik 7">
            <a:extLst>
              <a:ext uri="{FF2B5EF4-FFF2-40B4-BE49-F238E27FC236}">
                <a16:creationId xmlns:a16="http://schemas.microsoft.com/office/drawing/2014/main" id="{21EBE34E-FF08-18EB-2A34-F5A715FA76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1384" y="697934"/>
            <a:ext cx="2729363" cy="620310"/>
          </a:xfrm>
          <a:prstGeom prst="rect">
            <a:avLst/>
          </a:prstGeom>
        </p:spPr>
      </p:pic>
    </p:spTree>
    <p:extLst>
      <p:ext uri="{BB962C8B-B14F-4D97-AF65-F5344CB8AC3E}">
        <p14:creationId xmlns:p14="http://schemas.microsoft.com/office/powerpoint/2010/main" val="2916401885"/>
      </p:ext>
    </p:extLst>
  </p:cSld>
  <p:clrMapOvr>
    <a:masterClrMapping/>
  </p:clrMapOvr>
  <p:extLst>
    <p:ext uri="{DCECCB84-F9BA-43D5-87BE-67443E8EF086}">
      <p15:sldGuideLst xmlns:p15="http://schemas.microsoft.com/office/powerpoint/2012/main">
        <p15:guide id="1" orient="horz" pos="663"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2">
    <p:spTree>
      <p:nvGrpSpPr>
        <p:cNvPr id="1" name=""/>
        <p:cNvGrpSpPr/>
        <p:nvPr/>
      </p:nvGrpSpPr>
      <p:grpSpPr>
        <a:xfrm>
          <a:off x="0" y="0"/>
          <a:ext cx="0" cy="0"/>
          <a:chOff x="0" y="0"/>
          <a:chExt cx="0" cy="0"/>
        </a:xfrm>
      </p:grpSpPr>
      <p:sp>
        <p:nvSpPr>
          <p:cNvPr id="16" name="Freihandform: Form 15">
            <a:extLst>
              <a:ext uri="{FF2B5EF4-FFF2-40B4-BE49-F238E27FC236}">
                <a16:creationId xmlns:a16="http://schemas.microsoft.com/office/drawing/2014/main" id="{BEF123A1-25A8-4A9E-BFFA-071657D3FBD9}"/>
              </a:ext>
            </a:extLst>
          </p:cNvPr>
          <p:cNvSpPr/>
          <p:nvPr/>
        </p:nvSpPr>
        <p:spPr>
          <a:xfrm>
            <a:off x="1143" y="1799970"/>
            <a:ext cx="6204077" cy="5058029"/>
          </a:xfrm>
          <a:custGeom>
            <a:avLst/>
            <a:gdLst>
              <a:gd name="connsiteX0" fmla="*/ 0 w 6204077"/>
              <a:gd name="connsiteY0" fmla="*/ 0 h 5058029"/>
              <a:gd name="connsiteX1" fmla="*/ 0 w 6204077"/>
              <a:gd name="connsiteY1" fmla="*/ 5058029 h 5058029"/>
              <a:gd name="connsiteX2" fmla="*/ 4363212 w 6204077"/>
              <a:gd name="connsiteY2" fmla="*/ 5058029 h 5058029"/>
              <a:gd name="connsiteX3" fmla="*/ 6204077 w 6204077"/>
              <a:gd name="connsiteY3" fmla="*/ 0 h 5058029"/>
              <a:gd name="connsiteX4" fmla="*/ 0 w 6204077"/>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4077" h="5058029">
                <a:moveTo>
                  <a:pt x="0" y="0"/>
                </a:moveTo>
                <a:lnTo>
                  <a:pt x="0" y="5058029"/>
                </a:lnTo>
                <a:lnTo>
                  <a:pt x="4363212" y="5058029"/>
                </a:lnTo>
                <a:lnTo>
                  <a:pt x="6204077" y="0"/>
                </a:lnTo>
                <a:lnTo>
                  <a:pt x="0" y="0"/>
                </a:lnTo>
                <a:close/>
              </a:path>
            </a:pathLst>
          </a:custGeom>
          <a:solidFill>
            <a:schemeClr val="accent2"/>
          </a:soli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4814048"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4176464"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E5C0253B-FD19-46EC-9D27-B374BDA05079}" type="datetime4">
              <a:rPr lang="de-DE" smtClean="0"/>
              <a:t>23. September 2024</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
Zweite Ebene
Dritte Ebene
Vierte Ebene
Fünfte Ebene</a:t>
            </a:r>
            <a:endParaRPr lang="de-DE" dirty="0"/>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tx1"/>
                </a:solidFill>
              </a:rPr>
              <a:t>www.uni-siegen.de</a:t>
            </a:r>
          </a:p>
        </p:txBody>
      </p:sp>
      <p:pic>
        <p:nvPicPr>
          <p:cNvPr id="15" name="Grafik 14">
            <a:extLst>
              <a:ext uri="{FF2B5EF4-FFF2-40B4-BE49-F238E27FC236}">
                <a16:creationId xmlns:a16="http://schemas.microsoft.com/office/drawing/2014/main" id="{81BC8DFC-328E-4592-A493-9FE55FA829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20" name="Bildplatzhalter 5">
            <a:extLst>
              <a:ext uri="{FF2B5EF4-FFF2-40B4-BE49-F238E27FC236}">
                <a16:creationId xmlns:a16="http://schemas.microsoft.com/office/drawing/2014/main" id="{F9BD75A0-50EF-4746-9BE8-67AB32E9E13E}"/>
              </a:ext>
            </a:extLst>
          </p:cNvPr>
          <p:cNvSpPr>
            <a:spLocks noGrp="1"/>
          </p:cNvSpPr>
          <p:nvPr>
            <p:ph type="pic" sz="quarter" idx="13"/>
          </p:nvPr>
        </p:nvSpPr>
        <p:spPr>
          <a:xfrm>
            <a:off x="4440810" y="-1"/>
            <a:ext cx="7751190" cy="6858000"/>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97 h 10006"/>
              <a:gd name="connsiteX1" fmla="*/ 322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97"/>
                </a:moveTo>
                <a:lnTo>
                  <a:pt x="3222" y="0"/>
                </a:lnTo>
                <a:lnTo>
                  <a:pt x="10000" y="6"/>
                </a:lnTo>
                <a:lnTo>
                  <a:pt x="10000" y="10006"/>
                </a:lnTo>
                <a:lnTo>
                  <a:pt x="0" y="10006"/>
                </a:lnTo>
                <a:lnTo>
                  <a:pt x="0" y="9997"/>
                </a:lnTo>
                <a:close/>
              </a:path>
            </a:pathLst>
          </a:custGeom>
        </p:spPr>
        <p:txBody>
          <a:bodyPr/>
          <a:lstStyle/>
          <a:p>
            <a:r>
              <a:rPr lang="de-DE"/>
              <a:t>Bild durch Klicken auf Symbol hinzufügen</a:t>
            </a:r>
            <a:endParaRPr lang="de-DE" dirty="0"/>
          </a:p>
        </p:txBody>
      </p:sp>
      <p:sp>
        <p:nvSpPr>
          <p:cNvPr id="5" name="Parallelogramm 4">
            <a:extLst>
              <a:ext uri="{FF2B5EF4-FFF2-40B4-BE49-F238E27FC236}">
                <a16:creationId xmlns:a16="http://schemas.microsoft.com/office/drawing/2014/main" id="{47FD8D4E-1D46-4AE8-8F06-1952DCE10AFE}"/>
              </a:ext>
            </a:extLst>
          </p:cNvPr>
          <p:cNvSpPr/>
          <p:nvPr userDrawn="1"/>
        </p:nvSpPr>
        <p:spPr>
          <a:xfrm>
            <a:off x="2545556" y="410982"/>
            <a:ext cx="339180" cy="826248"/>
          </a:xfrm>
          <a:prstGeom prst="parallelogram">
            <a:avLst>
              <a:gd name="adj" fmla="val 887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7850A551-DBC4-CC48-A468-44D83FE3911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52924" y="410400"/>
            <a:ext cx="3309070" cy="827999"/>
          </a:xfrm>
          <a:prstGeom prst="rect">
            <a:avLst/>
          </a:prstGeom>
        </p:spPr>
      </p:pic>
    </p:spTree>
    <p:extLst>
      <p:ext uri="{BB962C8B-B14F-4D97-AF65-F5344CB8AC3E}">
        <p14:creationId xmlns:p14="http://schemas.microsoft.com/office/powerpoint/2010/main" val="6371555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3">
    <p:spTree>
      <p:nvGrpSpPr>
        <p:cNvPr id="1" name=""/>
        <p:cNvGrpSpPr/>
        <p:nvPr/>
      </p:nvGrpSpPr>
      <p:grpSpPr>
        <a:xfrm>
          <a:off x="0" y="0"/>
          <a:ext cx="0" cy="0"/>
          <a:chOff x="0" y="0"/>
          <a:chExt cx="0" cy="0"/>
        </a:xfrm>
      </p:grpSpPr>
      <p:sp>
        <p:nvSpPr>
          <p:cNvPr id="12" name="Freihandform: Form 11">
            <a:extLst>
              <a:ext uri="{FF2B5EF4-FFF2-40B4-BE49-F238E27FC236}">
                <a16:creationId xmlns:a16="http://schemas.microsoft.com/office/drawing/2014/main" id="{F3235FC4-042F-4F1E-9123-84F5CE3FD4D8}"/>
              </a:ext>
            </a:extLst>
          </p:cNvPr>
          <p:cNvSpPr/>
          <p:nvPr userDrawn="1"/>
        </p:nvSpPr>
        <p:spPr>
          <a:xfrm>
            <a:off x="1143" y="1799970"/>
            <a:ext cx="7772146" cy="5058029"/>
          </a:xfrm>
          <a:custGeom>
            <a:avLst/>
            <a:gdLst>
              <a:gd name="connsiteX0" fmla="*/ 0 w 7772146"/>
              <a:gd name="connsiteY0" fmla="*/ 0 h 5058029"/>
              <a:gd name="connsiteX1" fmla="*/ 0 w 7772146"/>
              <a:gd name="connsiteY1" fmla="*/ 5058029 h 5058029"/>
              <a:gd name="connsiteX2" fmla="*/ 5931281 w 7772146"/>
              <a:gd name="connsiteY2" fmla="*/ 5058029 h 5058029"/>
              <a:gd name="connsiteX3" fmla="*/ 7772146 w 7772146"/>
              <a:gd name="connsiteY3" fmla="*/ 0 h 5058029"/>
              <a:gd name="connsiteX4" fmla="*/ 0 w 7772146"/>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146" h="5058029">
                <a:moveTo>
                  <a:pt x="0" y="0"/>
                </a:moveTo>
                <a:lnTo>
                  <a:pt x="0" y="5058029"/>
                </a:lnTo>
                <a:lnTo>
                  <a:pt x="5931281" y="5058029"/>
                </a:lnTo>
                <a:lnTo>
                  <a:pt x="7772146" y="0"/>
                </a:lnTo>
                <a:lnTo>
                  <a:pt x="0" y="0"/>
                </a:lnTo>
                <a:close/>
              </a:path>
            </a:pathLst>
          </a:custGeom>
          <a:solidFill>
            <a:srgbClr val="008570"/>
          </a:soli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5832000"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5544000"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92997ABD-3319-4106-B204-F910E1A5EAFB}" type="datetime4">
              <a:rPr lang="de-DE" smtClean="0"/>
              <a:t>23. September 2024</a:t>
            </a:fld>
            <a:endParaRPr lang="de-DE" dirty="0"/>
          </a:p>
        </p:txBody>
      </p:sp>
      <p:sp>
        <p:nvSpPr>
          <p:cNvPr id="10" name="Bildplatzhalter 5">
            <a:extLst>
              <a:ext uri="{FF2B5EF4-FFF2-40B4-BE49-F238E27FC236}">
                <a16:creationId xmlns:a16="http://schemas.microsoft.com/office/drawing/2014/main" id="{9AEF6772-FBE0-43F3-83D5-B7854CAEF2C4}"/>
              </a:ext>
            </a:extLst>
          </p:cNvPr>
          <p:cNvSpPr>
            <a:spLocks noGrp="1"/>
          </p:cNvSpPr>
          <p:nvPr>
            <p:ph type="pic" sz="quarter" idx="13"/>
          </p:nvPr>
        </p:nvSpPr>
        <p:spPr>
          <a:xfrm>
            <a:off x="6565988" y="0"/>
            <a:ext cx="5634802" cy="5336055"/>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9991"/>
                </a:moveTo>
                <a:lnTo>
                  <a:pt x="3481" y="19"/>
                </a:lnTo>
                <a:lnTo>
                  <a:pt x="10000" y="0"/>
                </a:lnTo>
                <a:lnTo>
                  <a:pt x="10000" y="10000"/>
                </a:lnTo>
                <a:lnTo>
                  <a:pt x="0" y="10000"/>
                </a:lnTo>
                <a:lnTo>
                  <a:pt x="0" y="9991"/>
                </a:lnTo>
                <a:close/>
              </a:path>
            </a:pathLst>
          </a:custGeom>
        </p:spPr>
        <p:txBody>
          <a:bodyPr/>
          <a:lstStyle/>
          <a:p>
            <a:r>
              <a:rPr lang="de-DE"/>
              <a:t>Bild durch Klicken auf Symbol hinzufügen</a:t>
            </a:r>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
Zweite Ebene
Dritte Ebene
Vierte Ebene
Fünfte Ebene</a:t>
            </a:r>
            <a:endParaRPr lang="de-DE" dirty="0"/>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accent6"/>
                </a:solidFill>
              </a:rPr>
              <a:t>www.uni-siegen.de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5" name="Parallelogramm 4">
            <a:extLst>
              <a:ext uri="{FF2B5EF4-FFF2-40B4-BE49-F238E27FC236}">
                <a16:creationId xmlns:a16="http://schemas.microsoft.com/office/drawing/2014/main" id="{8443D55D-6E4B-4E61-8FFA-D4707884F1A4}"/>
              </a:ext>
            </a:extLst>
          </p:cNvPr>
          <p:cNvSpPr/>
          <p:nvPr userDrawn="1"/>
        </p:nvSpPr>
        <p:spPr>
          <a:xfrm>
            <a:off x="2545556" y="410982"/>
            <a:ext cx="339180" cy="826248"/>
          </a:xfrm>
          <a:prstGeom prst="parallelogram">
            <a:avLst>
              <a:gd name="adj" fmla="val 887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5F8D7B30-3F0F-D448-A307-8D6775E77A5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52924" y="410400"/>
            <a:ext cx="3309070" cy="827999"/>
          </a:xfrm>
          <a:prstGeom prst="rect">
            <a:avLst/>
          </a:prstGeom>
        </p:spPr>
      </p:pic>
    </p:spTree>
    <p:extLst>
      <p:ext uri="{BB962C8B-B14F-4D97-AF65-F5344CB8AC3E}">
        <p14:creationId xmlns:p14="http://schemas.microsoft.com/office/powerpoint/2010/main" val="1505079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4">
    <p:spTree>
      <p:nvGrpSpPr>
        <p:cNvPr id="1" name=""/>
        <p:cNvGrpSpPr/>
        <p:nvPr/>
      </p:nvGrpSpPr>
      <p:grpSpPr>
        <a:xfrm>
          <a:off x="0" y="0"/>
          <a:ext cx="0" cy="0"/>
          <a:chOff x="0" y="0"/>
          <a:chExt cx="0" cy="0"/>
        </a:xfrm>
      </p:grpSpPr>
      <p:sp>
        <p:nvSpPr>
          <p:cNvPr id="30" name="Bildplatzhalter 29">
            <a:extLst>
              <a:ext uri="{FF2B5EF4-FFF2-40B4-BE49-F238E27FC236}">
                <a16:creationId xmlns:a16="http://schemas.microsoft.com/office/drawing/2014/main" id="{366C48F0-18AD-4901-ACFD-4959DB204F22}"/>
              </a:ext>
            </a:extLst>
          </p:cNvPr>
          <p:cNvSpPr>
            <a:spLocks noGrp="1"/>
          </p:cNvSpPr>
          <p:nvPr>
            <p:ph type="pic" sz="quarter" idx="13"/>
          </p:nvPr>
        </p:nvSpPr>
        <p:spPr>
          <a:xfrm>
            <a:off x="0" y="3525624"/>
            <a:ext cx="12200790" cy="3332375"/>
          </a:xfrm>
          <a:custGeom>
            <a:avLst/>
            <a:gdLst>
              <a:gd name="connsiteX0" fmla="*/ 2089 w 12200790"/>
              <a:gd name="connsiteY0" fmla="*/ 3956 h 3332375"/>
              <a:gd name="connsiteX1" fmla="*/ 2089 w 12200790"/>
              <a:gd name="connsiteY1" fmla="*/ 4210 h 3332375"/>
              <a:gd name="connsiteX2" fmla="*/ 2089 w 12200790"/>
              <a:gd name="connsiteY2" fmla="*/ 1263923 h 3332375"/>
              <a:gd name="connsiteX3" fmla="*/ 4506272 w 12200790"/>
              <a:gd name="connsiteY3" fmla="*/ 1263923 h 3332375"/>
              <a:gd name="connsiteX4" fmla="*/ 4964868 w 12200790"/>
              <a:gd name="connsiteY4" fmla="*/ 3956 h 3332375"/>
              <a:gd name="connsiteX5" fmla="*/ 0 w 12200790"/>
              <a:gd name="connsiteY5" fmla="*/ 0 h 3332375"/>
              <a:gd name="connsiteX6" fmla="*/ 12200790 w 12200790"/>
              <a:gd name="connsiteY6" fmla="*/ 0 h 3332375"/>
              <a:gd name="connsiteX7" fmla="*/ 12200790 w 12200790"/>
              <a:gd name="connsiteY7" fmla="*/ 3332375 h 3332375"/>
              <a:gd name="connsiteX8" fmla="*/ 0 w 12200790"/>
              <a:gd name="connsiteY8" fmla="*/ 3332375 h 333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0790" h="3332375">
                <a:moveTo>
                  <a:pt x="2089" y="3956"/>
                </a:moveTo>
                <a:lnTo>
                  <a:pt x="2089" y="4210"/>
                </a:lnTo>
                <a:lnTo>
                  <a:pt x="2089" y="1263923"/>
                </a:lnTo>
                <a:lnTo>
                  <a:pt x="4506272" y="1263923"/>
                </a:lnTo>
                <a:lnTo>
                  <a:pt x="4964868" y="3956"/>
                </a:lnTo>
                <a:close/>
                <a:moveTo>
                  <a:pt x="0" y="0"/>
                </a:moveTo>
                <a:lnTo>
                  <a:pt x="12200790" y="0"/>
                </a:lnTo>
                <a:lnTo>
                  <a:pt x="12200790" y="3332375"/>
                </a:lnTo>
                <a:lnTo>
                  <a:pt x="0" y="3332375"/>
                </a:lnTo>
                <a:close/>
              </a:path>
            </a:pathLst>
          </a:custGeom>
        </p:spPr>
        <p:txBody>
          <a:bodyPr wrap="square">
            <a:noAutofit/>
          </a:bodyPr>
          <a:lstStyle/>
          <a:p>
            <a:r>
              <a:rPr lang="de-DE"/>
              <a:t>Bild durch Klicken auf Symbol hinzufügen</a:t>
            </a:r>
            <a:endParaRPr lang="de-DE" dirty="0"/>
          </a:p>
        </p:txBody>
      </p:sp>
      <p:grpSp>
        <p:nvGrpSpPr>
          <p:cNvPr id="5" name="Gruppieren 4">
            <a:extLst>
              <a:ext uri="{FF2B5EF4-FFF2-40B4-BE49-F238E27FC236}">
                <a16:creationId xmlns:a16="http://schemas.microsoft.com/office/drawing/2014/main" id="{6EE8D75E-CDB6-4653-B9AE-7D324982960B}"/>
              </a:ext>
            </a:extLst>
          </p:cNvPr>
          <p:cNvGrpSpPr/>
          <p:nvPr userDrawn="1"/>
        </p:nvGrpSpPr>
        <p:grpSpPr>
          <a:xfrm>
            <a:off x="1143" y="1799970"/>
            <a:ext cx="12193142" cy="2988056"/>
            <a:chOff x="1143" y="1799970"/>
            <a:chExt cx="12193142" cy="2988056"/>
          </a:xfrm>
        </p:grpSpPr>
        <p:sp>
          <p:nvSpPr>
            <p:cNvPr id="19" name="Freihandform: Form 18">
              <a:extLst>
                <a:ext uri="{FF2B5EF4-FFF2-40B4-BE49-F238E27FC236}">
                  <a16:creationId xmlns:a16="http://schemas.microsoft.com/office/drawing/2014/main" id="{B7077F29-90D2-4856-AC0B-18C2BCF2A466}"/>
                </a:ext>
              </a:extLst>
            </p:cNvPr>
            <p:cNvSpPr/>
            <p:nvPr/>
          </p:nvSpPr>
          <p:spPr>
            <a:xfrm>
              <a:off x="1143" y="1799970"/>
              <a:ext cx="8394064" cy="1656080"/>
            </a:xfrm>
            <a:custGeom>
              <a:avLst/>
              <a:gdLst>
                <a:gd name="connsiteX0" fmla="*/ 7791323 w 8394064"/>
                <a:gd name="connsiteY0" fmla="*/ 0 h 1656080"/>
                <a:gd name="connsiteX1" fmla="*/ 0 w 8394064"/>
                <a:gd name="connsiteY1" fmla="*/ 0 h 1656080"/>
                <a:gd name="connsiteX2" fmla="*/ 0 w 8394064"/>
                <a:gd name="connsiteY2" fmla="*/ 1655064 h 1656080"/>
                <a:gd name="connsiteX3" fmla="*/ 254 w 8394064"/>
                <a:gd name="connsiteY3" fmla="*/ 1656080 h 1656080"/>
                <a:gd name="connsiteX4" fmla="*/ 8394065 w 8394064"/>
                <a:gd name="connsiteY4" fmla="*/ 1656080 h 1656080"/>
                <a:gd name="connsiteX5" fmla="*/ 7791323 w 8394064"/>
                <a:gd name="connsiteY5" fmla="*/ 0 h 16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94064" h="1656080">
                  <a:moveTo>
                    <a:pt x="7791323" y="0"/>
                  </a:moveTo>
                  <a:lnTo>
                    <a:pt x="0" y="0"/>
                  </a:lnTo>
                  <a:lnTo>
                    <a:pt x="0" y="1655064"/>
                  </a:lnTo>
                  <a:lnTo>
                    <a:pt x="254" y="1656080"/>
                  </a:lnTo>
                  <a:lnTo>
                    <a:pt x="8394065" y="1656080"/>
                  </a:lnTo>
                  <a:lnTo>
                    <a:pt x="7791323" y="0"/>
                  </a:lnTo>
                  <a:close/>
                </a:path>
              </a:pathLst>
            </a:custGeom>
            <a:solidFill>
              <a:schemeClr val="accent2"/>
            </a:solidFill>
            <a:ln w="12700"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A4260301-D0DA-4666-BE90-9F1A296B1B81}"/>
                </a:ext>
              </a:extLst>
            </p:cNvPr>
            <p:cNvSpPr/>
            <p:nvPr userDrawn="1"/>
          </p:nvSpPr>
          <p:spPr>
            <a:xfrm>
              <a:off x="1143" y="3528059"/>
              <a:ext cx="4962778" cy="1259967"/>
            </a:xfrm>
            <a:custGeom>
              <a:avLst/>
              <a:gdLst>
                <a:gd name="connsiteX0" fmla="*/ 0 w 4962778"/>
                <a:gd name="connsiteY0" fmla="*/ 0 h 1259967"/>
                <a:gd name="connsiteX1" fmla="*/ 0 w 4962778"/>
                <a:gd name="connsiteY1" fmla="*/ 254 h 1259967"/>
                <a:gd name="connsiteX2" fmla="*/ 0 w 4962778"/>
                <a:gd name="connsiteY2" fmla="*/ 1259967 h 1259967"/>
                <a:gd name="connsiteX3" fmla="*/ 4504182 w 4962778"/>
                <a:gd name="connsiteY3" fmla="*/ 1259967 h 1259967"/>
                <a:gd name="connsiteX4" fmla="*/ 4962779 w 4962778"/>
                <a:gd name="connsiteY4" fmla="*/ 0 h 1259967"/>
                <a:gd name="connsiteX5" fmla="*/ 0 w 4962778"/>
                <a:gd name="connsiteY5" fmla="*/ 0 h 1259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2778" h="1259967">
                  <a:moveTo>
                    <a:pt x="0" y="0"/>
                  </a:moveTo>
                  <a:lnTo>
                    <a:pt x="0" y="254"/>
                  </a:lnTo>
                  <a:lnTo>
                    <a:pt x="0" y="1259967"/>
                  </a:lnTo>
                  <a:lnTo>
                    <a:pt x="4504182" y="1259967"/>
                  </a:lnTo>
                  <a:lnTo>
                    <a:pt x="4962779" y="0"/>
                  </a:lnTo>
                  <a:lnTo>
                    <a:pt x="0" y="0"/>
                  </a:lnTo>
                  <a:close/>
                </a:path>
              </a:pathLst>
            </a:custGeom>
            <a:solidFill>
              <a:schemeClr val="accent3"/>
            </a:solidFill>
            <a:ln w="12700"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EB664266-A3D1-42B6-AF62-5163DEE7328E}"/>
                </a:ext>
              </a:extLst>
            </p:cNvPr>
            <p:cNvSpPr/>
            <p:nvPr/>
          </p:nvSpPr>
          <p:spPr>
            <a:xfrm>
              <a:off x="8196326" y="2700020"/>
              <a:ext cx="3997959" cy="756030"/>
            </a:xfrm>
            <a:custGeom>
              <a:avLst/>
              <a:gdLst>
                <a:gd name="connsiteX0" fmla="*/ 3997960 w 3997959"/>
                <a:gd name="connsiteY0" fmla="*/ 0 h 756030"/>
                <a:gd name="connsiteX1" fmla="*/ 0 w 3997959"/>
                <a:gd name="connsiteY1" fmla="*/ 0 h 756030"/>
                <a:gd name="connsiteX2" fmla="*/ 275209 w 3997959"/>
                <a:gd name="connsiteY2" fmla="*/ 756031 h 756030"/>
                <a:gd name="connsiteX3" fmla="*/ 3997960 w 3997959"/>
                <a:gd name="connsiteY3" fmla="*/ 756031 h 756030"/>
                <a:gd name="connsiteX4" fmla="*/ 3997960 w 3997959"/>
                <a:gd name="connsiteY4" fmla="*/ 0 h 756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959" h="756030">
                  <a:moveTo>
                    <a:pt x="3997960" y="0"/>
                  </a:moveTo>
                  <a:lnTo>
                    <a:pt x="0" y="0"/>
                  </a:lnTo>
                  <a:lnTo>
                    <a:pt x="275209" y="756031"/>
                  </a:lnTo>
                  <a:lnTo>
                    <a:pt x="3997960" y="756031"/>
                  </a:lnTo>
                  <a:lnTo>
                    <a:pt x="3997960" y="0"/>
                  </a:lnTo>
                  <a:close/>
                </a:path>
              </a:pathLst>
            </a:custGeom>
            <a:solidFill>
              <a:schemeClr val="accent6"/>
            </a:solidFill>
            <a:ln w="12700" cap="flat">
              <a:noFill/>
              <a:prstDash val="solid"/>
              <a:miter/>
            </a:ln>
          </p:spPr>
          <p:txBody>
            <a:bodyPr rtlCol="0" anchor="ctr"/>
            <a:lstStyle/>
            <a:p>
              <a:endParaRPr lang="de-DE"/>
            </a:p>
          </p:txBody>
        </p:sp>
      </p:grpSp>
      <p:sp>
        <p:nvSpPr>
          <p:cNvPr id="2" name="Titel 1">
            <a:extLst>
              <a:ext uri="{FF2B5EF4-FFF2-40B4-BE49-F238E27FC236}">
                <a16:creationId xmlns:a16="http://schemas.microsoft.com/office/drawing/2014/main" id="{D7331B77-9E39-4467-A5A1-26D356813330}"/>
              </a:ext>
            </a:extLst>
          </p:cNvPr>
          <p:cNvSpPr>
            <a:spLocks noGrp="1"/>
          </p:cNvSpPr>
          <p:nvPr userDrawn="1">
            <p:ph type="ctrTitle"/>
          </p:nvPr>
        </p:nvSpPr>
        <p:spPr>
          <a:xfrm>
            <a:off x="561872" y="2061000"/>
            <a:ext cx="5832000" cy="1152000"/>
          </a:xfrm>
        </p:spPr>
        <p:txBody>
          <a:bodyPr anchor="t" anchorCtr="0">
            <a:normAutofit/>
          </a:bodyPr>
          <a:lstStyle>
            <a:lvl1pPr algn="l">
              <a:lnSpc>
                <a:spcPct val="100000"/>
              </a:lnSpc>
              <a:defRPr sz="3600">
                <a:solidFill>
                  <a:schemeClr val="bg1"/>
                </a:solidFill>
              </a:defRPr>
            </a:lvl1pPr>
          </a:lstStyle>
          <a:p>
            <a:r>
              <a:rPr lang="de-DE"/>
              <a:t>Mastertitelformat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userDrawn="1">
            <p:ph type="dt" sz="half" idx="10"/>
          </p:nvPr>
        </p:nvSpPr>
        <p:spPr>
          <a:xfrm>
            <a:off x="551384" y="4149080"/>
            <a:ext cx="2592288" cy="288000"/>
          </a:xfrm>
        </p:spPr>
        <p:txBody>
          <a:bodyPr tIns="28800"/>
          <a:lstStyle>
            <a:lvl1pPr algn="l">
              <a:defRPr sz="1800" b="1">
                <a:solidFill>
                  <a:schemeClr val="bg1"/>
                </a:solidFill>
              </a:defRPr>
            </a:lvl1pPr>
          </a:lstStyle>
          <a:p>
            <a:fld id="{7229970A-8349-4125-B865-081F3ED3F181}" type="datetime4">
              <a:rPr lang="de-DE" smtClean="0"/>
              <a:t>23. September 2024</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userDrawn="1">
            <p:ph type="body" sz="quarter" idx="14"/>
          </p:nvPr>
        </p:nvSpPr>
        <p:spPr>
          <a:xfrm>
            <a:off x="551704" y="3860224"/>
            <a:ext cx="2880000" cy="288000"/>
          </a:xfrm>
        </p:spPr>
        <p:txBody>
          <a:bodyPr lIns="0" tIns="0" rIns="0" bIns="36000"/>
          <a:lstStyle>
            <a:lvl1pPr marL="0" indent="0">
              <a:lnSpc>
                <a:spcPct val="100000"/>
              </a:lnSpc>
              <a:buFont typeface="Arial" panose="020B0604020202020204" pitchFamily="34" charset="0"/>
              <a:buNone/>
              <a:defRPr sz="1800" b="1">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
Zweite Ebene
Dritte Ebene
Vierte Ebene
Fünfte Ebene</a:t>
            </a:r>
            <a:endParaRPr lang="de-DE" dirty="0"/>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14" name="Textfeld 13">
            <a:extLst>
              <a:ext uri="{FF2B5EF4-FFF2-40B4-BE49-F238E27FC236}">
                <a16:creationId xmlns:a16="http://schemas.microsoft.com/office/drawing/2014/main" id="{3550EBE3-0EAF-4040-B318-81F139A68E0D}"/>
              </a:ext>
            </a:extLst>
          </p:cNvPr>
          <p:cNvSpPr txBox="1"/>
          <p:nvPr userDrawn="1"/>
        </p:nvSpPr>
        <p:spPr>
          <a:xfrm>
            <a:off x="8832304" y="2924976"/>
            <a:ext cx="1944000" cy="288000"/>
          </a:xfrm>
          <a:prstGeom prst="rect">
            <a:avLst/>
          </a:prstGeom>
          <a:noFill/>
        </p:spPr>
        <p:txBody>
          <a:bodyPr wrap="square" lIns="14400" tIns="10800" rIns="0" bIns="0" rtlCol="0">
            <a:spAutoFit/>
          </a:bodyPr>
          <a:lstStyle/>
          <a:p>
            <a:r>
              <a:rPr lang="de-DE" sz="1800" b="1" dirty="0">
                <a:solidFill>
                  <a:schemeClr val="bg1"/>
                </a:solidFill>
              </a:rPr>
              <a:t>uni-siegen.de</a:t>
            </a:r>
          </a:p>
        </p:txBody>
      </p:sp>
      <p:sp>
        <p:nvSpPr>
          <p:cNvPr id="3" name="Parallelogramm 2">
            <a:extLst>
              <a:ext uri="{FF2B5EF4-FFF2-40B4-BE49-F238E27FC236}">
                <a16:creationId xmlns:a16="http://schemas.microsoft.com/office/drawing/2014/main" id="{3F307598-9184-42AD-95C5-B30CE9F0F16D}"/>
              </a:ext>
            </a:extLst>
          </p:cNvPr>
          <p:cNvSpPr/>
          <p:nvPr userDrawn="1"/>
        </p:nvSpPr>
        <p:spPr>
          <a:xfrm>
            <a:off x="2545556" y="410982"/>
            <a:ext cx="339180" cy="826248"/>
          </a:xfrm>
          <a:prstGeom prst="parallelogram">
            <a:avLst>
              <a:gd name="adj" fmla="val 887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a:extLst>
              <a:ext uri="{FF2B5EF4-FFF2-40B4-BE49-F238E27FC236}">
                <a16:creationId xmlns:a16="http://schemas.microsoft.com/office/drawing/2014/main" id="{12AD4918-8FD1-9F4D-BCF2-83DF1CD409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52924" y="410400"/>
            <a:ext cx="3309070" cy="827999"/>
          </a:xfrm>
          <a:prstGeom prst="rect">
            <a:avLst/>
          </a:prstGeom>
        </p:spPr>
      </p:pic>
    </p:spTree>
    <p:extLst>
      <p:ext uri="{BB962C8B-B14F-4D97-AF65-F5344CB8AC3E}">
        <p14:creationId xmlns:p14="http://schemas.microsoft.com/office/powerpoint/2010/main" val="382694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5832000"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5544000"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6021312"/>
            <a:ext cx="1944000" cy="216000"/>
          </a:xfrm>
        </p:spPr>
        <p:txBody>
          <a:bodyPr tIns="0"/>
          <a:lstStyle>
            <a:lvl1pPr algn="l">
              <a:defRPr sz="1400">
                <a:solidFill>
                  <a:schemeClr val="bg1"/>
                </a:solidFill>
              </a:defRPr>
            </a:lvl1pPr>
          </a:lstStyle>
          <a:p>
            <a:fld id="{DE6BF7AC-69C6-4272-807B-F4046EB0A7FA}" type="datetime4">
              <a:rPr lang="de-DE" smtClean="0"/>
              <a:t>23. September 2024</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733280"/>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
Zweite Ebene
Dritte Ebene
Vierte Ebene
Fünfte Ebene</a:t>
            </a:r>
            <a:endParaRPr lang="de-DE" dirty="0"/>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accent6"/>
                </a:solidFill>
              </a:rPr>
              <a:t>www.uni-siegen.de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grpSp>
        <p:nvGrpSpPr>
          <p:cNvPr id="6" name="Grafik 4">
            <a:extLst>
              <a:ext uri="{FF2B5EF4-FFF2-40B4-BE49-F238E27FC236}">
                <a16:creationId xmlns:a16="http://schemas.microsoft.com/office/drawing/2014/main" id="{4FEE0BF1-8904-41E6-9EAB-433B75A66D4E}"/>
              </a:ext>
            </a:extLst>
          </p:cNvPr>
          <p:cNvGrpSpPr/>
          <p:nvPr/>
        </p:nvGrpSpPr>
        <p:grpSpPr>
          <a:xfrm>
            <a:off x="-18000" y="-1"/>
            <a:ext cx="12218400" cy="6872850"/>
            <a:chOff x="-18000" y="-1"/>
            <a:chExt cx="12218400" cy="6872850"/>
          </a:xfrm>
        </p:grpSpPr>
        <p:sp>
          <p:nvSpPr>
            <p:cNvPr id="7" name="Freihandform: Form 6">
              <a:extLst>
                <a:ext uri="{FF2B5EF4-FFF2-40B4-BE49-F238E27FC236}">
                  <a16:creationId xmlns:a16="http://schemas.microsoft.com/office/drawing/2014/main" id="{28F63E72-D779-4F25-88C2-A7F2C2EDA671}"/>
                </a:ext>
              </a:extLst>
            </p:cNvPr>
            <p:cNvSpPr/>
            <p:nvPr/>
          </p:nvSpPr>
          <p:spPr>
            <a:xfrm>
              <a:off x="-16854" y="1803867"/>
              <a:ext cx="7783756" cy="5068981"/>
            </a:xfrm>
            <a:custGeom>
              <a:avLst/>
              <a:gdLst>
                <a:gd name="connsiteX0" fmla="*/ 0 w 7783756"/>
                <a:gd name="connsiteY0" fmla="*/ 0 h 5068981"/>
                <a:gd name="connsiteX1" fmla="*/ 0 w 7783756"/>
                <a:gd name="connsiteY1" fmla="*/ 5068982 h 5068981"/>
                <a:gd name="connsiteX2" fmla="*/ 5938779 w 7783756"/>
                <a:gd name="connsiteY2" fmla="*/ 5068982 h 5068981"/>
                <a:gd name="connsiteX3" fmla="*/ 7783757 w 7783756"/>
                <a:gd name="connsiteY3" fmla="*/ 0 h 5068981"/>
                <a:gd name="connsiteX4" fmla="*/ 0 w 7783756"/>
                <a:gd name="connsiteY4" fmla="*/ 0 h 50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3756" h="5068981">
                  <a:moveTo>
                    <a:pt x="0" y="0"/>
                  </a:moveTo>
                  <a:lnTo>
                    <a:pt x="0" y="5068982"/>
                  </a:lnTo>
                  <a:lnTo>
                    <a:pt x="5938779" y="5068982"/>
                  </a:lnTo>
                  <a:lnTo>
                    <a:pt x="7783757" y="0"/>
                  </a:lnTo>
                  <a:lnTo>
                    <a:pt x="0" y="0"/>
                  </a:lnTo>
                  <a:close/>
                </a:path>
              </a:pathLst>
            </a:custGeom>
            <a:solidFill>
              <a:schemeClr val="accent2"/>
            </a:solidFill>
            <a:ln w="12720" cap="flat">
              <a:noFill/>
              <a:prstDash val="solid"/>
              <a:miter/>
            </a:ln>
          </p:spPr>
          <p:txBody>
            <a:bodyPr rtlCol="0" anchor="ctr"/>
            <a:lstStyle/>
            <a:p>
              <a:endParaRPr lang="de-DE"/>
            </a:p>
          </p:txBody>
        </p:sp>
        <p:sp>
          <p:nvSpPr>
            <p:cNvPr id="8" name="Freihandform: Form 7">
              <a:extLst>
                <a:ext uri="{FF2B5EF4-FFF2-40B4-BE49-F238E27FC236}">
                  <a16:creationId xmlns:a16="http://schemas.microsoft.com/office/drawing/2014/main" id="{EAC6D96B-4568-4116-8976-2B3D8A6449DC}"/>
                </a:ext>
              </a:extLst>
            </p:cNvPr>
            <p:cNvSpPr/>
            <p:nvPr/>
          </p:nvSpPr>
          <p:spPr>
            <a:xfrm>
              <a:off x="6552063" y="-1"/>
              <a:ext cx="5650627" cy="5353950"/>
            </a:xfrm>
            <a:custGeom>
              <a:avLst/>
              <a:gdLst>
                <a:gd name="connsiteX0" fmla="*/ 5650628 w 5650627"/>
                <a:gd name="connsiteY0" fmla="*/ 0 h 5353950"/>
                <a:gd name="connsiteX1" fmla="*/ 1948707 w 5650627"/>
                <a:gd name="connsiteY1" fmla="*/ 0 h 5353950"/>
                <a:gd name="connsiteX2" fmla="*/ 0 w 5650627"/>
                <a:gd name="connsiteY2" fmla="*/ 5353950 h 5353950"/>
                <a:gd name="connsiteX3" fmla="*/ 5649610 w 5650627"/>
                <a:gd name="connsiteY3" fmla="*/ 5353950 h 5353950"/>
                <a:gd name="connsiteX4" fmla="*/ 5650628 w 5650627"/>
                <a:gd name="connsiteY4" fmla="*/ 5351150 h 5353950"/>
                <a:gd name="connsiteX5" fmla="*/ 5650628 w 5650627"/>
                <a:gd name="connsiteY5" fmla="*/ 0 h 53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0627" h="5353950">
                  <a:moveTo>
                    <a:pt x="5650628" y="0"/>
                  </a:moveTo>
                  <a:lnTo>
                    <a:pt x="1948707" y="0"/>
                  </a:lnTo>
                  <a:lnTo>
                    <a:pt x="0" y="5353950"/>
                  </a:lnTo>
                  <a:lnTo>
                    <a:pt x="5649610" y="5353950"/>
                  </a:lnTo>
                  <a:lnTo>
                    <a:pt x="5650628" y="5351150"/>
                  </a:lnTo>
                  <a:lnTo>
                    <a:pt x="5650628" y="0"/>
                  </a:lnTo>
                  <a:close/>
                </a:path>
              </a:pathLst>
            </a:custGeom>
            <a:solidFill>
              <a:schemeClr val="accent3"/>
            </a:solidFill>
            <a:ln w="12720" cap="flat">
              <a:noFill/>
              <a:prstDash val="solid"/>
              <a:miter/>
            </a:ln>
          </p:spPr>
          <p:txBody>
            <a:bodyPr rtlCol="0" anchor="ctr"/>
            <a:lstStyle/>
            <a:p>
              <a:endParaRPr lang="de-DE"/>
            </a:p>
          </p:txBody>
        </p:sp>
      </p:grpSp>
      <p:sp>
        <p:nvSpPr>
          <p:cNvPr id="5" name="Parallelogramm 4">
            <a:extLst>
              <a:ext uri="{FF2B5EF4-FFF2-40B4-BE49-F238E27FC236}">
                <a16:creationId xmlns:a16="http://schemas.microsoft.com/office/drawing/2014/main" id="{9455762C-E6FA-4CFA-8B54-E7DA92026373}"/>
              </a:ext>
            </a:extLst>
          </p:cNvPr>
          <p:cNvSpPr/>
          <p:nvPr userDrawn="1"/>
        </p:nvSpPr>
        <p:spPr>
          <a:xfrm>
            <a:off x="2545556" y="410982"/>
            <a:ext cx="339180" cy="826248"/>
          </a:xfrm>
          <a:prstGeom prst="parallelogram">
            <a:avLst>
              <a:gd name="adj" fmla="val 887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AF332298-2F01-2641-A6B6-AB60C5DEA3E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52924" y="410400"/>
            <a:ext cx="3309070" cy="827999"/>
          </a:xfrm>
          <a:prstGeom prst="rect">
            <a:avLst/>
          </a:prstGeom>
        </p:spPr>
      </p:pic>
    </p:spTree>
    <p:extLst>
      <p:ext uri="{BB962C8B-B14F-4D97-AF65-F5344CB8AC3E}">
        <p14:creationId xmlns:p14="http://schemas.microsoft.com/office/powerpoint/2010/main" val="3103483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11088000" cy="432000"/>
          </a:xfrm>
        </p:spPr>
        <p:txBody>
          <a:bodyPr/>
          <a:lstStyle>
            <a:lvl1pPr>
              <a:defRPr>
                <a:solidFill>
                  <a:schemeClr val="tx1"/>
                </a:solidFill>
              </a:defRPr>
            </a:lvl1p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060848"/>
            <a:ext cx="6552728" cy="3816424"/>
          </a:xfrm>
        </p:spPr>
        <p:txBody>
          <a:bodyPr tIns="0"/>
          <a:lstStyle>
            <a:lvl1pPr>
              <a:spcBef>
                <a:spcPts val="1400"/>
              </a:spcBef>
              <a:defRPr sz="2000" b="1">
                <a:solidFill>
                  <a:schemeClr val="tx2"/>
                </a:solidFill>
              </a:defRPr>
            </a:lvl1pPr>
            <a:lvl2pPr marL="180000" indent="0">
              <a:spcBef>
                <a:spcPts val="0"/>
              </a:spcBef>
              <a:spcAft>
                <a:spcPts val="0"/>
              </a:spcAft>
              <a:buFont typeface="Arial" panose="020B0604020202020204" pitchFamily="34" charset="0"/>
              <a:buNone/>
              <a:defRPr sz="2000" b="0">
                <a:solidFill>
                  <a:schemeClr val="tx2"/>
                </a:solidFill>
              </a:defRPr>
            </a:lvl2pPr>
            <a:lvl3pPr marL="180000" indent="0">
              <a:spcBef>
                <a:spcPts val="0"/>
              </a:spcBef>
              <a:spcAft>
                <a:spcPts val="0"/>
              </a:spcAft>
              <a:buFont typeface="Arial" panose="020B0604020202020204" pitchFamily="34" charset="0"/>
              <a:buNone/>
              <a:defRPr sz="2000">
                <a:solidFill>
                  <a:schemeClr val="tx2"/>
                </a:solidFill>
              </a:defRPr>
            </a:lvl3pPr>
            <a:lvl4pPr marL="180000" indent="0">
              <a:spcBef>
                <a:spcPts val="0"/>
              </a:spcBef>
              <a:spcAft>
                <a:spcPts val="0"/>
              </a:spcAft>
              <a:buFont typeface="Arial" panose="020B0604020202020204" pitchFamily="34" charset="0"/>
              <a:buNone/>
              <a:defRPr sz="2000">
                <a:solidFill>
                  <a:schemeClr val="tx2"/>
                </a:solidFill>
              </a:defRPr>
            </a:lvl4pPr>
            <a:lvl5pPr marL="180000" indent="0">
              <a:spcBef>
                <a:spcPts val="0"/>
              </a:spcBef>
              <a:spcAft>
                <a:spcPts val="0"/>
              </a:spcAft>
              <a:buFont typeface="Arial" panose="020B0604020202020204" pitchFamily="34" charset="0"/>
              <a:buNone/>
              <a:defRPr sz="2000">
                <a:solidFill>
                  <a:schemeClr val="tx2"/>
                </a:solidFill>
              </a:defRPr>
            </a:lvl5pPr>
            <a:lvl6pPr marL="180000" indent="0">
              <a:buFont typeface="+mj-lt"/>
              <a:buNone/>
              <a:defRPr>
                <a:solidFill>
                  <a:schemeClr val="tx2"/>
                </a:solidFill>
              </a:defRPr>
            </a:lvl6pPr>
            <a:lvl7pPr marL="180000" indent="0">
              <a:buFont typeface="+mj-lt"/>
              <a:buNone/>
              <a:defRPr>
                <a:solidFill>
                  <a:schemeClr val="tx2"/>
                </a:solidFill>
              </a:defRPr>
            </a:lvl7pPr>
            <a:lvl8pPr marL="180000" indent="0">
              <a:buFont typeface="+mj-lt"/>
              <a:buNone/>
              <a:defRPr>
                <a:solidFill>
                  <a:schemeClr val="tx2"/>
                </a:solidFill>
              </a:defRPr>
            </a:lvl8pPr>
            <a:lvl9pPr marL="180000" indent="0">
              <a:buFont typeface="+mj-lt"/>
              <a:buNone/>
              <a:defRPr>
                <a:solidFill>
                  <a:schemeClr val="tx2"/>
                </a:solidFill>
              </a:defRPr>
            </a:lvl9pPr>
          </a:lstStyle>
          <a:p>
            <a:pPr lvl="0"/>
            <a:r>
              <a:rPr lang="de-DE"/>
              <a:t>Mastertextformat bearbeiten
Zweite Ebene
Dritte Ebene
Vierte Ebene
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ABE505C3-9738-4E97-A951-5DF197E45637}" type="datetime4">
              <a:rPr lang="de-DE" smtClean="0"/>
              <a:t>23. September 2024</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11" name="Textplatzhalter 10">
            <a:extLst>
              <a:ext uri="{FF2B5EF4-FFF2-40B4-BE49-F238E27FC236}">
                <a16:creationId xmlns:a16="http://schemas.microsoft.com/office/drawing/2014/main" id="{178A024A-4794-4471-B069-9F8C3E851DB3}"/>
              </a:ext>
            </a:extLst>
          </p:cNvPr>
          <p:cNvSpPr>
            <a:spLocks noGrp="1"/>
          </p:cNvSpPr>
          <p:nvPr>
            <p:ph type="body" sz="quarter" idx="13"/>
          </p:nvPr>
        </p:nvSpPr>
        <p:spPr>
          <a:xfrm>
            <a:off x="552152" y="980728"/>
            <a:ext cx="7992120" cy="432000"/>
          </a:xfrm>
        </p:spPr>
        <p:txBody>
          <a:bodyPr tIns="36000"/>
          <a:lstStyle>
            <a:lvl1pPr>
              <a:lnSpc>
                <a:spcPct val="90000"/>
              </a:lnSpc>
              <a:defRPr sz="2800">
                <a:solidFill>
                  <a:schemeClr val="tx1"/>
                </a:solidFill>
              </a:defRPr>
            </a:lvl1pPr>
            <a:lvl2pPr marL="0" indent="0">
              <a:lnSpc>
                <a:spcPct val="90000"/>
              </a:lnSpc>
              <a:buFont typeface="+mj-lt"/>
              <a:buNone/>
              <a:defRPr sz="2800" b="0" i="0">
                <a:solidFill>
                  <a:schemeClr val="tx1"/>
                </a:solidFill>
              </a:defRPr>
            </a:lvl2pPr>
            <a:lvl3pPr marL="0" indent="0">
              <a:lnSpc>
                <a:spcPct val="90000"/>
              </a:lnSpc>
              <a:buFont typeface="+mj-lt"/>
              <a:buNone/>
              <a:defRPr sz="2800" b="0" i="0">
                <a:solidFill>
                  <a:schemeClr val="tx1"/>
                </a:solidFill>
              </a:defRPr>
            </a:lvl3pPr>
            <a:lvl4pPr marL="0" indent="0">
              <a:lnSpc>
                <a:spcPct val="90000"/>
              </a:lnSpc>
              <a:buFont typeface="+mj-lt"/>
              <a:buNone/>
              <a:defRPr sz="2800" b="0" i="0">
                <a:solidFill>
                  <a:schemeClr val="tx1"/>
                </a:solidFill>
              </a:defRPr>
            </a:lvl4pPr>
            <a:lvl5pPr marL="0" indent="0">
              <a:lnSpc>
                <a:spcPct val="90000"/>
              </a:lnSpc>
              <a:buFont typeface="+mj-lt"/>
              <a:buNone/>
              <a:defRPr sz="2800" b="0" i="0">
                <a:solidFill>
                  <a:schemeClr val="tx1"/>
                </a:solidFill>
              </a:defRPr>
            </a:lvl5pPr>
            <a:lvl6pPr marL="0" indent="0">
              <a:lnSpc>
                <a:spcPct val="90000"/>
              </a:lnSpc>
              <a:buFont typeface="+mj-lt"/>
              <a:buNone/>
              <a:defRPr sz="2800" b="0" i="0">
                <a:solidFill>
                  <a:schemeClr val="tx1"/>
                </a:solidFill>
              </a:defRPr>
            </a:lvl6pPr>
            <a:lvl7pPr marL="0" indent="0">
              <a:lnSpc>
                <a:spcPct val="90000"/>
              </a:lnSpc>
              <a:buFont typeface="+mj-lt"/>
              <a:buNone/>
              <a:defRPr sz="2800" b="0" i="0">
                <a:solidFill>
                  <a:schemeClr val="tx1"/>
                </a:solidFill>
              </a:defRPr>
            </a:lvl7pPr>
            <a:lvl8pPr marL="0" indent="0">
              <a:lnSpc>
                <a:spcPct val="90000"/>
              </a:lnSpc>
              <a:buFont typeface="+mj-lt"/>
              <a:buNone/>
              <a:defRPr sz="2800" b="0" i="0">
                <a:solidFill>
                  <a:schemeClr val="tx1"/>
                </a:solidFill>
              </a:defRPr>
            </a:lvl8pPr>
            <a:lvl9pPr marL="0" indent="0">
              <a:lnSpc>
                <a:spcPct val="90000"/>
              </a:lnSpc>
              <a:buFont typeface="+mj-lt"/>
              <a:buNone/>
              <a:defRPr sz="2800" b="0" i="0">
                <a:solidFill>
                  <a:schemeClr val="tx1"/>
                </a:solidFill>
              </a:defRPr>
            </a:lvl9pPr>
          </a:lstStyle>
          <a:p>
            <a:pPr lvl="0"/>
            <a:r>
              <a:rPr lang="de-DE"/>
              <a:t>Mastertextformat bearbeiten
Zweite Ebene
Dritte Ebene
Vierte Ebene
Fünfte Ebene</a:t>
            </a:r>
            <a:endParaRPr lang="de-DE" dirty="0"/>
          </a:p>
        </p:txBody>
      </p:sp>
      <p:grpSp>
        <p:nvGrpSpPr>
          <p:cNvPr id="7" name="Grafik 16">
            <a:extLst>
              <a:ext uri="{FF2B5EF4-FFF2-40B4-BE49-F238E27FC236}">
                <a16:creationId xmlns:a16="http://schemas.microsoft.com/office/drawing/2014/main" id="{1CC7D6F7-6576-46E9-8F5C-0D08112494D4}"/>
              </a:ext>
            </a:extLst>
          </p:cNvPr>
          <p:cNvGrpSpPr/>
          <p:nvPr/>
        </p:nvGrpSpPr>
        <p:grpSpPr>
          <a:xfrm>
            <a:off x="-10800" y="0"/>
            <a:ext cx="12204000" cy="6864750"/>
            <a:chOff x="-10800" y="0"/>
            <a:chExt cx="12204000" cy="6864750"/>
          </a:xfrm>
        </p:grpSpPr>
        <p:sp>
          <p:nvSpPr>
            <p:cNvPr id="8" name="Freihandform: Form 7">
              <a:extLst>
                <a:ext uri="{FF2B5EF4-FFF2-40B4-BE49-F238E27FC236}">
                  <a16:creationId xmlns:a16="http://schemas.microsoft.com/office/drawing/2014/main" id="{45C35ECD-471C-44FB-8C31-D16F5FBB515A}"/>
                </a:ext>
              </a:extLst>
            </p:cNvPr>
            <p:cNvSpPr/>
            <p:nvPr/>
          </p:nvSpPr>
          <p:spPr>
            <a:xfrm>
              <a:off x="-9655" y="1801742"/>
              <a:ext cx="8900148" cy="4378312"/>
            </a:xfrm>
            <a:custGeom>
              <a:avLst/>
              <a:gdLst>
                <a:gd name="connsiteX0" fmla="*/ 0 w 8900148"/>
                <a:gd name="connsiteY0" fmla="*/ 0 h 4378312"/>
                <a:gd name="connsiteX1" fmla="*/ 0 w 8900148"/>
                <a:gd name="connsiteY1" fmla="*/ 4378313 h 4378312"/>
                <a:gd name="connsiteX2" fmla="*/ 7306510 w 8900148"/>
                <a:gd name="connsiteY2" fmla="*/ 4378313 h 4378312"/>
                <a:gd name="connsiteX3" fmla="*/ 8900149 w 8900148"/>
                <a:gd name="connsiteY3" fmla="*/ 0 h 4378312"/>
                <a:gd name="connsiteX4" fmla="*/ 0 w 8900148"/>
                <a:gd name="connsiteY4" fmla="*/ 0 h 437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148" h="4378312">
                  <a:moveTo>
                    <a:pt x="0" y="0"/>
                  </a:moveTo>
                  <a:lnTo>
                    <a:pt x="0" y="4378313"/>
                  </a:lnTo>
                  <a:lnTo>
                    <a:pt x="7306510" y="4378313"/>
                  </a:lnTo>
                  <a:lnTo>
                    <a:pt x="8900149" y="0"/>
                  </a:lnTo>
                  <a:lnTo>
                    <a:pt x="0" y="0"/>
                  </a:lnTo>
                  <a:close/>
                </a:path>
              </a:pathLst>
            </a:custGeom>
            <a:solidFill>
              <a:srgbClr val="008570"/>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F3D9652C-3B6E-4EF3-88D5-C1F96FDC61FC}"/>
                </a:ext>
              </a:extLst>
            </p:cNvPr>
            <p:cNvSpPr/>
            <p:nvPr/>
          </p:nvSpPr>
          <p:spPr>
            <a:xfrm>
              <a:off x="7558476" y="1293878"/>
              <a:ext cx="4637011" cy="4378439"/>
            </a:xfrm>
            <a:custGeom>
              <a:avLst/>
              <a:gdLst>
                <a:gd name="connsiteX0" fmla="*/ 4637012 w 4637011"/>
                <a:gd name="connsiteY0" fmla="*/ 0 h 4378439"/>
                <a:gd name="connsiteX1" fmla="*/ 1593640 w 4637011"/>
                <a:gd name="connsiteY1" fmla="*/ 0 h 4378439"/>
                <a:gd name="connsiteX2" fmla="*/ 0 w 4637011"/>
                <a:gd name="connsiteY2" fmla="*/ 4378440 h 4378439"/>
                <a:gd name="connsiteX3" fmla="*/ 4635868 w 4637011"/>
                <a:gd name="connsiteY3" fmla="*/ 4378440 h 4378439"/>
                <a:gd name="connsiteX4" fmla="*/ 4637012 w 4637011"/>
                <a:gd name="connsiteY4" fmla="*/ 4375388 h 4378439"/>
                <a:gd name="connsiteX5" fmla="*/ 4637012 w 4637011"/>
                <a:gd name="connsiteY5" fmla="*/ 0 h 43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37011" h="4378439">
                  <a:moveTo>
                    <a:pt x="4637012" y="0"/>
                  </a:moveTo>
                  <a:lnTo>
                    <a:pt x="1593640" y="0"/>
                  </a:lnTo>
                  <a:lnTo>
                    <a:pt x="0" y="4378440"/>
                  </a:lnTo>
                  <a:lnTo>
                    <a:pt x="4635868" y="4378440"/>
                  </a:lnTo>
                  <a:lnTo>
                    <a:pt x="4637012" y="4375388"/>
                  </a:lnTo>
                  <a:lnTo>
                    <a:pt x="4637012" y="0"/>
                  </a:lnTo>
                  <a:close/>
                </a:path>
              </a:pathLst>
            </a:custGeom>
            <a:solidFill>
              <a:srgbClr val="90C685"/>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3256568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p:txBody>
          <a:bodyPr/>
          <a:lstStyle/>
          <a:p>
            <a:pPr lvl="0"/>
            <a:r>
              <a:rPr lang="de-DE"/>
              <a:t>Mastertextformat bearbeiten
Zweite Ebene
Dritte Ebene
Vierte Ebene
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A2AE371B-0267-4CB0-9272-973984F3565D}" type="datetime4">
              <a:rPr lang="de-DE" smtClean="0"/>
              <a:t>23. September 2024</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8" name="Textplatzhalter 8">
            <a:extLst>
              <a:ext uri="{FF2B5EF4-FFF2-40B4-BE49-F238E27FC236}">
                <a16:creationId xmlns:a16="http://schemas.microsoft.com/office/drawing/2014/main" id="{B54B792C-CDB3-4613-BDDA-AC44C09F36EE}"/>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15670179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bg>
      <p:bgPr>
        <a:solidFill>
          <a:srgbClr val="90C685"/>
        </a:solidFill>
        <a:effectLst/>
      </p:bgPr>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BBD1271F-5276-4A85-9285-369543946767}"/>
              </a:ext>
            </a:extLst>
          </p:cNvPr>
          <p:cNvSpPr>
            <a:spLocks noGrp="1"/>
          </p:cNvSpPr>
          <p:nvPr>
            <p:ph type="body" idx="1" hasCustomPrompt="1"/>
          </p:nvPr>
        </p:nvSpPr>
        <p:spPr>
          <a:xfrm>
            <a:off x="551384" y="658800"/>
            <a:ext cx="4104000" cy="5760000"/>
          </a:xfrm>
        </p:spPr>
        <p:txBody>
          <a:bodyPr/>
          <a:lstStyle>
            <a:lvl1pPr marL="0" indent="0">
              <a:lnSpc>
                <a:spcPct val="88000"/>
              </a:lnSpc>
              <a:buNone/>
              <a:defRPr sz="48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a:t>
            </a:r>
          </a:p>
        </p:txBody>
      </p:sp>
      <p:sp>
        <p:nvSpPr>
          <p:cNvPr id="2" name="Titel 1">
            <a:extLst>
              <a:ext uri="{FF2B5EF4-FFF2-40B4-BE49-F238E27FC236}">
                <a16:creationId xmlns:a16="http://schemas.microsoft.com/office/drawing/2014/main" id="{E96B8529-73FE-43C7-8F21-9054FE81E741}"/>
              </a:ext>
            </a:extLst>
          </p:cNvPr>
          <p:cNvSpPr>
            <a:spLocks noGrp="1"/>
          </p:cNvSpPr>
          <p:nvPr>
            <p:ph type="title"/>
          </p:nvPr>
        </p:nvSpPr>
        <p:spPr>
          <a:xfrm>
            <a:off x="2365872" y="0"/>
            <a:ext cx="9826128" cy="6858000"/>
          </a:xfrm>
          <a:custGeom>
            <a:avLst/>
            <a:gdLst>
              <a:gd name="connsiteX0" fmla="*/ 0 w 9840416"/>
              <a:gd name="connsiteY0" fmla="*/ 0 h 6858000"/>
              <a:gd name="connsiteX1" fmla="*/ 9840416 w 9840416"/>
              <a:gd name="connsiteY1" fmla="*/ 0 h 6858000"/>
              <a:gd name="connsiteX2" fmla="*/ 9840416 w 9840416"/>
              <a:gd name="connsiteY2" fmla="*/ 6858000 h 6858000"/>
              <a:gd name="connsiteX3" fmla="*/ 0 w 9840416"/>
              <a:gd name="connsiteY3" fmla="*/ 6858000 h 6858000"/>
              <a:gd name="connsiteX4" fmla="*/ 0 w 9840416"/>
              <a:gd name="connsiteY4" fmla="*/ 0 h 6858000"/>
              <a:gd name="connsiteX0" fmla="*/ 2688431 w 9840416"/>
              <a:gd name="connsiteY0" fmla="*/ 0 h 6858000"/>
              <a:gd name="connsiteX1" fmla="*/ 9840416 w 9840416"/>
              <a:gd name="connsiteY1" fmla="*/ 0 h 6858000"/>
              <a:gd name="connsiteX2" fmla="*/ 9840416 w 9840416"/>
              <a:gd name="connsiteY2" fmla="*/ 6858000 h 6858000"/>
              <a:gd name="connsiteX3" fmla="*/ 0 w 9840416"/>
              <a:gd name="connsiteY3" fmla="*/ 6858000 h 6858000"/>
              <a:gd name="connsiteX4" fmla="*/ 2688431 w 9840416"/>
              <a:gd name="connsiteY4" fmla="*/ 0 h 6858000"/>
              <a:gd name="connsiteX0" fmla="*/ 2674143 w 9826128"/>
              <a:gd name="connsiteY0" fmla="*/ 0 h 6858000"/>
              <a:gd name="connsiteX1" fmla="*/ 9826128 w 9826128"/>
              <a:gd name="connsiteY1" fmla="*/ 0 h 6858000"/>
              <a:gd name="connsiteX2" fmla="*/ 9826128 w 9826128"/>
              <a:gd name="connsiteY2" fmla="*/ 6858000 h 6858000"/>
              <a:gd name="connsiteX3" fmla="*/ 0 w 9826128"/>
              <a:gd name="connsiteY3" fmla="*/ 6858000 h 6858000"/>
              <a:gd name="connsiteX4" fmla="*/ 2674143 w 982612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6128" h="6858000">
                <a:moveTo>
                  <a:pt x="2674143" y="0"/>
                </a:moveTo>
                <a:lnTo>
                  <a:pt x="9826128" y="0"/>
                </a:lnTo>
                <a:lnTo>
                  <a:pt x="9826128" y="6858000"/>
                </a:lnTo>
                <a:lnTo>
                  <a:pt x="0" y="6858000"/>
                </a:lnTo>
                <a:lnTo>
                  <a:pt x="2674143" y="0"/>
                </a:lnTo>
                <a:close/>
              </a:path>
            </a:pathLst>
          </a:custGeom>
          <a:solidFill>
            <a:srgbClr val="008570"/>
          </a:solidFill>
        </p:spPr>
        <p:txBody>
          <a:bodyPr lIns="1620000" bIns="1152000" anchor="b">
            <a:noAutofit/>
          </a:bodyPr>
          <a:lstStyle>
            <a:lvl1pPr>
              <a:defRPr sz="6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170613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apitel Layout 2">
    <p:bg>
      <p:bgPr>
        <a:solidFill>
          <a:schemeClr val="accent2"/>
        </a:solidFill>
        <a:effectLst/>
      </p:bgPr>
    </p:bg>
    <p:spTree>
      <p:nvGrpSpPr>
        <p:cNvPr id="1" name=""/>
        <p:cNvGrpSpPr/>
        <p:nvPr/>
      </p:nvGrpSpPr>
      <p:grpSpPr>
        <a:xfrm>
          <a:off x="0" y="0"/>
          <a:ext cx="0" cy="0"/>
          <a:chOff x="0" y="0"/>
          <a:chExt cx="0" cy="0"/>
        </a:xfrm>
      </p:grpSpPr>
      <p:sp>
        <p:nvSpPr>
          <p:cNvPr id="66" name="Grafik 22">
            <a:extLst>
              <a:ext uri="{FF2B5EF4-FFF2-40B4-BE49-F238E27FC236}">
                <a16:creationId xmlns:a16="http://schemas.microsoft.com/office/drawing/2014/main" id="{AA6B2905-8749-36A6-3D3E-8D9A4BC57E70}"/>
              </a:ext>
            </a:extLst>
          </p:cNvPr>
          <p:cNvSpPr/>
          <p:nvPr userDrawn="1"/>
        </p:nvSpPr>
        <p:spPr>
          <a:xfrm>
            <a:off x="5917438" y="0"/>
            <a:ext cx="6276847" cy="6858000"/>
          </a:xfrm>
          <a:custGeom>
            <a:avLst/>
            <a:gdLst>
              <a:gd name="connsiteX0" fmla="*/ 6276848 w 6276847"/>
              <a:gd name="connsiteY0" fmla="*/ 0 h 6858000"/>
              <a:gd name="connsiteX1" fmla="*/ 2496058 w 6276847"/>
              <a:gd name="connsiteY1" fmla="*/ 0 h 6858000"/>
              <a:gd name="connsiteX2" fmla="*/ 0 w 6276847"/>
              <a:gd name="connsiteY2" fmla="*/ 6858000 h 6858000"/>
              <a:gd name="connsiteX3" fmla="*/ 6276086 w 6276847"/>
              <a:gd name="connsiteY3" fmla="*/ 6858000 h 6858000"/>
              <a:gd name="connsiteX4" fmla="*/ 6276848 w 6276847"/>
              <a:gd name="connsiteY4" fmla="*/ 6855841 h 6858000"/>
              <a:gd name="connsiteX5" fmla="*/ 6276848 w 627684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76847" h="6858000">
                <a:moveTo>
                  <a:pt x="6276848" y="0"/>
                </a:moveTo>
                <a:lnTo>
                  <a:pt x="2496058" y="0"/>
                </a:lnTo>
                <a:lnTo>
                  <a:pt x="0" y="6858000"/>
                </a:lnTo>
                <a:lnTo>
                  <a:pt x="6276086" y="6858000"/>
                </a:lnTo>
                <a:lnTo>
                  <a:pt x="6276848" y="6855841"/>
                </a:lnTo>
                <a:lnTo>
                  <a:pt x="6276848" y="0"/>
                </a:lnTo>
                <a:close/>
              </a:path>
            </a:pathLst>
          </a:custGeom>
          <a:solidFill>
            <a:schemeClr val="accent3"/>
          </a:solidFill>
          <a:ln w="12700" cap="flat">
            <a:noFill/>
            <a:prstDash val="solid"/>
            <a:miter/>
          </a:ln>
        </p:spPr>
        <p:txBody>
          <a:bodyPr rtlCol="0" anchor="ctr"/>
          <a:lstStyle/>
          <a:p>
            <a:endParaRPr lang="de-DE" dirty="0"/>
          </a:p>
        </p:txBody>
      </p:sp>
      <p:sp>
        <p:nvSpPr>
          <p:cNvPr id="2" name="Titel 1">
            <a:extLst>
              <a:ext uri="{FF2B5EF4-FFF2-40B4-BE49-F238E27FC236}">
                <a16:creationId xmlns:a16="http://schemas.microsoft.com/office/drawing/2014/main" id="{E96B8529-73FE-43C7-8F21-9054FE81E741}"/>
              </a:ext>
            </a:extLst>
          </p:cNvPr>
          <p:cNvSpPr>
            <a:spLocks noGrp="1"/>
          </p:cNvSpPr>
          <p:nvPr>
            <p:ph type="title"/>
          </p:nvPr>
        </p:nvSpPr>
        <p:spPr>
          <a:xfrm>
            <a:off x="551384" y="1556792"/>
            <a:ext cx="5040000" cy="1728000"/>
          </a:xfrm>
          <a:noFill/>
        </p:spPr>
        <p:txBody>
          <a:bodyPr lIns="0" tIns="36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pic>
        <p:nvPicPr>
          <p:cNvPr id="65" name="Grafik 64">
            <a:extLst>
              <a:ext uri="{FF2B5EF4-FFF2-40B4-BE49-F238E27FC236}">
                <a16:creationId xmlns:a16="http://schemas.microsoft.com/office/drawing/2014/main" id="{10D18341-7211-3FE1-4648-D8A5F17193FB}"/>
              </a:ext>
            </a:extLst>
          </p:cNvPr>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r="76927" b="2749"/>
          <a:stretch/>
        </p:blipFill>
        <p:spPr>
          <a:xfrm>
            <a:off x="6945238" y="1863874"/>
            <a:ext cx="5249048" cy="4994126"/>
          </a:xfrm>
          <a:custGeom>
            <a:avLst/>
            <a:gdLst>
              <a:gd name="connsiteX0" fmla="*/ 789877 w 5249048"/>
              <a:gd name="connsiteY0" fmla="*/ 0 h 4994126"/>
              <a:gd name="connsiteX1" fmla="*/ 5249048 w 5249048"/>
              <a:gd name="connsiteY1" fmla="*/ 0 h 4994126"/>
              <a:gd name="connsiteX2" fmla="*/ 5249048 w 5249048"/>
              <a:gd name="connsiteY2" fmla="*/ 4991967 h 4994126"/>
              <a:gd name="connsiteX3" fmla="*/ 5248286 w 5249048"/>
              <a:gd name="connsiteY3" fmla="*/ 4994126 h 4994126"/>
              <a:gd name="connsiteX4" fmla="*/ 0 w 5249048"/>
              <a:gd name="connsiteY4" fmla="*/ 4994126 h 4994126"/>
              <a:gd name="connsiteX5" fmla="*/ 0 w 5249048"/>
              <a:gd name="connsiteY5" fmla="*/ 2170213 h 4994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9048" h="4994126">
                <a:moveTo>
                  <a:pt x="789877" y="0"/>
                </a:moveTo>
                <a:lnTo>
                  <a:pt x="5249048" y="0"/>
                </a:lnTo>
                <a:lnTo>
                  <a:pt x="5249048" y="4991967"/>
                </a:lnTo>
                <a:lnTo>
                  <a:pt x="5248286" y="4994126"/>
                </a:lnTo>
                <a:lnTo>
                  <a:pt x="0" y="4994126"/>
                </a:lnTo>
                <a:lnTo>
                  <a:pt x="0" y="2170213"/>
                </a:lnTo>
                <a:close/>
              </a:path>
            </a:pathLst>
          </a:custGeom>
        </p:spPr>
      </p:pic>
    </p:spTree>
    <p:extLst>
      <p:ext uri="{BB962C8B-B14F-4D97-AF65-F5344CB8AC3E}">
        <p14:creationId xmlns:p14="http://schemas.microsoft.com/office/powerpoint/2010/main" val="3806079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 Layout 3">
    <p:bg>
      <p:bgPr>
        <a:solidFill>
          <a:srgbClr val="90C685"/>
        </a:solidFill>
        <a:effectLst/>
      </p:bgPr>
    </p:bg>
    <p:spTree>
      <p:nvGrpSpPr>
        <p:cNvPr id="1" name=""/>
        <p:cNvGrpSpPr/>
        <p:nvPr/>
      </p:nvGrpSpPr>
      <p:grpSpPr>
        <a:xfrm>
          <a:off x="0" y="0"/>
          <a:ext cx="0" cy="0"/>
          <a:chOff x="0" y="0"/>
          <a:chExt cx="0" cy="0"/>
        </a:xfrm>
      </p:grpSpPr>
      <p:sp>
        <p:nvSpPr>
          <p:cNvPr id="18" name="Titel 17">
            <a:extLst>
              <a:ext uri="{FF2B5EF4-FFF2-40B4-BE49-F238E27FC236}">
                <a16:creationId xmlns:a16="http://schemas.microsoft.com/office/drawing/2014/main" id="{78B85CFC-87BC-4EE9-A46A-E000229108B3}"/>
              </a:ext>
            </a:extLst>
          </p:cNvPr>
          <p:cNvSpPr>
            <a:spLocks noGrp="1"/>
          </p:cNvSpPr>
          <p:nvPr>
            <p:ph type="title"/>
          </p:nvPr>
        </p:nvSpPr>
        <p:spPr>
          <a:xfrm>
            <a:off x="0" y="1268760"/>
            <a:ext cx="6838718" cy="2592000"/>
          </a:xfrm>
          <a:custGeom>
            <a:avLst/>
            <a:gdLst>
              <a:gd name="connsiteX0" fmla="*/ 0 w 6838718"/>
              <a:gd name="connsiteY0" fmla="*/ 0 h 2592000"/>
              <a:gd name="connsiteX1" fmla="*/ 6838718 w 6838718"/>
              <a:gd name="connsiteY1" fmla="*/ 0 h 2592000"/>
              <a:gd name="connsiteX2" fmla="*/ 5895623 w 6838718"/>
              <a:gd name="connsiteY2" fmla="*/ 2592000 h 2592000"/>
              <a:gd name="connsiteX3" fmla="*/ 0 w 6838718"/>
              <a:gd name="connsiteY3" fmla="*/ 2592000 h 2592000"/>
            </a:gdLst>
            <a:ahLst/>
            <a:cxnLst>
              <a:cxn ang="0">
                <a:pos x="connsiteX0" y="connsiteY0"/>
              </a:cxn>
              <a:cxn ang="0">
                <a:pos x="connsiteX1" y="connsiteY1"/>
              </a:cxn>
              <a:cxn ang="0">
                <a:pos x="connsiteX2" y="connsiteY2"/>
              </a:cxn>
              <a:cxn ang="0">
                <a:pos x="connsiteX3" y="connsiteY3"/>
              </a:cxn>
            </a:cxnLst>
            <a:rect l="l" t="t" r="r" b="b"/>
            <a:pathLst>
              <a:path w="6838718" h="2592000">
                <a:moveTo>
                  <a:pt x="0" y="0"/>
                </a:moveTo>
                <a:lnTo>
                  <a:pt x="6838718" y="0"/>
                </a:lnTo>
                <a:lnTo>
                  <a:pt x="5895623" y="2592000"/>
                </a:lnTo>
                <a:lnTo>
                  <a:pt x="0" y="2592000"/>
                </a:lnTo>
                <a:close/>
              </a:path>
            </a:pathLst>
          </a:custGeom>
          <a:solidFill>
            <a:srgbClr val="008570"/>
          </a:solidFill>
        </p:spPr>
        <p:txBody>
          <a:bodyPr wrap="square" lIns="547200" tIns="324000" rIns="648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3292551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 Layout 4">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139C1ECA-6431-40F3-B8C1-71E5F8949E9B}"/>
              </a:ext>
            </a:extLst>
          </p:cNvPr>
          <p:cNvSpPr>
            <a:spLocks noGrp="1"/>
          </p:cNvSpPr>
          <p:nvPr>
            <p:ph type="pic" sz="quarter" idx="10"/>
          </p:nvPr>
        </p:nvSpPr>
        <p:spPr>
          <a:xfrm>
            <a:off x="0" y="0"/>
            <a:ext cx="12192000" cy="6858000"/>
          </a:xfrm>
        </p:spPr>
        <p:txBody>
          <a:bodyPr/>
          <a:lstStyle/>
          <a:p>
            <a:r>
              <a:rPr lang="de-DE"/>
              <a:t>Bild durch Klicken auf Symbol hinzufügen</a:t>
            </a:r>
            <a:endParaRPr lang="de-DE" dirty="0"/>
          </a:p>
        </p:txBody>
      </p:sp>
      <p:sp>
        <p:nvSpPr>
          <p:cNvPr id="18" name="Titel 17">
            <a:extLst>
              <a:ext uri="{FF2B5EF4-FFF2-40B4-BE49-F238E27FC236}">
                <a16:creationId xmlns:a16="http://schemas.microsoft.com/office/drawing/2014/main" id="{78B85CFC-87BC-4EE9-A46A-E000229108B3}"/>
              </a:ext>
            </a:extLst>
          </p:cNvPr>
          <p:cNvSpPr>
            <a:spLocks noGrp="1"/>
          </p:cNvSpPr>
          <p:nvPr>
            <p:ph type="title"/>
          </p:nvPr>
        </p:nvSpPr>
        <p:spPr>
          <a:xfrm>
            <a:off x="0" y="1268760"/>
            <a:ext cx="6838718" cy="2592000"/>
          </a:xfrm>
          <a:custGeom>
            <a:avLst/>
            <a:gdLst>
              <a:gd name="connsiteX0" fmla="*/ 0 w 6838718"/>
              <a:gd name="connsiteY0" fmla="*/ 0 h 2592000"/>
              <a:gd name="connsiteX1" fmla="*/ 6838718 w 6838718"/>
              <a:gd name="connsiteY1" fmla="*/ 0 h 2592000"/>
              <a:gd name="connsiteX2" fmla="*/ 5895623 w 6838718"/>
              <a:gd name="connsiteY2" fmla="*/ 2592000 h 2592000"/>
              <a:gd name="connsiteX3" fmla="*/ 0 w 6838718"/>
              <a:gd name="connsiteY3" fmla="*/ 2592000 h 2592000"/>
            </a:gdLst>
            <a:ahLst/>
            <a:cxnLst>
              <a:cxn ang="0">
                <a:pos x="connsiteX0" y="connsiteY0"/>
              </a:cxn>
              <a:cxn ang="0">
                <a:pos x="connsiteX1" y="connsiteY1"/>
              </a:cxn>
              <a:cxn ang="0">
                <a:pos x="connsiteX2" y="connsiteY2"/>
              </a:cxn>
              <a:cxn ang="0">
                <a:pos x="connsiteX3" y="connsiteY3"/>
              </a:cxn>
            </a:cxnLst>
            <a:rect l="l" t="t" r="r" b="b"/>
            <a:pathLst>
              <a:path w="6838718" h="2592000">
                <a:moveTo>
                  <a:pt x="0" y="0"/>
                </a:moveTo>
                <a:lnTo>
                  <a:pt x="6838718" y="0"/>
                </a:lnTo>
                <a:lnTo>
                  <a:pt x="5895623" y="2592000"/>
                </a:lnTo>
                <a:lnTo>
                  <a:pt x="0" y="2592000"/>
                </a:lnTo>
                <a:close/>
              </a:path>
            </a:pathLst>
          </a:custGeom>
          <a:solidFill>
            <a:schemeClr val="accent2"/>
          </a:solidFill>
        </p:spPr>
        <p:txBody>
          <a:bodyPr wrap="square" lIns="547200" tIns="324000" rIns="648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1660785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83E398D-CAE1-4AC5-A789-FF2CE97C3E3E}"/>
              </a:ext>
            </a:extLst>
          </p:cNvPr>
          <p:cNvSpPr>
            <a:spLocks noGrp="1"/>
          </p:cNvSpPr>
          <p:nvPr>
            <p:ph sz="half" idx="1"/>
          </p:nvPr>
        </p:nvSpPr>
        <p:spPr>
          <a:xfrm>
            <a:off x="551384" y="1700808"/>
            <a:ext cx="5328000" cy="4464000"/>
          </a:xfrm>
        </p:spPr>
        <p:txBody>
          <a:bodyPr/>
          <a:lstStyle/>
          <a:p>
            <a:pPr lvl="0"/>
            <a:r>
              <a:rPr lang="de-DE"/>
              <a:t>Mastertextformat bearbeiten
Zweite Ebene
Dritte Ebene
Vierte Ebene
Fünfte Ebene</a:t>
            </a:r>
            <a:endParaRPr lang="de-DE" dirty="0"/>
          </a:p>
        </p:txBody>
      </p:sp>
      <p:sp>
        <p:nvSpPr>
          <p:cNvPr id="4" name="Inhaltsplatzhalter 3">
            <a:extLst>
              <a:ext uri="{FF2B5EF4-FFF2-40B4-BE49-F238E27FC236}">
                <a16:creationId xmlns:a16="http://schemas.microsoft.com/office/drawing/2014/main" id="{4FB55922-D5F9-431B-B7B4-5D81B0B87941}"/>
              </a:ext>
            </a:extLst>
          </p:cNvPr>
          <p:cNvSpPr>
            <a:spLocks noGrp="1"/>
          </p:cNvSpPr>
          <p:nvPr>
            <p:ph sz="half" idx="2"/>
          </p:nvPr>
        </p:nvSpPr>
        <p:spPr>
          <a:xfrm>
            <a:off x="6312608" y="1700808"/>
            <a:ext cx="5328000" cy="4464000"/>
          </a:xfrm>
        </p:spPr>
        <p:txBody>
          <a:bodyPr/>
          <a:lstStyle/>
          <a:p>
            <a:pPr lvl="0"/>
            <a:r>
              <a:rPr lang="de-DE"/>
              <a:t>Mastertextformat bearbeiten
Zweite Ebene
Dritte Ebene
Vierte Ebene
Fünfte Ebene</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4F20AFFA-00A5-439A-B384-FE014FBC82C8}" type="datetime4">
              <a:rPr lang="de-DE" smtClean="0"/>
              <a:t>23. September 2024</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10" name="Textplatzhalter 8">
            <a:extLst>
              <a:ext uri="{FF2B5EF4-FFF2-40B4-BE49-F238E27FC236}">
                <a16:creationId xmlns:a16="http://schemas.microsoft.com/office/drawing/2014/main" id="{40AA0BFF-7BA6-4EBB-92CF-30DC602DF210}"/>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735002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Bild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4FB55922-D5F9-431B-B7B4-5D81B0B87941}"/>
              </a:ext>
            </a:extLst>
          </p:cNvPr>
          <p:cNvSpPr>
            <a:spLocks noGrp="1"/>
          </p:cNvSpPr>
          <p:nvPr>
            <p:ph sz="half" idx="2"/>
          </p:nvPr>
        </p:nvSpPr>
        <p:spPr>
          <a:xfrm>
            <a:off x="6312024" y="1701304"/>
            <a:ext cx="5328000" cy="4464000"/>
          </a:xfrm>
        </p:spPr>
        <p:txBody>
          <a:bodyPr/>
          <a:lstStyle/>
          <a:p>
            <a:pPr lvl="0"/>
            <a:r>
              <a:rPr lang="de-DE"/>
              <a:t>Mastertextformat bearbeiten
Zweite Ebene
Dritte Ebene
Vierte Ebene
Fünfte Ebene</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1D11D9B6-5901-4FAD-BDF2-E7EF705A0A2E}" type="datetime4">
              <a:rPr lang="de-DE" smtClean="0"/>
              <a:t>23. September 2024</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9" name="Bildplatzhalter 8">
            <a:extLst>
              <a:ext uri="{FF2B5EF4-FFF2-40B4-BE49-F238E27FC236}">
                <a16:creationId xmlns:a16="http://schemas.microsoft.com/office/drawing/2014/main" id="{87A5EAE3-80BA-4A43-A401-4A651BF06618}"/>
              </a:ext>
            </a:extLst>
          </p:cNvPr>
          <p:cNvSpPr>
            <a:spLocks noGrp="1"/>
          </p:cNvSpPr>
          <p:nvPr>
            <p:ph type="pic" sz="quarter" idx="13"/>
          </p:nvPr>
        </p:nvSpPr>
        <p:spPr>
          <a:xfrm>
            <a:off x="551384" y="1845304"/>
            <a:ext cx="5328000" cy="4320000"/>
          </a:xfrm>
        </p:spPr>
        <p:txBody>
          <a:bodyPr/>
          <a:lstStyle/>
          <a:p>
            <a:r>
              <a:rPr lang="de-DE"/>
              <a:t>Bild durch Klicken auf Symbol hinzufügen</a:t>
            </a:r>
            <a:endParaRPr lang="de-DE" dirty="0"/>
          </a:p>
        </p:txBody>
      </p:sp>
      <p:sp>
        <p:nvSpPr>
          <p:cNvPr id="10" name="Textplatzhalter 8">
            <a:extLst>
              <a:ext uri="{FF2B5EF4-FFF2-40B4-BE49-F238E27FC236}">
                <a16:creationId xmlns:a16="http://schemas.microsoft.com/office/drawing/2014/main" id="{E1AD9D60-E146-4AF1-943E-E3D2CA018C17}"/>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1231375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 und Hervorhebung">
    <p:spTree>
      <p:nvGrpSpPr>
        <p:cNvPr id="1" name=""/>
        <p:cNvGrpSpPr/>
        <p:nvPr/>
      </p:nvGrpSpPr>
      <p:grpSpPr>
        <a:xfrm>
          <a:off x="0" y="0"/>
          <a:ext cx="0" cy="0"/>
          <a:chOff x="0" y="0"/>
          <a:chExt cx="0" cy="0"/>
        </a:xfrm>
      </p:grpSpPr>
      <p:sp>
        <p:nvSpPr>
          <p:cNvPr id="15" name="Freihandform: Form 14">
            <a:extLst>
              <a:ext uri="{FF2B5EF4-FFF2-40B4-BE49-F238E27FC236}">
                <a16:creationId xmlns:a16="http://schemas.microsoft.com/office/drawing/2014/main" id="{447AD8CB-006B-438B-AD4F-EE90B20E5DCA}"/>
              </a:ext>
            </a:extLst>
          </p:cNvPr>
          <p:cNvSpPr/>
          <p:nvPr/>
        </p:nvSpPr>
        <p:spPr>
          <a:xfrm>
            <a:off x="4826761" y="1799970"/>
            <a:ext cx="7367523" cy="3630675"/>
          </a:xfrm>
          <a:custGeom>
            <a:avLst/>
            <a:gdLst>
              <a:gd name="connsiteX0" fmla="*/ 7367524 w 7367523"/>
              <a:gd name="connsiteY0" fmla="*/ 0 h 3630675"/>
              <a:gd name="connsiteX1" fmla="*/ 1321435 w 7367523"/>
              <a:gd name="connsiteY1" fmla="*/ 0 h 3630675"/>
              <a:gd name="connsiteX2" fmla="*/ 0 w 7367523"/>
              <a:gd name="connsiteY2" fmla="*/ 3630676 h 3630675"/>
              <a:gd name="connsiteX3" fmla="*/ 7367524 w 7367523"/>
              <a:gd name="connsiteY3" fmla="*/ 3630676 h 3630675"/>
              <a:gd name="connsiteX4" fmla="*/ 7367524 w 7367523"/>
              <a:gd name="connsiteY4" fmla="*/ 0 h 3630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7523" h="3630675">
                <a:moveTo>
                  <a:pt x="7367524" y="0"/>
                </a:moveTo>
                <a:lnTo>
                  <a:pt x="1321435" y="0"/>
                </a:lnTo>
                <a:lnTo>
                  <a:pt x="0" y="3630676"/>
                </a:lnTo>
                <a:lnTo>
                  <a:pt x="7367524" y="3630676"/>
                </a:lnTo>
                <a:lnTo>
                  <a:pt x="7367524" y="0"/>
                </a:lnTo>
                <a:close/>
              </a:path>
            </a:pathLst>
          </a:custGeom>
          <a:solidFill>
            <a:schemeClr val="accent2"/>
          </a:soli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4FB55922-D5F9-431B-B7B4-5D81B0B87941}"/>
              </a:ext>
            </a:extLst>
          </p:cNvPr>
          <p:cNvSpPr>
            <a:spLocks noGrp="1"/>
          </p:cNvSpPr>
          <p:nvPr>
            <p:ph sz="half" idx="2"/>
          </p:nvPr>
        </p:nvSpPr>
        <p:spPr>
          <a:xfrm>
            <a:off x="6312024" y="2060848"/>
            <a:ext cx="5472608" cy="2952000"/>
          </a:xfrm>
        </p:spPr>
        <p:txBody>
          <a:bodyPr tIns="36000"/>
          <a:lstStyle>
            <a:lvl1pPr marL="0" indent="0">
              <a:spcBef>
                <a:spcPts val="0"/>
              </a:spcBef>
              <a:spcAft>
                <a:spcPts val="600"/>
              </a:spcAft>
              <a:buFont typeface="Arial" panose="020B0604020202020204" pitchFamily="34" charset="0"/>
              <a:buNone/>
              <a:defRPr sz="2400">
                <a:solidFill>
                  <a:schemeClr val="bg1"/>
                </a:solidFill>
              </a:defRPr>
            </a:lvl1pPr>
            <a:lvl2pPr marL="0" indent="0">
              <a:spcBef>
                <a:spcPts val="0"/>
              </a:spcBef>
              <a:spcAft>
                <a:spcPts val="0"/>
              </a:spcAft>
              <a:buFont typeface="Arial" panose="020B0604020202020204" pitchFamily="34" charset="0"/>
              <a:buNone/>
              <a:defRPr sz="2400" b="0">
                <a:solidFill>
                  <a:schemeClr val="bg1"/>
                </a:solidFill>
              </a:defRPr>
            </a:lvl2pPr>
            <a:lvl3pPr marL="0" indent="0">
              <a:spcBef>
                <a:spcPts val="0"/>
              </a:spcBef>
              <a:spcAft>
                <a:spcPts val="0"/>
              </a:spcAft>
              <a:buClr>
                <a:schemeClr val="bg1"/>
              </a:buClr>
              <a:buFont typeface="Arial" panose="020B0604020202020204" pitchFamily="34" charset="0"/>
              <a:buNone/>
              <a:defRPr sz="2400">
                <a:solidFill>
                  <a:schemeClr val="bg1"/>
                </a:solidFill>
              </a:defRPr>
            </a:lvl3pPr>
            <a:lvl4pPr marL="0" indent="0">
              <a:spcBef>
                <a:spcPts val="0"/>
              </a:spcBef>
              <a:spcAft>
                <a:spcPts val="0"/>
              </a:spcAft>
              <a:buClr>
                <a:schemeClr val="bg1"/>
              </a:buClr>
              <a:buFont typeface="Arial" panose="020B0604020202020204" pitchFamily="34" charset="0"/>
              <a:buNone/>
              <a:defRPr sz="2400">
                <a:solidFill>
                  <a:schemeClr val="bg1"/>
                </a:solidFill>
              </a:defRPr>
            </a:lvl4pPr>
            <a:lvl5pPr marL="0" indent="0">
              <a:spcBef>
                <a:spcPts val="0"/>
              </a:spcBef>
              <a:spcAft>
                <a:spcPts val="0"/>
              </a:spcAft>
              <a:buClr>
                <a:schemeClr val="bg1"/>
              </a:buClr>
              <a:buFont typeface="Arial" panose="020B0604020202020204" pitchFamily="34" charset="0"/>
              <a:buNone/>
              <a:defRPr sz="2400">
                <a:solidFill>
                  <a:schemeClr val="bg1"/>
                </a:solidFill>
              </a:defRPr>
            </a:lvl5pPr>
            <a:lvl6pPr marL="0" indent="0">
              <a:spcBef>
                <a:spcPts val="0"/>
              </a:spcBef>
              <a:spcAft>
                <a:spcPts val="0"/>
              </a:spcAft>
              <a:buClr>
                <a:schemeClr val="bg1"/>
              </a:buClr>
              <a:buFont typeface="Arial" panose="020B0604020202020204" pitchFamily="34" charset="0"/>
              <a:buNone/>
              <a:defRPr sz="2400">
                <a:solidFill>
                  <a:schemeClr val="bg1"/>
                </a:solidFill>
              </a:defRPr>
            </a:lvl6pPr>
            <a:lvl7pPr marL="0" indent="0">
              <a:spcBef>
                <a:spcPts val="0"/>
              </a:spcBef>
              <a:spcAft>
                <a:spcPts val="0"/>
              </a:spcAft>
              <a:buFont typeface="Arial" panose="020B0604020202020204" pitchFamily="34" charset="0"/>
              <a:buNone/>
              <a:defRPr sz="2400">
                <a:solidFill>
                  <a:schemeClr val="bg1"/>
                </a:solidFill>
              </a:defRPr>
            </a:lvl7pPr>
            <a:lvl8pPr marL="0" indent="0">
              <a:spcBef>
                <a:spcPts val="0"/>
              </a:spcBef>
              <a:spcAft>
                <a:spcPts val="0"/>
              </a:spcAft>
              <a:buFont typeface="Arial" panose="020B0604020202020204" pitchFamily="34" charset="0"/>
              <a:buNone/>
              <a:defRPr sz="2400">
                <a:solidFill>
                  <a:schemeClr val="bg1"/>
                </a:solidFill>
              </a:defRPr>
            </a:lvl8pPr>
            <a:lvl9pPr marL="0" indent="0">
              <a:spcBef>
                <a:spcPts val="0"/>
              </a:spcBef>
              <a:spcAft>
                <a:spcPts val="0"/>
              </a:spcAft>
              <a:buFont typeface="Arial" panose="020B0604020202020204" pitchFamily="34" charset="0"/>
              <a:buNone/>
              <a:defRPr sz="2400">
                <a:solidFill>
                  <a:schemeClr val="bg1"/>
                </a:solidFill>
              </a:defRPr>
            </a:lvl9pPr>
          </a:lstStyle>
          <a:p>
            <a:pPr lvl="0"/>
            <a:r>
              <a:rPr lang="de-DE"/>
              <a:t>Mastertextformat bearbeiten
Zweite Ebene
Dritte Ebene
Vierte Ebene
Fünfte Ebene</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651D08EA-BD0D-4F50-8B05-E65C9930A6B1}" type="datetime4">
              <a:rPr lang="de-DE" smtClean="0"/>
              <a:t>23. September 2024</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9" name="Bildplatzhalter 8">
            <a:extLst>
              <a:ext uri="{FF2B5EF4-FFF2-40B4-BE49-F238E27FC236}">
                <a16:creationId xmlns:a16="http://schemas.microsoft.com/office/drawing/2014/main" id="{87A5EAE3-80BA-4A43-A401-4A651BF06618}"/>
              </a:ext>
            </a:extLst>
          </p:cNvPr>
          <p:cNvSpPr>
            <a:spLocks noGrp="1"/>
          </p:cNvSpPr>
          <p:nvPr>
            <p:ph type="pic" sz="quarter" idx="13"/>
          </p:nvPr>
        </p:nvSpPr>
        <p:spPr>
          <a:xfrm>
            <a:off x="1" y="2492896"/>
            <a:ext cx="5814000" cy="3674789"/>
          </a:xfrm>
          <a:custGeom>
            <a:avLst/>
            <a:gdLst>
              <a:gd name="connsiteX0" fmla="*/ 0 w 5814000"/>
              <a:gd name="connsiteY0" fmla="*/ 0 h 3672408"/>
              <a:gd name="connsiteX1" fmla="*/ 5814000 w 5814000"/>
              <a:gd name="connsiteY1" fmla="*/ 0 h 3672408"/>
              <a:gd name="connsiteX2" fmla="*/ 5814000 w 5814000"/>
              <a:gd name="connsiteY2" fmla="*/ 3672408 h 3672408"/>
              <a:gd name="connsiteX3" fmla="*/ 0 w 5814000"/>
              <a:gd name="connsiteY3" fmla="*/ 3672408 h 3672408"/>
              <a:gd name="connsiteX4" fmla="*/ 0 w 5814000"/>
              <a:gd name="connsiteY4" fmla="*/ 0 h 3672408"/>
              <a:gd name="connsiteX0" fmla="*/ 0 w 5814000"/>
              <a:gd name="connsiteY0" fmla="*/ 0 h 3674789"/>
              <a:gd name="connsiteX1" fmla="*/ 5814000 w 5814000"/>
              <a:gd name="connsiteY1" fmla="*/ 0 h 3674789"/>
              <a:gd name="connsiteX2" fmla="*/ 4478118 w 5814000"/>
              <a:gd name="connsiteY2" fmla="*/ 3674789 h 3674789"/>
              <a:gd name="connsiteX3" fmla="*/ 0 w 5814000"/>
              <a:gd name="connsiteY3" fmla="*/ 3672408 h 3674789"/>
              <a:gd name="connsiteX4" fmla="*/ 0 w 5814000"/>
              <a:gd name="connsiteY4" fmla="*/ 0 h 36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4000" h="3674789">
                <a:moveTo>
                  <a:pt x="0" y="0"/>
                </a:moveTo>
                <a:lnTo>
                  <a:pt x="5814000" y="0"/>
                </a:lnTo>
                <a:lnTo>
                  <a:pt x="4478118" y="3674789"/>
                </a:lnTo>
                <a:lnTo>
                  <a:pt x="0" y="3672408"/>
                </a:lnTo>
                <a:lnTo>
                  <a:pt x="0" y="0"/>
                </a:lnTo>
                <a:close/>
              </a:path>
            </a:pathLst>
          </a:custGeom>
        </p:spPr>
        <p:txBody>
          <a:bodyPr/>
          <a:lstStyle/>
          <a:p>
            <a:r>
              <a:rPr lang="de-DE"/>
              <a:t>Bild durch Klicken auf Symbol hinzufügen</a:t>
            </a:r>
            <a:endParaRPr lang="de-DE" dirty="0"/>
          </a:p>
        </p:txBody>
      </p:sp>
      <p:sp>
        <p:nvSpPr>
          <p:cNvPr id="10" name="Textplatzhalter 8">
            <a:extLst>
              <a:ext uri="{FF2B5EF4-FFF2-40B4-BE49-F238E27FC236}">
                <a16:creationId xmlns:a16="http://schemas.microsoft.com/office/drawing/2014/main" id="{DF6C857E-3BBE-48A1-8BED-BC86D07DF669}"/>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1518801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elle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4DA86294-FAA1-4297-9C40-401283A8B702}" type="datetime4">
              <a:rPr lang="de-DE" smtClean="0"/>
              <a:t>23. September 2024</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12" name="Textplatzhalter 8">
            <a:extLst>
              <a:ext uri="{FF2B5EF4-FFF2-40B4-BE49-F238E27FC236}">
                <a16:creationId xmlns:a16="http://schemas.microsoft.com/office/drawing/2014/main" id="{9ED68778-EEF0-4B49-8433-6EFAD2B0179F}"/>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
        <p:nvSpPr>
          <p:cNvPr id="8" name="Tabellenplatzhalter 7">
            <a:extLst>
              <a:ext uri="{FF2B5EF4-FFF2-40B4-BE49-F238E27FC236}">
                <a16:creationId xmlns:a16="http://schemas.microsoft.com/office/drawing/2014/main" id="{C787DF9F-332B-40EC-8938-20CD5D6CC678}"/>
              </a:ext>
            </a:extLst>
          </p:cNvPr>
          <p:cNvSpPr>
            <a:spLocks noGrp="1"/>
          </p:cNvSpPr>
          <p:nvPr>
            <p:ph type="tbl" sz="quarter" idx="15"/>
          </p:nvPr>
        </p:nvSpPr>
        <p:spPr>
          <a:xfrm>
            <a:off x="550864" y="1845304"/>
            <a:ext cx="7200728" cy="4320000"/>
          </a:xfrm>
        </p:spPr>
        <p:txBody>
          <a:bodyPr/>
          <a:lstStyle/>
          <a:p>
            <a:r>
              <a:rPr lang="de-DE"/>
              <a:t>Tabelle durch Klicken auf Symbol hinzufügen</a:t>
            </a:r>
          </a:p>
        </p:txBody>
      </p:sp>
      <p:sp>
        <p:nvSpPr>
          <p:cNvPr id="11" name="Textplatzhalter 10">
            <a:extLst>
              <a:ext uri="{FF2B5EF4-FFF2-40B4-BE49-F238E27FC236}">
                <a16:creationId xmlns:a16="http://schemas.microsoft.com/office/drawing/2014/main" id="{35DB1B6B-04EF-4FE2-90D3-7B2694C2F492}"/>
              </a:ext>
            </a:extLst>
          </p:cNvPr>
          <p:cNvSpPr>
            <a:spLocks noGrp="1"/>
          </p:cNvSpPr>
          <p:nvPr>
            <p:ph type="body" sz="quarter" idx="16"/>
          </p:nvPr>
        </p:nvSpPr>
        <p:spPr>
          <a:xfrm>
            <a:off x="8184232" y="1701254"/>
            <a:ext cx="3455318" cy="4464050"/>
          </a:xfrm>
        </p:spPr>
        <p:txBody>
          <a:body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32597018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2428FD9A-446E-4AB9-906A-D29DD3116194}" type="datetime4">
              <a:rPr lang="de-DE" smtClean="0"/>
              <a:t>23. September 2024</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9" name="Bildplatzhalter 8">
            <a:extLst>
              <a:ext uri="{FF2B5EF4-FFF2-40B4-BE49-F238E27FC236}">
                <a16:creationId xmlns:a16="http://schemas.microsoft.com/office/drawing/2014/main" id="{794E4CB5-FE76-4B28-B61A-0B51A456F49D}"/>
              </a:ext>
            </a:extLst>
          </p:cNvPr>
          <p:cNvSpPr>
            <a:spLocks noGrp="1"/>
          </p:cNvSpPr>
          <p:nvPr>
            <p:ph type="pic" sz="quarter" idx="13"/>
          </p:nvPr>
        </p:nvSpPr>
        <p:spPr>
          <a:xfrm>
            <a:off x="551384" y="1845144"/>
            <a:ext cx="3457575" cy="2880000"/>
          </a:xfrm>
        </p:spPr>
        <p:txBody>
          <a:bodyPr/>
          <a:lstStyle/>
          <a:p>
            <a:r>
              <a:rPr lang="de-DE"/>
              <a:t>Bild durch Klicken auf Symbol hinzufügen</a:t>
            </a:r>
            <a:endParaRPr lang="de-DE" dirty="0"/>
          </a:p>
        </p:txBody>
      </p:sp>
      <p:sp>
        <p:nvSpPr>
          <p:cNvPr id="11" name="Textplatzhalter 10">
            <a:extLst>
              <a:ext uri="{FF2B5EF4-FFF2-40B4-BE49-F238E27FC236}">
                <a16:creationId xmlns:a16="http://schemas.microsoft.com/office/drawing/2014/main" id="{9C96DA24-BA5A-4BBB-A3E9-860FE7CDF82D}"/>
              </a:ext>
            </a:extLst>
          </p:cNvPr>
          <p:cNvSpPr>
            <a:spLocks noGrp="1"/>
          </p:cNvSpPr>
          <p:nvPr>
            <p:ph type="body" sz="quarter" idx="14"/>
          </p:nvPr>
        </p:nvSpPr>
        <p:spPr>
          <a:xfrm>
            <a:off x="551384" y="4797152"/>
            <a:ext cx="3457575" cy="1368698"/>
          </a:xfrm>
        </p:spPr>
        <p:txBody>
          <a:bodyPr/>
          <a:lstStyle>
            <a:lvl1pPr>
              <a:spcAft>
                <a:spcPts val="0"/>
              </a:spcAft>
              <a:defRPr sz="1400" b="0" baseline="0">
                <a:solidFill>
                  <a:schemeClr val="accent4"/>
                </a:solidFill>
              </a:defRPr>
            </a:lvl1pPr>
            <a:lvl2pPr marL="0" indent="0">
              <a:spcBef>
                <a:spcPts val="0"/>
              </a:spcBef>
              <a:spcAft>
                <a:spcPts val="0"/>
              </a:spcAft>
              <a:buFont typeface="+mj-lt"/>
              <a:buNone/>
              <a:defRPr sz="1400" b="0" baseline="0">
                <a:solidFill>
                  <a:schemeClr val="accent4"/>
                </a:solidFill>
              </a:defRPr>
            </a:lvl2pPr>
            <a:lvl3pPr marL="0" indent="0">
              <a:spcBef>
                <a:spcPts val="0"/>
              </a:spcBef>
              <a:spcAft>
                <a:spcPts val="0"/>
              </a:spcAft>
              <a:buFont typeface="+mj-lt"/>
              <a:buNone/>
              <a:defRPr sz="1400" b="0" baseline="0">
                <a:solidFill>
                  <a:schemeClr val="accent4"/>
                </a:solidFill>
              </a:defRPr>
            </a:lvl3pPr>
            <a:lvl4pPr marL="0" indent="0">
              <a:spcBef>
                <a:spcPts val="0"/>
              </a:spcBef>
              <a:spcAft>
                <a:spcPts val="0"/>
              </a:spcAft>
              <a:buFont typeface="+mj-lt"/>
              <a:buNone/>
              <a:defRPr sz="1400" b="0" baseline="0">
                <a:solidFill>
                  <a:schemeClr val="accent4"/>
                </a:solidFill>
              </a:defRPr>
            </a:lvl4pPr>
            <a:lvl5pPr marL="0" indent="0">
              <a:spcBef>
                <a:spcPts val="0"/>
              </a:spcBef>
              <a:spcAft>
                <a:spcPts val="0"/>
              </a:spcAft>
              <a:buFont typeface="+mj-lt"/>
              <a:buNone/>
              <a:defRPr sz="1400" b="0" baseline="0">
                <a:solidFill>
                  <a:schemeClr val="accent4"/>
                </a:solidFill>
              </a:defRPr>
            </a:lvl5pPr>
          </a:lstStyle>
          <a:p>
            <a:pPr lvl="0"/>
            <a:r>
              <a:rPr lang="de-DE"/>
              <a:t>Mastertextformat bearbeiten
Zweite Ebene
Dritte Ebene
Vierte Ebene
Fünfte Ebene</a:t>
            </a:r>
            <a:endParaRPr lang="de-DE" dirty="0"/>
          </a:p>
        </p:txBody>
      </p:sp>
      <p:sp>
        <p:nvSpPr>
          <p:cNvPr id="12" name="Bildplatzhalter 8">
            <a:extLst>
              <a:ext uri="{FF2B5EF4-FFF2-40B4-BE49-F238E27FC236}">
                <a16:creationId xmlns:a16="http://schemas.microsoft.com/office/drawing/2014/main" id="{2005145F-E6CA-47C2-9BA3-50E266819401}"/>
              </a:ext>
            </a:extLst>
          </p:cNvPr>
          <p:cNvSpPr>
            <a:spLocks noGrp="1"/>
          </p:cNvSpPr>
          <p:nvPr>
            <p:ph type="pic" sz="quarter" idx="15"/>
          </p:nvPr>
        </p:nvSpPr>
        <p:spPr>
          <a:xfrm>
            <a:off x="4366617" y="1845144"/>
            <a:ext cx="3457575" cy="2880000"/>
          </a:xfrm>
        </p:spPr>
        <p:txBody>
          <a:bodyPr/>
          <a:lstStyle/>
          <a:p>
            <a:r>
              <a:rPr lang="de-DE"/>
              <a:t>Bild durch Klicken auf Symbol hinzufügen</a:t>
            </a:r>
            <a:endParaRPr lang="de-DE" dirty="0"/>
          </a:p>
        </p:txBody>
      </p:sp>
      <p:sp>
        <p:nvSpPr>
          <p:cNvPr id="13" name="Textplatzhalter 10">
            <a:extLst>
              <a:ext uri="{FF2B5EF4-FFF2-40B4-BE49-F238E27FC236}">
                <a16:creationId xmlns:a16="http://schemas.microsoft.com/office/drawing/2014/main" id="{F76ED23B-F010-46FB-AD85-31ADB2C5267B}"/>
              </a:ext>
            </a:extLst>
          </p:cNvPr>
          <p:cNvSpPr>
            <a:spLocks noGrp="1"/>
          </p:cNvSpPr>
          <p:nvPr>
            <p:ph type="body" sz="quarter" idx="16"/>
          </p:nvPr>
        </p:nvSpPr>
        <p:spPr>
          <a:xfrm>
            <a:off x="4367808" y="4797152"/>
            <a:ext cx="3457575" cy="1368698"/>
          </a:xfrm>
        </p:spPr>
        <p:txBody>
          <a:bodyPr/>
          <a:lstStyle>
            <a:lvl1pPr>
              <a:spcAft>
                <a:spcPts val="0"/>
              </a:spcAft>
              <a:defRPr sz="1400" b="0">
                <a:solidFill>
                  <a:schemeClr val="accent4"/>
                </a:solidFill>
              </a:defRPr>
            </a:lvl1pPr>
            <a:lvl2pPr marL="0" indent="0">
              <a:spcBef>
                <a:spcPts val="0"/>
              </a:spcBef>
              <a:spcAft>
                <a:spcPts val="0"/>
              </a:spcAft>
              <a:buFont typeface="+mj-lt"/>
              <a:buNone/>
              <a:defRPr sz="1400" b="0">
                <a:solidFill>
                  <a:schemeClr val="accent4"/>
                </a:solidFill>
              </a:defRPr>
            </a:lvl2pPr>
            <a:lvl3pPr marL="0" indent="0">
              <a:spcBef>
                <a:spcPts val="0"/>
              </a:spcBef>
              <a:spcAft>
                <a:spcPts val="0"/>
              </a:spcAft>
              <a:buFont typeface="+mj-lt"/>
              <a:buNone/>
              <a:defRPr sz="1400" b="0">
                <a:solidFill>
                  <a:schemeClr val="accent4"/>
                </a:solidFill>
              </a:defRPr>
            </a:lvl3pPr>
            <a:lvl4pPr marL="0" indent="0">
              <a:spcBef>
                <a:spcPts val="0"/>
              </a:spcBef>
              <a:spcAft>
                <a:spcPts val="0"/>
              </a:spcAft>
              <a:buFont typeface="+mj-lt"/>
              <a:buNone/>
              <a:defRPr sz="1400" b="0">
                <a:solidFill>
                  <a:schemeClr val="accent4"/>
                </a:solidFill>
              </a:defRPr>
            </a:lvl4pPr>
            <a:lvl5pPr marL="0" indent="0">
              <a:spcBef>
                <a:spcPts val="0"/>
              </a:spcBef>
              <a:spcAft>
                <a:spcPts val="0"/>
              </a:spcAft>
              <a:buFont typeface="+mj-lt"/>
              <a:buNone/>
              <a:defRPr sz="1400" b="0">
                <a:solidFill>
                  <a:schemeClr val="accent4"/>
                </a:solidFill>
              </a:defRPr>
            </a:lvl5pPr>
          </a:lstStyle>
          <a:p>
            <a:pPr lvl="0"/>
            <a:r>
              <a:rPr lang="de-DE"/>
              <a:t>Mastertextformat bearbeiten
Zweite Ebene
Dritte Ebene
Vierte Ebene
Fünfte Ebene</a:t>
            </a:r>
            <a:endParaRPr lang="de-DE" dirty="0"/>
          </a:p>
        </p:txBody>
      </p:sp>
      <p:sp>
        <p:nvSpPr>
          <p:cNvPr id="14" name="Bildplatzhalter 8">
            <a:extLst>
              <a:ext uri="{FF2B5EF4-FFF2-40B4-BE49-F238E27FC236}">
                <a16:creationId xmlns:a16="http://schemas.microsoft.com/office/drawing/2014/main" id="{7E7DAADB-8B93-4B4F-92C9-AC96F1606FFB}"/>
              </a:ext>
            </a:extLst>
          </p:cNvPr>
          <p:cNvSpPr>
            <a:spLocks noGrp="1"/>
          </p:cNvSpPr>
          <p:nvPr>
            <p:ph type="pic" sz="quarter" idx="17"/>
          </p:nvPr>
        </p:nvSpPr>
        <p:spPr>
          <a:xfrm>
            <a:off x="8183041" y="1845144"/>
            <a:ext cx="3457575" cy="2880000"/>
          </a:xfrm>
        </p:spPr>
        <p:txBody>
          <a:bodyPr/>
          <a:lstStyle/>
          <a:p>
            <a:r>
              <a:rPr lang="de-DE"/>
              <a:t>Bild durch Klicken auf Symbol hinzufügen</a:t>
            </a:r>
            <a:endParaRPr lang="de-DE" dirty="0"/>
          </a:p>
        </p:txBody>
      </p:sp>
      <p:sp>
        <p:nvSpPr>
          <p:cNvPr id="15" name="Textplatzhalter 10">
            <a:extLst>
              <a:ext uri="{FF2B5EF4-FFF2-40B4-BE49-F238E27FC236}">
                <a16:creationId xmlns:a16="http://schemas.microsoft.com/office/drawing/2014/main" id="{DDAB5E26-C44F-4E26-89AD-2F68503BFDDE}"/>
              </a:ext>
            </a:extLst>
          </p:cNvPr>
          <p:cNvSpPr>
            <a:spLocks noGrp="1"/>
          </p:cNvSpPr>
          <p:nvPr>
            <p:ph type="body" sz="quarter" idx="18"/>
          </p:nvPr>
        </p:nvSpPr>
        <p:spPr>
          <a:xfrm>
            <a:off x="8184232" y="4797152"/>
            <a:ext cx="3457575" cy="1368698"/>
          </a:xfrm>
        </p:spPr>
        <p:txBody>
          <a:bodyPr/>
          <a:lstStyle>
            <a:lvl1pPr>
              <a:spcAft>
                <a:spcPts val="0"/>
              </a:spcAft>
              <a:defRPr sz="1400" b="0">
                <a:solidFill>
                  <a:schemeClr val="accent4"/>
                </a:solidFill>
              </a:defRPr>
            </a:lvl1pPr>
            <a:lvl2pPr marL="0" indent="0">
              <a:spcBef>
                <a:spcPts val="0"/>
              </a:spcBef>
              <a:spcAft>
                <a:spcPts val="0"/>
              </a:spcAft>
              <a:buFont typeface="+mj-lt"/>
              <a:buNone/>
              <a:defRPr sz="1400" b="0">
                <a:solidFill>
                  <a:schemeClr val="accent4"/>
                </a:solidFill>
              </a:defRPr>
            </a:lvl2pPr>
            <a:lvl3pPr marL="0" indent="0">
              <a:spcBef>
                <a:spcPts val="0"/>
              </a:spcBef>
              <a:spcAft>
                <a:spcPts val="0"/>
              </a:spcAft>
              <a:buFont typeface="+mj-lt"/>
              <a:buNone/>
              <a:defRPr sz="1400" b="0">
                <a:solidFill>
                  <a:schemeClr val="accent4"/>
                </a:solidFill>
              </a:defRPr>
            </a:lvl3pPr>
            <a:lvl4pPr marL="0" indent="0">
              <a:spcBef>
                <a:spcPts val="0"/>
              </a:spcBef>
              <a:spcAft>
                <a:spcPts val="0"/>
              </a:spcAft>
              <a:buFont typeface="+mj-lt"/>
              <a:buNone/>
              <a:defRPr sz="1400" b="0">
                <a:solidFill>
                  <a:schemeClr val="accent4"/>
                </a:solidFill>
              </a:defRPr>
            </a:lvl4pPr>
            <a:lvl5pPr marL="0" indent="0">
              <a:spcBef>
                <a:spcPts val="0"/>
              </a:spcBef>
              <a:spcAft>
                <a:spcPts val="0"/>
              </a:spcAft>
              <a:buFont typeface="+mj-lt"/>
              <a:buNone/>
              <a:defRPr sz="1400" b="0">
                <a:solidFill>
                  <a:schemeClr val="accent4"/>
                </a:solidFill>
              </a:defRPr>
            </a:lvl5pPr>
          </a:lstStyle>
          <a:p>
            <a:pPr lvl="0"/>
            <a:r>
              <a:rPr lang="de-DE"/>
              <a:t>Mastertextformat bearbeiten
Zweite Ebene
Dritte Ebene
Vierte Ebene
Fünfte Ebene</a:t>
            </a:r>
            <a:endParaRPr lang="de-DE" dirty="0"/>
          </a:p>
        </p:txBody>
      </p:sp>
      <p:sp>
        <p:nvSpPr>
          <p:cNvPr id="16" name="Textplatzhalter 8">
            <a:extLst>
              <a:ext uri="{FF2B5EF4-FFF2-40B4-BE49-F238E27FC236}">
                <a16:creationId xmlns:a16="http://schemas.microsoft.com/office/drawing/2014/main" id="{090B132F-ACFE-4A4F-8E7B-DE3C6D0B1652}"/>
              </a:ext>
            </a:extLst>
          </p:cNvPr>
          <p:cNvSpPr>
            <a:spLocks noGrp="1"/>
          </p:cNvSpPr>
          <p:nvPr>
            <p:ph type="body" sz="quarter" idx="19"/>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899203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Bilder Hervorheb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1F1DAD6F-E893-4094-818B-CDEC3ED52459}" type="datetime4">
              <a:rPr lang="de-DE" smtClean="0"/>
              <a:t>23. September 2024</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17" name="Bildplatzhalter 8">
            <a:extLst>
              <a:ext uri="{FF2B5EF4-FFF2-40B4-BE49-F238E27FC236}">
                <a16:creationId xmlns:a16="http://schemas.microsoft.com/office/drawing/2014/main" id="{6EFA4D61-CAE8-4F96-BF4F-CB8DBD049FB4}"/>
              </a:ext>
            </a:extLst>
          </p:cNvPr>
          <p:cNvSpPr>
            <a:spLocks noGrp="1"/>
          </p:cNvSpPr>
          <p:nvPr>
            <p:ph type="pic" sz="quarter" idx="13"/>
          </p:nvPr>
        </p:nvSpPr>
        <p:spPr>
          <a:xfrm>
            <a:off x="551384" y="1845088"/>
            <a:ext cx="3457575" cy="2304000"/>
          </a:xfrm>
        </p:spPr>
        <p:txBody>
          <a:bodyPr/>
          <a:lstStyle/>
          <a:p>
            <a:r>
              <a:rPr lang="de-DE"/>
              <a:t>Bild durch Klicken auf Symbol hinzufügen</a:t>
            </a:r>
            <a:endParaRPr lang="de-DE" dirty="0"/>
          </a:p>
        </p:txBody>
      </p:sp>
      <p:sp>
        <p:nvSpPr>
          <p:cNvPr id="18" name="Textplatzhalter 10">
            <a:extLst>
              <a:ext uri="{FF2B5EF4-FFF2-40B4-BE49-F238E27FC236}">
                <a16:creationId xmlns:a16="http://schemas.microsoft.com/office/drawing/2014/main" id="{D3314FD7-7CD2-4F2C-B46C-9B43ED9AE948}"/>
              </a:ext>
            </a:extLst>
          </p:cNvPr>
          <p:cNvSpPr>
            <a:spLocks noGrp="1"/>
          </p:cNvSpPr>
          <p:nvPr>
            <p:ph type="body" sz="quarter" idx="14"/>
          </p:nvPr>
        </p:nvSpPr>
        <p:spPr>
          <a:xfrm>
            <a:off x="551384" y="4221088"/>
            <a:ext cx="3457575" cy="1944000"/>
          </a:xfrm>
          <a:solidFill>
            <a:schemeClr val="bg2"/>
          </a:solidFill>
        </p:spPr>
        <p:txBody>
          <a:bodyPr lIns="169200" tIns="108000" rIns="162000" bIns="72000"/>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
Zweite Ebene
Dritte Ebene
Vierte Ebene
Fünfte Ebene</a:t>
            </a:r>
            <a:endParaRPr lang="de-DE" dirty="0"/>
          </a:p>
        </p:txBody>
      </p:sp>
      <p:sp>
        <p:nvSpPr>
          <p:cNvPr id="19" name="Bildplatzhalter 8">
            <a:extLst>
              <a:ext uri="{FF2B5EF4-FFF2-40B4-BE49-F238E27FC236}">
                <a16:creationId xmlns:a16="http://schemas.microsoft.com/office/drawing/2014/main" id="{CE460651-7922-460B-B9EB-221627C581FC}"/>
              </a:ext>
            </a:extLst>
          </p:cNvPr>
          <p:cNvSpPr>
            <a:spLocks noGrp="1"/>
          </p:cNvSpPr>
          <p:nvPr>
            <p:ph type="pic" sz="quarter" idx="15"/>
          </p:nvPr>
        </p:nvSpPr>
        <p:spPr>
          <a:xfrm>
            <a:off x="4367212" y="1845088"/>
            <a:ext cx="3457575" cy="2304000"/>
          </a:xfrm>
        </p:spPr>
        <p:txBody>
          <a:bodyPr/>
          <a:lstStyle/>
          <a:p>
            <a:r>
              <a:rPr lang="de-DE"/>
              <a:t>Bild durch Klicken auf Symbol hinzufügen</a:t>
            </a:r>
            <a:endParaRPr lang="de-DE" dirty="0"/>
          </a:p>
        </p:txBody>
      </p:sp>
      <p:sp>
        <p:nvSpPr>
          <p:cNvPr id="20" name="Textplatzhalter 10">
            <a:extLst>
              <a:ext uri="{FF2B5EF4-FFF2-40B4-BE49-F238E27FC236}">
                <a16:creationId xmlns:a16="http://schemas.microsoft.com/office/drawing/2014/main" id="{474DEB0E-00A0-479F-B371-926CA8D2EF33}"/>
              </a:ext>
            </a:extLst>
          </p:cNvPr>
          <p:cNvSpPr>
            <a:spLocks noGrp="1"/>
          </p:cNvSpPr>
          <p:nvPr>
            <p:ph type="body" sz="quarter" idx="16"/>
          </p:nvPr>
        </p:nvSpPr>
        <p:spPr>
          <a:xfrm>
            <a:off x="4367212" y="4221088"/>
            <a:ext cx="3457575" cy="1944000"/>
          </a:xfrm>
          <a:solidFill>
            <a:schemeClr val="bg2"/>
          </a:solidFill>
        </p:spPr>
        <p:txBody>
          <a:bodyPr vert="horz" lIns="169200" tIns="108000" rIns="162000" bIns="72000" rtlCol="0">
            <a:noAutofit/>
          </a:bodyPr>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
Zweite Ebene
Dritte Ebene
Vierte Ebene
Fünfte Ebene</a:t>
            </a:r>
            <a:endParaRPr lang="de-DE" dirty="0"/>
          </a:p>
        </p:txBody>
      </p:sp>
      <p:sp>
        <p:nvSpPr>
          <p:cNvPr id="21" name="Bildplatzhalter 8">
            <a:extLst>
              <a:ext uri="{FF2B5EF4-FFF2-40B4-BE49-F238E27FC236}">
                <a16:creationId xmlns:a16="http://schemas.microsoft.com/office/drawing/2014/main" id="{E6D1FC0C-7071-42A0-A9D3-1AA75A42AE0C}"/>
              </a:ext>
            </a:extLst>
          </p:cNvPr>
          <p:cNvSpPr>
            <a:spLocks noGrp="1"/>
          </p:cNvSpPr>
          <p:nvPr>
            <p:ph type="pic" sz="quarter" idx="17"/>
          </p:nvPr>
        </p:nvSpPr>
        <p:spPr>
          <a:xfrm>
            <a:off x="8183040" y="1845087"/>
            <a:ext cx="3457575" cy="2304000"/>
          </a:xfrm>
        </p:spPr>
        <p:txBody>
          <a:bodyPr/>
          <a:lstStyle/>
          <a:p>
            <a:r>
              <a:rPr lang="de-DE"/>
              <a:t>Bild durch Klicken auf Symbol hinzufügen</a:t>
            </a:r>
            <a:endParaRPr lang="de-DE" dirty="0"/>
          </a:p>
        </p:txBody>
      </p:sp>
      <p:sp>
        <p:nvSpPr>
          <p:cNvPr id="22" name="Textplatzhalter 10">
            <a:extLst>
              <a:ext uri="{FF2B5EF4-FFF2-40B4-BE49-F238E27FC236}">
                <a16:creationId xmlns:a16="http://schemas.microsoft.com/office/drawing/2014/main" id="{6E1738FF-ADB0-4D77-A1C9-858281B12978}"/>
              </a:ext>
            </a:extLst>
          </p:cNvPr>
          <p:cNvSpPr>
            <a:spLocks noGrp="1"/>
          </p:cNvSpPr>
          <p:nvPr>
            <p:ph type="body" sz="quarter" idx="18"/>
          </p:nvPr>
        </p:nvSpPr>
        <p:spPr>
          <a:xfrm>
            <a:off x="8184232" y="4221088"/>
            <a:ext cx="3457575" cy="1944000"/>
          </a:xfrm>
          <a:solidFill>
            <a:schemeClr val="bg2"/>
          </a:solidFill>
        </p:spPr>
        <p:txBody>
          <a:bodyPr vert="horz" lIns="169200" tIns="108000" rIns="162000" bIns="72000" rtlCol="0">
            <a:noAutofit/>
          </a:bodyPr>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
Zweite Ebene
Dritte Ebene
Vierte Ebene
Fünfte Ebene</a:t>
            </a:r>
            <a:endParaRPr lang="de-DE" dirty="0"/>
          </a:p>
        </p:txBody>
      </p:sp>
      <p:sp>
        <p:nvSpPr>
          <p:cNvPr id="14" name="Textplatzhalter 8">
            <a:extLst>
              <a:ext uri="{FF2B5EF4-FFF2-40B4-BE49-F238E27FC236}">
                <a16:creationId xmlns:a16="http://schemas.microsoft.com/office/drawing/2014/main" id="{14E183B5-3857-4572-93D5-4AE676659EDD}"/>
              </a:ext>
            </a:extLst>
          </p:cNvPr>
          <p:cNvSpPr>
            <a:spLocks noGrp="1"/>
          </p:cNvSpPr>
          <p:nvPr>
            <p:ph type="body" sz="quarter" idx="19"/>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3222370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C3A63FC-01BB-44FF-81CB-C1C6E59D9984}"/>
              </a:ext>
            </a:extLst>
          </p:cNvPr>
          <p:cNvSpPr>
            <a:spLocks noGrp="1"/>
          </p:cNvSpPr>
          <p:nvPr>
            <p:ph type="dt" sz="half" idx="10"/>
          </p:nvPr>
        </p:nvSpPr>
        <p:spPr/>
        <p:txBody>
          <a:bodyPr/>
          <a:lstStyle/>
          <a:p>
            <a:fld id="{B0B4D842-7EB3-4390-A701-6B6573609AB9}" type="datetime4">
              <a:rPr lang="de-DE" smtClean="0"/>
              <a:t>23. September 2024</a:t>
            </a:fld>
            <a:endParaRPr lang="de-DE"/>
          </a:p>
        </p:txBody>
      </p:sp>
      <p:sp>
        <p:nvSpPr>
          <p:cNvPr id="3" name="Fußzeilenplatzhalter 2">
            <a:extLst>
              <a:ext uri="{FF2B5EF4-FFF2-40B4-BE49-F238E27FC236}">
                <a16:creationId xmlns:a16="http://schemas.microsoft.com/office/drawing/2014/main" id="{25A5442C-D8D3-4CE0-870C-23E76162781D}"/>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4" name="Foliennummernplatzhalter 3">
            <a:extLst>
              <a:ext uri="{FF2B5EF4-FFF2-40B4-BE49-F238E27FC236}">
                <a16:creationId xmlns:a16="http://schemas.microsoft.com/office/drawing/2014/main" id="{4D25AB6A-169A-480A-BA25-ADA2A812AE22}"/>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8" name="Textplatzhalter 7">
            <a:extLst>
              <a:ext uri="{FF2B5EF4-FFF2-40B4-BE49-F238E27FC236}">
                <a16:creationId xmlns:a16="http://schemas.microsoft.com/office/drawing/2014/main" id="{54A1DE08-AF75-4FC6-BFFF-51BE32538524}"/>
              </a:ext>
            </a:extLst>
          </p:cNvPr>
          <p:cNvSpPr>
            <a:spLocks noGrp="1"/>
          </p:cNvSpPr>
          <p:nvPr>
            <p:ph type="body" sz="quarter" idx="13"/>
          </p:nvPr>
        </p:nvSpPr>
        <p:spPr>
          <a:xfrm>
            <a:off x="551384" y="1628800"/>
            <a:ext cx="7345362" cy="3240088"/>
          </a:xfrm>
        </p:spPr>
        <p:txBody>
          <a:bodyPr tIns="18000"/>
          <a:lstStyle>
            <a:lvl1pPr marL="0" indent="0">
              <a:lnSpc>
                <a:spcPct val="100000"/>
              </a:lnSpc>
              <a:spcAft>
                <a:spcPts val="0"/>
              </a:spcAft>
              <a:buFont typeface="+mj-lt"/>
              <a:buNone/>
              <a:defRPr sz="4000" b="1">
                <a:solidFill>
                  <a:schemeClr val="bg1"/>
                </a:solidFill>
              </a:defRPr>
            </a:lvl1pPr>
            <a:lvl3pPr marL="0" indent="0">
              <a:lnSpc>
                <a:spcPct val="100000"/>
              </a:lnSpc>
              <a:spcAft>
                <a:spcPts val="0"/>
              </a:spcAft>
              <a:buFont typeface="+mj-lt"/>
              <a:buNone/>
              <a:defRPr sz="4000" b="1">
                <a:solidFill>
                  <a:schemeClr val="bg1"/>
                </a:solidFill>
              </a:defRPr>
            </a:lvl3pPr>
            <a:lvl5pPr marL="0" indent="0">
              <a:lnSpc>
                <a:spcPct val="100000"/>
              </a:lnSpc>
              <a:spcAft>
                <a:spcPts val="0"/>
              </a:spcAft>
              <a:buFont typeface="+mj-lt"/>
              <a:buNone/>
              <a:defRPr sz="4000" b="1">
                <a:solidFill>
                  <a:schemeClr val="bg1"/>
                </a:solidFill>
              </a:defRPr>
            </a:lvl5pPr>
            <a:lvl7pPr marL="0" indent="0">
              <a:lnSpc>
                <a:spcPct val="100000"/>
              </a:lnSpc>
              <a:spcAft>
                <a:spcPts val="0"/>
              </a:spcAft>
              <a:buFont typeface="+mj-lt"/>
              <a:buNone/>
              <a:defRPr sz="4000" b="1">
                <a:solidFill>
                  <a:schemeClr val="bg1"/>
                </a:solidFill>
              </a:defRPr>
            </a:lvl7pPr>
            <a:lvl9pPr marL="0" indent="0">
              <a:lnSpc>
                <a:spcPct val="100000"/>
              </a:lnSpc>
              <a:spcAft>
                <a:spcPts val="0"/>
              </a:spcAft>
              <a:buFont typeface="+mj-lt"/>
              <a:buNone/>
              <a:defRPr sz="4000" b="1">
                <a:solidFill>
                  <a:schemeClr val="bg1"/>
                </a:solidFill>
              </a:defRPr>
            </a:lvl9pPr>
          </a:lstStyle>
          <a:p>
            <a:pPr lvl="0"/>
            <a:r>
              <a:rPr lang="de-DE"/>
              <a:t>Mastertextformat bearbeiten
Zweite Ebene
Dritte Ebene
Vierte Ebene
Fünfte Ebene</a:t>
            </a:r>
            <a:endParaRPr lang="de-DE" dirty="0"/>
          </a:p>
        </p:txBody>
      </p:sp>
      <p:sp>
        <p:nvSpPr>
          <p:cNvPr id="12" name="Textplatzhalter 11">
            <a:extLst>
              <a:ext uri="{FF2B5EF4-FFF2-40B4-BE49-F238E27FC236}">
                <a16:creationId xmlns:a16="http://schemas.microsoft.com/office/drawing/2014/main" id="{FDE8E6C8-43B0-498C-AF52-92C5EF47138B}"/>
              </a:ext>
            </a:extLst>
          </p:cNvPr>
          <p:cNvSpPr>
            <a:spLocks noGrp="1"/>
          </p:cNvSpPr>
          <p:nvPr>
            <p:ph type="body" sz="quarter" idx="14"/>
          </p:nvPr>
        </p:nvSpPr>
        <p:spPr>
          <a:xfrm>
            <a:off x="8832304" y="4221088"/>
            <a:ext cx="3167063" cy="1656184"/>
          </a:xfrm>
        </p:spPr>
        <p:txBody>
          <a:bodyPr lIns="36000" tIns="0" bIns="36000" anchor="b" anchorCtr="0"/>
          <a:lstStyle>
            <a:lvl1pPr marL="0" indent="0">
              <a:spcBef>
                <a:spcPts val="0"/>
              </a:spcBef>
              <a:spcAft>
                <a:spcPts val="0"/>
              </a:spcAft>
              <a:buFont typeface="Arial" panose="020B0604020202020204" pitchFamily="34" charset="0"/>
              <a:buNone/>
              <a:defRPr sz="1800" b="1">
                <a:solidFill>
                  <a:schemeClr val="bg1"/>
                </a:solidFill>
              </a:defRPr>
            </a:lvl1pPr>
            <a:lvl2pPr marL="0" indent="0">
              <a:spcBef>
                <a:spcPts val="0"/>
              </a:spcBef>
              <a:spcAft>
                <a:spcPts val="0"/>
              </a:spcAft>
              <a:buFont typeface="Arial" panose="020B0604020202020204" pitchFamily="34" charset="0"/>
              <a:buNone/>
              <a:defRPr sz="1800" b="0">
                <a:solidFill>
                  <a:schemeClr val="bg1"/>
                </a:solidFill>
              </a:defRPr>
            </a:lvl2pPr>
            <a:lvl3pPr marL="0" indent="0">
              <a:spcBef>
                <a:spcPts val="0"/>
              </a:spcBef>
              <a:spcAft>
                <a:spcPts val="0"/>
              </a:spcAft>
              <a:buFont typeface="Arial" panose="020B0604020202020204" pitchFamily="34" charset="0"/>
              <a:buNone/>
              <a:defRPr sz="1800" b="0">
                <a:solidFill>
                  <a:schemeClr val="bg1"/>
                </a:solidFill>
              </a:defRPr>
            </a:lvl3pPr>
            <a:lvl4pPr marL="0" indent="0">
              <a:spcBef>
                <a:spcPts val="0"/>
              </a:spcBef>
              <a:spcAft>
                <a:spcPts val="0"/>
              </a:spcAft>
              <a:buFont typeface="Arial" panose="020B0604020202020204" pitchFamily="34" charset="0"/>
              <a:buNone/>
              <a:defRPr sz="1800" b="0">
                <a:solidFill>
                  <a:schemeClr val="bg1"/>
                </a:solidFill>
              </a:defRPr>
            </a:lvl4pPr>
            <a:lvl5pPr marL="0" indent="0">
              <a:spcBef>
                <a:spcPts val="0"/>
              </a:spcBef>
              <a:spcAft>
                <a:spcPts val="0"/>
              </a:spcAft>
              <a:buFont typeface="Arial" panose="020B0604020202020204" pitchFamily="34" charset="0"/>
              <a:buNone/>
              <a:defRPr sz="1800" b="0">
                <a:solidFill>
                  <a:schemeClr val="bg1"/>
                </a:solidFill>
              </a:defRPr>
            </a:lvl5pPr>
            <a:lvl6pPr marL="0" indent="0">
              <a:spcBef>
                <a:spcPts val="0"/>
              </a:spcBef>
              <a:spcAft>
                <a:spcPts val="0"/>
              </a:spcAft>
              <a:buFont typeface="Arial" panose="020B0604020202020204" pitchFamily="34" charset="0"/>
              <a:buNone/>
              <a:defRPr sz="1800" b="0">
                <a:solidFill>
                  <a:schemeClr val="bg1"/>
                </a:solidFill>
              </a:defRPr>
            </a:lvl6pPr>
            <a:lvl7pPr marL="0" indent="0">
              <a:spcBef>
                <a:spcPts val="0"/>
              </a:spcBef>
              <a:spcAft>
                <a:spcPts val="0"/>
              </a:spcAft>
              <a:buFont typeface="Arial" panose="020B0604020202020204" pitchFamily="34" charset="0"/>
              <a:buNone/>
              <a:defRPr sz="1800" b="0">
                <a:solidFill>
                  <a:schemeClr val="bg1"/>
                </a:solidFill>
              </a:defRPr>
            </a:lvl7pPr>
            <a:lvl8pPr marL="0" indent="0">
              <a:spcBef>
                <a:spcPts val="0"/>
              </a:spcBef>
              <a:spcAft>
                <a:spcPts val="0"/>
              </a:spcAft>
              <a:buFont typeface="Arial" panose="020B0604020202020204" pitchFamily="34" charset="0"/>
              <a:buNone/>
              <a:defRPr sz="1800" b="0">
                <a:solidFill>
                  <a:schemeClr val="bg1"/>
                </a:solidFill>
              </a:defRPr>
            </a:lvl8pPr>
            <a:lvl9pPr marL="0" indent="0">
              <a:spcBef>
                <a:spcPts val="0"/>
              </a:spcBef>
              <a:spcAft>
                <a:spcPts val="0"/>
              </a:spcAft>
              <a:buFont typeface="Arial" panose="020B0604020202020204" pitchFamily="34" charset="0"/>
              <a:buNone/>
              <a:defRPr sz="1800" b="0">
                <a:solidFill>
                  <a:schemeClr val="bg1"/>
                </a:solidFill>
              </a:defRPr>
            </a:lvl9pPr>
          </a:lstStyle>
          <a:p>
            <a:pPr lvl="0"/>
            <a:r>
              <a:rPr lang="de-DE"/>
              <a:t>Mastertextformat bearbeiten
Zweite Ebene
Dritte Ebene
Vierte Ebene
Fünfte Ebene</a:t>
            </a:r>
            <a:endParaRPr lang="de-DE" dirty="0"/>
          </a:p>
        </p:txBody>
      </p:sp>
      <p:grpSp>
        <p:nvGrpSpPr>
          <p:cNvPr id="5" name="Grafik 5">
            <a:extLst>
              <a:ext uri="{FF2B5EF4-FFF2-40B4-BE49-F238E27FC236}">
                <a16:creationId xmlns:a16="http://schemas.microsoft.com/office/drawing/2014/main" id="{47EE26E2-9E8F-4D6D-A394-0D64BB8A43A3}"/>
              </a:ext>
            </a:extLst>
          </p:cNvPr>
          <p:cNvGrpSpPr/>
          <p:nvPr/>
        </p:nvGrpSpPr>
        <p:grpSpPr>
          <a:xfrm>
            <a:off x="-10800" y="0"/>
            <a:ext cx="12204000" cy="6864750"/>
            <a:chOff x="-10800" y="0"/>
            <a:chExt cx="12204000" cy="6864750"/>
          </a:xfrm>
        </p:grpSpPr>
        <p:sp>
          <p:nvSpPr>
            <p:cNvPr id="7" name="Freihandform: Form 6">
              <a:extLst>
                <a:ext uri="{FF2B5EF4-FFF2-40B4-BE49-F238E27FC236}">
                  <a16:creationId xmlns:a16="http://schemas.microsoft.com/office/drawing/2014/main" id="{361F9A3F-6061-43D1-9027-B7EED72C0656}"/>
                </a:ext>
              </a:extLst>
            </p:cNvPr>
            <p:cNvSpPr/>
            <p:nvPr/>
          </p:nvSpPr>
          <p:spPr>
            <a:xfrm>
              <a:off x="-9655" y="1395705"/>
              <a:ext cx="9377121" cy="3961596"/>
            </a:xfrm>
            <a:custGeom>
              <a:avLst/>
              <a:gdLst>
                <a:gd name="connsiteX0" fmla="*/ 0 w 9377121"/>
                <a:gd name="connsiteY0" fmla="*/ 0 h 3961596"/>
                <a:gd name="connsiteX1" fmla="*/ 0 w 9377121"/>
                <a:gd name="connsiteY1" fmla="*/ 3961597 h 3961596"/>
                <a:gd name="connsiteX2" fmla="*/ 7935270 w 9377121"/>
                <a:gd name="connsiteY2" fmla="*/ 3961597 h 3961596"/>
                <a:gd name="connsiteX3" fmla="*/ 9377121 w 9377121"/>
                <a:gd name="connsiteY3" fmla="*/ 0 h 3961596"/>
                <a:gd name="connsiteX4" fmla="*/ 0 w 9377121"/>
                <a:gd name="connsiteY4" fmla="*/ 0 h 396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7121" h="3961596">
                  <a:moveTo>
                    <a:pt x="0" y="0"/>
                  </a:moveTo>
                  <a:lnTo>
                    <a:pt x="0" y="3961597"/>
                  </a:lnTo>
                  <a:lnTo>
                    <a:pt x="7935270" y="3961597"/>
                  </a:lnTo>
                  <a:lnTo>
                    <a:pt x="9377121" y="0"/>
                  </a:lnTo>
                  <a:lnTo>
                    <a:pt x="0" y="0"/>
                  </a:lnTo>
                  <a:close/>
                </a:path>
              </a:pathLst>
            </a:custGeom>
            <a:solidFill>
              <a:srgbClr val="008570"/>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88E27F58-32B3-4BC1-87AB-4C26C4CB9C95}"/>
                </a:ext>
              </a:extLst>
            </p:cNvPr>
            <p:cNvSpPr/>
            <p:nvPr/>
          </p:nvSpPr>
          <p:spPr>
            <a:xfrm>
              <a:off x="7703907" y="4054016"/>
              <a:ext cx="4491580" cy="2126038"/>
            </a:xfrm>
            <a:custGeom>
              <a:avLst/>
              <a:gdLst>
                <a:gd name="connsiteX0" fmla="*/ 4491581 w 4491580"/>
                <a:gd name="connsiteY0" fmla="*/ 0 h 2126038"/>
                <a:gd name="connsiteX1" fmla="*/ 773810 w 4491580"/>
                <a:gd name="connsiteY1" fmla="*/ 0 h 2126038"/>
                <a:gd name="connsiteX2" fmla="*/ 0 w 4491580"/>
                <a:gd name="connsiteY2" fmla="*/ 2126039 h 2126038"/>
                <a:gd name="connsiteX3" fmla="*/ 4490437 w 4491580"/>
                <a:gd name="connsiteY3" fmla="*/ 2126039 h 2126038"/>
                <a:gd name="connsiteX4" fmla="*/ 4491581 w 4491580"/>
                <a:gd name="connsiteY4" fmla="*/ 2123115 h 2126038"/>
                <a:gd name="connsiteX5" fmla="*/ 4491581 w 4491580"/>
                <a:gd name="connsiteY5" fmla="*/ 0 h 2126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1580" h="2126038">
                  <a:moveTo>
                    <a:pt x="4491581" y="0"/>
                  </a:moveTo>
                  <a:lnTo>
                    <a:pt x="773810" y="0"/>
                  </a:lnTo>
                  <a:lnTo>
                    <a:pt x="0" y="2126039"/>
                  </a:lnTo>
                  <a:lnTo>
                    <a:pt x="4490437" y="2126039"/>
                  </a:lnTo>
                  <a:lnTo>
                    <a:pt x="4491581" y="2123115"/>
                  </a:lnTo>
                  <a:lnTo>
                    <a:pt x="4491581" y="0"/>
                  </a:lnTo>
                  <a:close/>
                </a:path>
              </a:pathLst>
            </a:custGeom>
            <a:solidFill>
              <a:srgbClr val="90C685"/>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30307008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9433048" cy="864000"/>
          </a:xfr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060848"/>
            <a:ext cx="7920880" cy="3744000"/>
          </a:xfrm>
        </p:spPr>
        <p:txBody>
          <a:bodyPr tIns="54000"/>
          <a:lstStyle>
            <a:lvl1pPr marL="0" indent="0">
              <a:spcBef>
                <a:spcPts val="1200"/>
              </a:spcBef>
              <a:spcAft>
                <a:spcPts val="0"/>
              </a:spcAft>
              <a:buFont typeface="+mj-lt"/>
              <a:buNone/>
              <a:defRPr b="1">
                <a:solidFill>
                  <a:schemeClr val="bg1"/>
                </a:solidFill>
              </a:defRPr>
            </a:lvl1pPr>
            <a:lvl2pPr marL="0" indent="0">
              <a:spcBef>
                <a:spcPts val="0"/>
              </a:spcBef>
              <a:spcAft>
                <a:spcPts val="1200"/>
              </a:spcAft>
              <a:buFont typeface="+mj-lt"/>
              <a:buNone/>
              <a:defRPr b="0">
                <a:solidFill>
                  <a:schemeClr val="bg1"/>
                </a:solidFill>
              </a:defRPr>
            </a:lvl2pPr>
            <a:lvl3pPr marL="0" indent="0">
              <a:spcBef>
                <a:spcPts val="0"/>
              </a:spcBef>
              <a:spcAft>
                <a:spcPts val="0"/>
              </a:spcAft>
              <a:buFont typeface="+mj-lt"/>
              <a:buNone/>
              <a:defRPr b="0">
                <a:solidFill>
                  <a:schemeClr val="bg1"/>
                </a:solidFill>
              </a:defRPr>
            </a:lvl3pPr>
            <a:lvl4pPr marL="0" indent="0">
              <a:spcBef>
                <a:spcPts val="0"/>
              </a:spcBef>
              <a:spcAft>
                <a:spcPts val="0"/>
              </a:spcAft>
              <a:buFont typeface="+mj-lt"/>
              <a:buNone/>
              <a:defRPr b="0">
                <a:solidFill>
                  <a:schemeClr val="bg1"/>
                </a:solidFill>
              </a:defRPr>
            </a:lvl4pPr>
            <a:lvl5pPr marL="0" indent="0">
              <a:spcBef>
                <a:spcPts val="0"/>
              </a:spcBef>
              <a:spcAft>
                <a:spcPts val="0"/>
              </a:spcAft>
              <a:buFont typeface="+mj-lt"/>
              <a:buNone/>
              <a:defRPr b="0">
                <a:solidFill>
                  <a:schemeClr val="bg1"/>
                </a:solidFill>
              </a:defRPr>
            </a:lvl5pPr>
            <a:lvl6pPr marL="0" indent="0">
              <a:spcBef>
                <a:spcPts val="0"/>
              </a:spcBef>
              <a:spcAft>
                <a:spcPts val="0"/>
              </a:spcAft>
              <a:buFont typeface="+mj-lt"/>
              <a:buNone/>
              <a:defRPr b="0">
                <a:solidFill>
                  <a:schemeClr val="bg1"/>
                </a:solidFill>
              </a:defRPr>
            </a:lvl6pPr>
            <a:lvl7pPr marL="0" indent="0">
              <a:spcBef>
                <a:spcPts val="0"/>
              </a:spcBef>
              <a:spcAft>
                <a:spcPts val="0"/>
              </a:spcAft>
              <a:buFont typeface="+mj-lt"/>
              <a:buNone/>
              <a:defRPr b="0">
                <a:solidFill>
                  <a:schemeClr val="bg1"/>
                </a:solidFill>
              </a:defRPr>
            </a:lvl7pPr>
            <a:lvl8pPr marL="0" indent="0">
              <a:spcBef>
                <a:spcPts val="0"/>
              </a:spcBef>
              <a:spcAft>
                <a:spcPts val="0"/>
              </a:spcAft>
              <a:buFont typeface="+mj-lt"/>
              <a:buNone/>
              <a:defRPr b="0">
                <a:solidFill>
                  <a:schemeClr val="bg1"/>
                </a:solidFill>
              </a:defRPr>
            </a:lvl8pPr>
            <a:lvl9pPr marL="0" indent="0">
              <a:spcBef>
                <a:spcPts val="0"/>
              </a:spcBef>
              <a:spcAft>
                <a:spcPts val="0"/>
              </a:spcAft>
              <a:buFont typeface="+mj-lt"/>
              <a:buNone/>
              <a:defRPr b="0">
                <a:solidFill>
                  <a:schemeClr val="bg1"/>
                </a:solidFill>
              </a:defRPr>
            </a:lvl9pPr>
          </a:lstStyle>
          <a:p>
            <a:pPr lvl="0"/>
            <a:r>
              <a:rPr lang="de-DE"/>
              <a:t>Mastertextformat bearbeiten
Zweite Ebene
Dritte Ebene
Vierte Ebene
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830397B9-9885-4094-9001-D89AB07F139D}" type="datetime4">
              <a:rPr lang="de-DE" smtClean="0"/>
              <a:t>23. September 2024</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‹Nr.›</a:t>
            </a:fld>
            <a:endParaRPr lang="de-DE"/>
          </a:p>
        </p:txBody>
      </p:sp>
      <p:grpSp>
        <p:nvGrpSpPr>
          <p:cNvPr id="7" name="Grafik 10">
            <a:extLst>
              <a:ext uri="{FF2B5EF4-FFF2-40B4-BE49-F238E27FC236}">
                <a16:creationId xmlns:a16="http://schemas.microsoft.com/office/drawing/2014/main" id="{9AF945A4-F1CC-41C6-A8D4-493FBAE3DBEE}"/>
              </a:ext>
            </a:extLst>
          </p:cNvPr>
          <p:cNvGrpSpPr/>
          <p:nvPr/>
        </p:nvGrpSpPr>
        <p:grpSpPr>
          <a:xfrm>
            <a:off x="-10800" y="0"/>
            <a:ext cx="12204000" cy="6864750"/>
            <a:chOff x="-10800" y="0"/>
            <a:chExt cx="12204000" cy="6864750"/>
          </a:xfrm>
        </p:grpSpPr>
        <p:sp>
          <p:nvSpPr>
            <p:cNvPr id="8" name="Freihandform: Form 7">
              <a:extLst>
                <a:ext uri="{FF2B5EF4-FFF2-40B4-BE49-F238E27FC236}">
                  <a16:creationId xmlns:a16="http://schemas.microsoft.com/office/drawing/2014/main" id="{DC4DB6EB-9D08-4E6D-B5CC-9F4DF03A8B14}"/>
                </a:ext>
              </a:extLst>
            </p:cNvPr>
            <p:cNvSpPr/>
            <p:nvPr/>
          </p:nvSpPr>
          <p:spPr>
            <a:xfrm>
              <a:off x="-9655" y="1801742"/>
              <a:ext cx="10164787" cy="4378312"/>
            </a:xfrm>
            <a:custGeom>
              <a:avLst/>
              <a:gdLst>
                <a:gd name="connsiteX0" fmla="*/ 127 w 10164787"/>
                <a:gd name="connsiteY0" fmla="*/ 0 h 4378312"/>
                <a:gd name="connsiteX1" fmla="*/ 0 w 10164787"/>
                <a:gd name="connsiteY1" fmla="*/ 636 h 4378312"/>
                <a:gd name="connsiteX2" fmla="*/ 0 w 10164787"/>
                <a:gd name="connsiteY2" fmla="*/ 4378313 h 4378312"/>
                <a:gd name="connsiteX3" fmla="*/ 8571276 w 10164787"/>
                <a:gd name="connsiteY3" fmla="*/ 4378313 h 4378312"/>
                <a:gd name="connsiteX4" fmla="*/ 10164788 w 10164787"/>
                <a:gd name="connsiteY4" fmla="*/ 0 h 4378312"/>
                <a:gd name="connsiteX5" fmla="*/ 127 w 10164787"/>
                <a:gd name="connsiteY5" fmla="*/ 0 h 437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64787" h="4378312">
                  <a:moveTo>
                    <a:pt x="127" y="0"/>
                  </a:moveTo>
                  <a:lnTo>
                    <a:pt x="0" y="636"/>
                  </a:lnTo>
                  <a:lnTo>
                    <a:pt x="0" y="4378313"/>
                  </a:lnTo>
                  <a:lnTo>
                    <a:pt x="8571276" y="4378313"/>
                  </a:lnTo>
                  <a:lnTo>
                    <a:pt x="10164788" y="0"/>
                  </a:lnTo>
                  <a:lnTo>
                    <a:pt x="127" y="0"/>
                  </a:lnTo>
                  <a:close/>
                </a:path>
              </a:pathLst>
            </a:custGeom>
            <a:solidFill>
              <a:srgbClr val="008570"/>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F2E51056-6BED-4D16-946A-76935F583158}"/>
                </a:ext>
              </a:extLst>
            </p:cNvPr>
            <p:cNvSpPr/>
            <p:nvPr/>
          </p:nvSpPr>
          <p:spPr>
            <a:xfrm>
              <a:off x="8824260" y="1293878"/>
              <a:ext cx="3371227" cy="4377168"/>
            </a:xfrm>
            <a:custGeom>
              <a:avLst/>
              <a:gdLst>
                <a:gd name="connsiteX0" fmla="*/ 3371228 w 3371227"/>
                <a:gd name="connsiteY0" fmla="*/ 0 h 4377168"/>
                <a:gd name="connsiteX1" fmla="*/ 1593131 w 3371227"/>
                <a:gd name="connsiteY1" fmla="*/ 0 h 4377168"/>
                <a:gd name="connsiteX2" fmla="*/ 0 w 3371227"/>
                <a:gd name="connsiteY2" fmla="*/ 4377168 h 4377168"/>
                <a:gd name="connsiteX3" fmla="*/ 3370338 w 3371227"/>
                <a:gd name="connsiteY3" fmla="*/ 4377168 h 4377168"/>
                <a:gd name="connsiteX4" fmla="*/ 3371228 w 3371227"/>
                <a:gd name="connsiteY4" fmla="*/ 4374753 h 4377168"/>
                <a:gd name="connsiteX5" fmla="*/ 3371228 w 3371227"/>
                <a:gd name="connsiteY5" fmla="*/ 0 h 437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1227" h="4377168">
                  <a:moveTo>
                    <a:pt x="3371228" y="0"/>
                  </a:moveTo>
                  <a:lnTo>
                    <a:pt x="1593131" y="0"/>
                  </a:lnTo>
                  <a:lnTo>
                    <a:pt x="0" y="4377168"/>
                  </a:lnTo>
                  <a:lnTo>
                    <a:pt x="3370338" y="4377168"/>
                  </a:lnTo>
                  <a:lnTo>
                    <a:pt x="3371228" y="4374753"/>
                  </a:lnTo>
                  <a:lnTo>
                    <a:pt x="3371228" y="0"/>
                  </a:lnTo>
                  <a:close/>
                </a:path>
              </a:pathLst>
            </a:custGeom>
            <a:solidFill>
              <a:srgbClr val="90C685"/>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2987356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Abschluss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9433048" cy="864000"/>
          </a:xfr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853352"/>
            <a:ext cx="3744416" cy="3023920"/>
          </a:xfrm>
        </p:spPr>
        <p:txBody>
          <a:bodyPr tIns="7200"/>
          <a:lstStyle>
            <a:lvl1pPr marL="0" indent="0">
              <a:spcBef>
                <a:spcPts val="1200"/>
              </a:spcBef>
              <a:spcAft>
                <a:spcPts val="0"/>
              </a:spcAft>
              <a:buFont typeface="+mj-lt"/>
              <a:buNone/>
              <a:defRPr b="1">
                <a:solidFill>
                  <a:schemeClr val="bg1"/>
                </a:solidFill>
              </a:defRPr>
            </a:lvl1pPr>
            <a:lvl2pPr marL="0" indent="0">
              <a:spcBef>
                <a:spcPts val="0"/>
              </a:spcBef>
              <a:spcAft>
                <a:spcPts val="1200"/>
              </a:spcAft>
              <a:buFont typeface="+mj-lt"/>
              <a:buNone/>
              <a:defRPr b="0">
                <a:solidFill>
                  <a:schemeClr val="bg1"/>
                </a:solidFill>
              </a:defRPr>
            </a:lvl2pPr>
            <a:lvl3pPr marL="0" indent="0">
              <a:spcBef>
                <a:spcPts val="0"/>
              </a:spcBef>
              <a:spcAft>
                <a:spcPts val="0"/>
              </a:spcAft>
              <a:buFont typeface="+mj-lt"/>
              <a:buNone/>
              <a:defRPr b="0">
                <a:solidFill>
                  <a:schemeClr val="bg1"/>
                </a:solidFill>
              </a:defRPr>
            </a:lvl3pPr>
            <a:lvl4pPr marL="0" indent="0">
              <a:spcBef>
                <a:spcPts val="0"/>
              </a:spcBef>
              <a:spcAft>
                <a:spcPts val="0"/>
              </a:spcAft>
              <a:buFont typeface="+mj-lt"/>
              <a:buNone/>
              <a:defRPr b="0">
                <a:solidFill>
                  <a:schemeClr val="bg1"/>
                </a:solidFill>
              </a:defRPr>
            </a:lvl4pPr>
            <a:lvl5pPr marL="0" indent="0">
              <a:spcBef>
                <a:spcPts val="0"/>
              </a:spcBef>
              <a:spcAft>
                <a:spcPts val="0"/>
              </a:spcAft>
              <a:buFont typeface="+mj-lt"/>
              <a:buNone/>
              <a:defRPr b="0">
                <a:solidFill>
                  <a:schemeClr val="bg1"/>
                </a:solidFill>
              </a:defRPr>
            </a:lvl5pPr>
            <a:lvl6pPr marL="0" indent="0">
              <a:spcBef>
                <a:spcPts val="0"/>
              </a:spcBef>
              <a:spcAft>
                <a:spcPts val="0"/>
              </a:spcAft>
              <a:buFont typeface="+mj-lt"/>
              <a:buNone/>
              <a:defRPr b="0">
                <a:solidFill>
                  <a:schemeClr val="bg1"/>
                </a:solidFill>
              </a:defRPr>
            </a:lvl6pPr>
            <a:lvl7pPr marL="0" indent="0">
              <a:spcBef>
                <a:spcPts val="0"/>
              </a:spcBef>
              <a:spcAft>
                <a:spcPts val="0"/>
              </a:spcAft>
              <a:buFont typeface="+mj-lt"/>
              <a:buNone/>
              <a:defRPr b="0">
                <a:solidFill>
                  <a:schemeClr val="bg1"/>
                </a:solidFill>
              </a:defRPr>
            </a:lvl7pPr>
            <a:lvl8pPr marL="0" indent="0">
              <a:spcBef>
                <a:spcPts val="0"/>
              </a:spcBef>
              <a:spcAft>
                <a:spcPts val="0"/>
              </a:spcAft>
              <a:buFont typeface="+mj-lt"/>
              <a:buNone/>
              <a:defRPr b="0">
                <a:solidFill>
                  <a:schemeClr val="bg1"/>
                </a:solidFill>
              </a:defRPr>
            </a:lvl8pPr>
            <a:lvl9pPr marL="0" indent="0">
              <a:spcBef>
                <a:spcPts val="0"/>
              </a:spcBef>
              <a:spcAft>
                <a:spcPts val="0"/>
              </a:spcAft>
              <a:buFont typeface="+mj-lt"/>
              <a:buNone/>
              <a:defRPr b="0">
                <a:solidFill>
                  <a:schemeClr val="bg1"/>
                </a:solidFill>
              </a:defRPr>
            </a:lvl9pPr>
          </a:lstStyle>
          <a:p>
            <a:pPr lvl="0"/>
            <a:r>
              <a:rPr lang="de-DE"/>
              <a:t>Mastertextformat bearbeiten
Zweite Ebene
Dritte Ebene
Vierte Ebene
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54961FE7-2399-4ADB-8E72-B13C616C0625}" type="datetime4">
              <a:rPr lang="de-DE" smtClean="0"/>
              <a:t>23. September 2024</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10" name="Bildplatzhalter 5">
            <a:extLst>
              <a:ext uri="{FF2B5EF4-FFF2-40B4-BE49-F238E27FC236}">
                <a16:creationId xmlns:a16="http://schemas.microsoft.com/office/drawing/2014/main" id="{8FE7F748-7950-4987-9EF6-727D3F7657D9}"/>
              </a:ext>
            </a:extLst>
          </p:cNvPr>
          <p:cNvSpPr>
            <a:spLocks noGrp="1"/>
          </p:cNvSpPr>
          <p:nvPr>
            <p:ph type="pic" sz="quarter" idx="13"/>
          </p:nvPr>
        </p:nvSpPr>
        <p:spPr>
          <a:xfrm>
            <a:off x="4583832" y="0"/>
            <a:ext cx="7608168" cy="5651821"/>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97 h 10006"/>
              <a:gd name="connsiteX1" fmla="*/ 322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97 h 10006"/>
              <a:gd name="connsiteX1" fmla="*/ 281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84 h 10006"/>
              <a:gd name="connsiteX1" fmla="*/ 281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84 h 10006"/>
              <a:gd name="connsiteX0" fmla="*/ 0 w 10000"/>
              <a:gd name="connsiteY0" fmla="*/ 9984 h 10006"/>
              <a:gd name="connsiteX1" fmla="*/ 2690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84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84"/>
                </a:moveTo>
                <a:lnTo>
                  <a:pt x="2690" y="0"/>
                </a:lnTo>
                <a:lnTo>
                  <a:pt x="10000" y="6"/>
                </a:lnTo>
                <a:lnTo>
                  <a:pt x="10000" y="10006"/>
                </a:lnTo>
                <a:lnTo>
                  <a:pt x="0" y="10006"/>
                </a:lnTo>
                <a:lnTo>
                  <a:pt x="0" y="9984"/>
                </a:lnTo>
                <a:close/>
              </a:path>
            </a:pathLst>
          </a:custGeom>
        </p:spPr>
        <p:txBody>
          <a:bodyPr/>
          <a:lstStyle/>
          <a:p>
            <a:r>
              <a:rPr lang="de-DE"/>
              <a:t>Bild durch Klicken auf Symbol hinzufügen</a:t>
            </a:r>
            <a:endParaRPr lang="de-DE" dirty="0"/>
          </a:p>
        </p:txBody>
      </p:sp>
      <p:sp>
        <p:nvSpPr>
          <p:cNvPr id="14" name="Freihandform: Form 13">
            <a:extLst>
              <a:ext uri="{FF2B5EF4-FFF2-40B4-BE49-F238E27FC236}">
                <a16:creationId xmlns:a16="http://schemas.microsoft.com/office/drawing/2014/main" id="{329726A9-AE85-476A-AB5A-77255B9A733A}"/>
              </a:ext>
            </a:extLst>
          </p:cNvPr>
          <p:cNvSpPr/>
          <p:nvPr/>
        </p:nvSpPr>
        <p:spPr>
          <a:xfrm>
            <a:off x="1143" y="2528951"/>
            <a:ext cx="5632196" cy="3645027"/>
          </a:xfrm>
          <a:custGeom>
            <a:avLst/>
            <a:gdLst>
              <a:gd name="connsiteX0" fmla="*/ 0 w 5632196"/>
              <a:gd name="connsiteY0" fmla="*/ 0 h 3645027"/>
              <a:gd name="connsiteX1" fmla="*/ 0 w 5632196"/>
              <a:gd name="connsiteY1" fmla="*/ 3645027 h 3645027"/>
              <a:gd name="connsiteX2" fmla="*/ 4305554 w 5632196"/>
              <a:gd name="connsiteY2" fmla="*/ 3645027 h 3645027"/>
              <a:gd name="connsiteX3" fmla="*/ 5632196 w 5632196"/>
              <a:gd name="connsiteY3" fmla="*/ 0 h 3645027"/>
              <a:gd name="connsiteX4" fmla="*/ 0 w 5632196"/>
              <a:gd name="connsiteY4" fmla="*/ 0 h 364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196" h="3645027">
                <a:moveTo>
                  <a:pt x="0" y="0"/>
                </a:moveTo>
                <a:lnTo>
                  <a:pt x="0" y="3645027"/>
                </a:lnTo>
                <a:lnTo>
                  <a:pt x="4305554" y="3645027"/>
                </a:lnTo>
                <a:lnTo>
                  <a:pt x="5632196" y="0"/>
                </a:lnTo>
                <a:lnTo>
                  <a:pt x="0" y="0"/>
                </a:lnTo>
                <a:close/>
              </a:path>
            </a:pathLst>
          </a:custGeom>
          <a:solidFill>
            <a:schemeClr val="accent2"/>
          </a:solidFill>
          <a:ln w="12700" cap="flat">
            <a:noFill/>
            <a:prstDash val="solid"/>
            <a:miter/>
          </a:ln>
        </p:spPr>
        <p:txBody>
          <a:bodyPr rtlCol="0" anchor="ctr"/>
          <a:lstStyle/>
          <a:p>
            <a:endParaRPr lang="de-DE"/>
          </a:p>
        </p:txBody>
      </p:sp>
    </p:spTree>
    <p:extLst>
      <p:ext uri="{BB962C8B-B14F-4D97-AF65-F5344CB8AC3E}">
        <p14:creationId xmlns:p14="http://schemas.microsoft.com/office/powerpoint/2010/main" val="29957438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BCC91250-112A-41C5-841A-407D53770ACE}" type="datetime4">
              <a:rPr lang="de-DE" smtClean="0"/>
              <a:t>23. September 2024</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‹Nr.›</a:t>
            </a:fld>
            <a:endParaRPr lang="de-DE"/>
          </a:p>
        </p:txBody>
      </p:sp>
      <p:sp>
        <p:nvSpPr>
          <p:cNvPr id="8" name="Textplatzhalter 8">
            <a:extLst>
              <a:ext uri="{FF2B5EF4-FFF2-40B4-BE49-F238E27FC236}">
                <a16:creationId xmlns:a16="http://schemas.microsoft.com/office/drawing/2014/main" id="{2F169917-966A-40BB-8B02-BEC2BE20AB98}"/>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7693482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C3A63FC-01BB-44FF-81CB-C1C6E59D9984}"/>
              </a:ext>
            </a:extLst>
          </p:cNvPr>
          <p:cNvSpPr>
            <a:spLocks noGrp="1"/>
          </p:cNvSpPr>
          <p:nvPr>
            <p:ph type="dt" sz="half" idx="10"/>
          </p:nvPr>
        </p:nvSpPr>
        <p:spPr/>
        <p:txBody>
          <a:bodyPr/>
          <a:lstStyle/>
          <a:p>
            <a:fld id="{9B9D53A3-42E7-4B1B-BA40-A3BF8D6B4F61}" type="datetime4">
              <a:rPr lang="de-DE" smtClean="0"/>
              <a:t>23. September 2024</a:t>
            </a:fld>
            <a:endParaRPr lang="de-DE"/>
          </a:p>
        </p:txBody>
      </p:sp>
      <p:sp>
        <p:nvSpPr>
          <p:cNvPr id="3" name="Fußzeilenplatzhalter 2">
            <a:extLst>
              <a:ext uri="{FF2B5EF4-FFF2-40B4-BE49-F238E27FC236}">
                <a16:creationId xmlns:a16="http://schemas.microsoft.com/office/drawing/2014/main" id="{25A5442C-D8D3-4CE0-870C-23E76162781D}"/>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4" name="Foliennummernplatzhalter 3">
            <a:extLst>
              <a:ext uri="{FF2B5EF4-FFF2-40B4-BE49-F238E27FC236}">
                <a16:creationId xmlns:a16="http://schemas.microsoft.com/office/drawing/2014/main" id="{4D25AB6A-169A-480A-BA25-ADA2A812AE22}"/>
              </a:ext>
            </a:extLst>
          </p:cNvPr>
          <p:cNvSpPr>
            <a:spLocks noGrp="1"/>
          </p:cNvSpPr>
          <p:nvPr>
            <p:ph type="sldNum" sz="quarter" idx="12"/>
          </p:nvPr>
        </p:nvSpPr>
        <p:spPr/>
        <p:txBody>
          <a:bodyPr/>
          <a:lstStyle/>
          <a:p>
            <a:fld id="{2155E1C8-C15B-4C47-AD9F-B8F50D129449}" type="slidenum">
              <a:rPr lang="de-DE" smtClean="0"/>
              <a:t>‹Nr.›</a:t>
            </a:fld>
            <a:endParaRPr lang="de-DE"/>
          </a:p>
        </p:txBody>
      </p:sp>
    </p:spTree>
    <p:extLst>
      <p:ext uri="{BB962C8B-B14F-4D97-AF65-F5344CB8AC3E}">
        <p14:creationId xmlns:p14="http://schemas.microsoft.com/office/powerpoint/2010/main" val="268572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DCCBDE3-A89C-4F87-BA54-A803CF585823}"/>
              </a:ext>
            </a:extLst>
          </p:cNvPr>
          <p:cNvSpPr>
            <a:spLocks noGrp="1"/>
          </p:cNvSpPr>
          <p:nvPr>
            <p:ph type="title"/>
          </p:nvPr>
        </p:nvSpPr>
        <p:spPr>
          <a:xfrm>
            <a:off x="551384" y="620792"/>
            <a:ext cx="11088000" cy="864000"/>
          </a:xfrm>
          <a:prstGeom prst="rect">
            <a:avLst/>
          </a:prstGeom>
        </p:spPr>
        <p:txBody>
          <a:bodyPr vert="horz" lIns="0" tIns="0" rIns="0" bIns="0" rtlCol="0" anchor="t" anchorCtr="0">
            <a:noAutofit/>
          </a:bodyPr>
          <a:lstStyle/>
          <a:p>
            <a:r>
              <a:rPr lang="de-DE" dirty="0"/>
              <a:t>Mastertitelformat bearbeiten</a:t>
            </a:r>
          </a:p>
        </p:txBody>
      </p:sp>
      <p:sp>
        <p:nvSpPr>
          <p:cNvPr id="3" name="Textplatzhalter 2">
            <a:extLst>
              <a:ext uri="{FF2B5EF4-FFF2-40B4-BE49-F238E27FC236}">
                <a16:creationId xmlns:a16="http://schemas.microsoft.com/office/drawing/2014/main" id="{02ED3204-B3CD-4DC4-9A86-021666AC93E5}"/>
              </a:ext>
            </a:extLst>
          </p:cNvPr>
          <p:cNvSpPr>
            <a:spLocks noGrp="1"/>
          </p:cNvSpPr>
          <p:nvPr>
            <p:ph type="body" idx="1"/>
          </p:nvPr>
        </p:nvSpPr>
        <p:spPr>
          <a:xfrm>
            <a:off x="551384" y="1701296"/>
            <a:ext cx="11088000" cy="4464000"/>
          </a:xfrm>
          <a:prstGeom prst="rect">
            <a:avLst/>
          </a:prstGeom>
        </p:spPr>
        <p:txBody>
          <a:bodyPr vert="horz" lIns="0" tIns="1800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6</a:t>
            </a:r>
          </a:p>
          <a:p>
            <a:pPr lvl="6"/>
            <a:r>
              <a:rPr lang="de-DE" dirty="0"/>
              <a:t>7</a:t>
            </a:r>
          </a:p>
          <a:p>
            <a:pPr lvl="7"/>
            <a:r>
              <a:rPr lang="de-DE" dirty="0"/>
              <a:t>8</a:t>
            </a:r>
          </a:p>
          <a:p>
            <a:pPr lvl="8"/>
            <a:r>
              <a:rPr lang="de-DE" dirty="0"/>
              <a:t>9</a:t>
            </a:r>
          </a:p>
        </p:txBody>
      </p:sp>
      <p:sp>
        <p:nvSpPr>
          <p:cNvPr id="4" name="Datumsplatzhalter 3">
            <a:extLst>
              <a:ext uri="{FF2B5EF4-FFF2-40B4-BE49-F238E27FC236}">
                <a16:creationId xmlns:a16="http://schemas.microsoft.com/office/drawing/2014/main" id="{FD4BC9EF-308F-413B-81E6-364977B5272A}"/>
              </a:ext>
            </a:extLst>
          </p:cNvPr>
          <p:cNvSpPr>
            <a:spLocks noGrp="1"/>
          </p:cNvSpPr>
          <p:nvPr>
            <p:ph type="dt" sz="half" idx="2"/>
          </p:nvPr>
        </p:nvSpPr>
        <p:spPr>
          <a:xfrm>
            <a:off x="9840416" y="6453352"/>
            <a:ext cx="1512000" cy="144000"/>
          </a:xfrm>
          <a:prstGeom prst="rect">
            <a:avLst/>
          </a:prstGeom>
        </p:spPr>
        <p:txBody>
          <a:bodyPr vert="horz" lIns="0" tIns="43200" rIns="0" bIns="0" rtlCol="0" anchor="t" anchorCtr="0"/>
          <a:lstStyle>
            <a:lvl1pPr algn="ctr">
              <a:defRPr sz="800">
                <a:solidFill>
                  <a:schemeClr val="tx1">
                    <a:tint val="75000"/>
                  </a:schemeClr>
                </a:solidFill>
              </a:defRPr>
            </a:lvl1pPr>
          </a:lstStyle>
          <a:p>
            <a:fld id="{1DED384F-FCC7-4A05-8D93-1E8F09B64F9A}" type="datetime4">
              <a:rPr lang="de-DE" smtClean="0"/>
              <a:t>23. September 2024</a:t>
            </a:fld>
            <a:endParaRPr lang="de-DE" dirty="0"/>
          </a:p>
        </p:txBody>
      </p:sp>
      <p:sp>
        <p:nvSpPr>
          <p:cNvPr id="5" name="Fußzeilenplatzhalter 4">
            <a:extLst>
              <a:ext uri="{FF2B5EF4-FFF2-40B4-BE49-F238E27FC236}">
                <a16:creationId xmlns:a16="http://schemas.microsoft.com/office/drawing/2014/main" id="{4DE0AFB5-0220-4FCE-9BC1-51EDC3697A74}"/>
              </a:ext>
            </a:extLst>
          </p:cNvPr>
          <p:cNvSpPr>
            <a:spLocks noGrp="1"/>
          </p:cNvSpPr>
          <p:nvPr>
            <p:ph type="ftr" sz="quarter" idx="3"/>
          </p:nvPr>
        </p:nvSpPr>
        <p:spPr>
          <a:xfrm>
            <a:off x="5375920" y="6453336"/>
            <a:ext cx="4320000" cy="144000"/>
          </a:xfrm>
          <a:prstGeom prst="rect">
            <a:avLst/>
          </a:prstGeom>
        </p:spPr>
        <p:txBody>
          <a:bodyPr vert="horz" lIns="0" tIns="43200" rIns="14400" bIns="0" rtlCol="0" anchor="t" anchorCtr="0"/>
          <a:lstStyle>
            <a:lvl1pPr algn="r">
              <a:defRPr sz="800">
                <a:solidFill>
                  <a:schemeClr val="tx1">
                    <a:tint val="75000"/>
                  </a:schemeClr>
                </a:solidFill>
              </a:defRPr>
            </a:lvl1pPr>
          </a:lstStyle>
          <a:p>
            <a:r>
              <a:rPr lang="en-US"/>
              <a:t>Mining of Massive Datasets - Summary Chapter 1 | Sotirios Patsos</a:t>
            </a:r>
            <a:endParaRPr lang="de-DE" dirty="0"/>
          </a:p>
        </p:txBody>
      </p:sp>
      <p:sp>
        <p:nvSpPr>
          <p:cNvPr id="6" name="Foliennummernplatzhalter 5">
            <a:extLst>
              <a:ext uri="{FF2B5EF4-FFF2-40B4-BE49-F238E27FC236}">
                <a16:creationId xmlns:a16="http://schemas.microsoft.com/office/drawing/2014/main" id="{50540230-7E52-434A-946B-79F9C81069CD}"/>
              </a:ext>
            </a:extLst>
          </p:cNvPr>
          <p:cNvSpPr>
            <a:spLocks noGrp="1"/>
          </p:cNvSpPr>
          <p:nvPr>
            <p:ph type="sldNum" sz="quarter" idx="4"/>
          </p:nvPr>
        </p:nvSpPr>
        <p:spPr>
          <a:xfrm>
            <a:off x="11352584" y="6453336"/>
            <a:ext cx="289248" cy="144000"/>
          </a:xfrm>
          <a:prstGeom prst="rect">
            <a:avLst/>
          </a:prstGeom>
        </p:spPr>
        <p:txBody>
          <a:bodyPr vert="horz" lIns="0" tIns="7200" rIns="0" bIns="0" rtlCol="0" anchor="t" anchorCtr="0"/>
          <a:lstStyle>
            <a:lvl1pPr algn="r">
              <a:defRPr sz="1100">
                <a:solidFill>
                  <a:schemeClr val="tx1">
                    <a:tint val="75000"/>
                  </a:schemeClr>
                </a:solidFill>
              </a:defRPr>
            </a:lvl1pPr>
          </a:lstStyle>
          <a:p>
            <a:fld id="{2155E1C8-C15B-4C47-AD9F-B8F50D129449}" type="slidenum">
              <a:rPr lang="de-DE" smtClean="0"/>
              <a:pPr/>
              <a:t>‹Nr.›</a:t>
            </a:fld>
            <a:endParaRPr lang="de-DE" dirty="0"/>
          </a:p>
        </p:txBody>
      </p:sp>
      <p:sp>
        <p:nvSpPr>
          <p:cNvPr id="7" name="Parallelogramm 6">
            <a:extLst>
              <a:ext uri="{FF2B5EF4-FFF2-40B4-BE49-F238E27FC236}">
                <a16:creationId xmlns:a16="http://schemas.microsoft.com/office/drawing/2014/main" id="{3925A3B8-758F-47EE-A4DA-C38EC940F536}"/>
              </a:ext>
            </a:extLst>
          </p:cNvPr>
          <p:cNvSpPr/>
          <p:nvPr userDrawn="1"/>
        </p:nvSpPr>
        <p:spPr>
          <a:xfrm>
            <a:off x="883443" y="6267450"/>
            <a:ext cx="171451" cy="404813"/>
          </a:xfrm>
          <a:prstGeom prst="parallelogram">
            <a:avLst>
              <a:gd name="adj" fmla="val 86333"/>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6F56AF06-EA41-E0A6-1FC0-C3A4BF50CBF6}"/>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550168" y="6345336"/>
            <a:ext cx="1584000" cy="359999"/>
          </a:xfrm>
          <a:prstGeom prst="rect">
            <a:avLst/>
          </a:prstGeom>
        </p:spPr>
      </p:pic>
    </p:spTree>
    <p:extLst>
      <p:ext uri="{BB962C8B-B14F-4D97-AF65-F5344CB8AC3E}">
        <p14:creationId xmlns:p14="http://schemas.microsoft.com/office/powerpoint/2010/main" val="2513343905"/>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71" r:id="rId4"/>
    <p:sldLayoutId id="2147483670" r:id="rId5"/>
    <p:sldLayoutId id="2147483672" r:id="rId6"/>
    <p:sldLayoutId id="2147483650" r:id="rId7"/>
    <p:sldLayoutId id="2147483651" r:id="rId8"/>
    <p:sldLayoutId id="2147483662" r:id="rId9"/>
    <p:sldLayoutId id="2147483667" r:id="rId10"/>
    <p:sldLayoutId id="2147483665" r:id="rId11"/>
    <p:sldLayoutId id="2147483652" r:id="rId12"/>
    <p:sldLayoutId id="2147483673" r:id="rId13"/>
    <p:sldLayoutId id="2147483680" r:id="rId14"/>
    <p:sldLayoutId id="2147483677" r:id="rId15"/>
    <p:sldLayoutId id="2147483674" r:id="rId16"/>
    <p:sldLayoutId id="2147483675" r:id="rId17"/>
    <p:sldLayoutId id="2147483676" r:id="rId18"/>
    <p:sldLayoutId id="2147483678" r:id="rId19"/>
    <p:sldLayoutId id="2147483679" r:id="rId20"/>
    <p:sldLayoutId id="2147483654" r:id="rId21"/>
    <p:sldLayoutId id="2147483655" r:id="rId22"/>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47E9ED-F17D-458C-AAE0-FDCE4A097B0D}"/>
              </a:ext>
            </a:extLst>
          </p:cNvPr>
          <p:cNvSpPr>
            <a:spLocks noGrp="1"/>
          </p:cNvSpPr>
          <p:nvPr>
            <p:ph type="ctrTitle"/>
          </p:nvPr>
        </p:nvSpPr>
        <p:spPr/>
        <p:txBody>
          <a:bodyPr>
            <a:normAutofit/>
          </a:bodyPr>
          <a:lstStyle/>
          <a:p>
            <a:r>
              <a:rPr lang="en-US" i="1" dirty="0"/>
              <a:t>Mining of Massive Datasets</a:t>
            </a:r>
            <a:endParaRPr lang="de-DE" i="1" dirty="0"/>
          </a:p>
        </p:txBody>
      </p:sp>
      <p:sp>
        <p:nvSpPr>
          <p:cNvPr id="4" name="Datumsplatzhalter 3">
            <a:extLst>
              <a:ext uri="{FF2B5EF4-FFF2-40B4-BE49-F238E27FC236}">
                <a16:creationId xmlns:a16="http://schemas.microsoft.com/office/drawing/2014/main" id="{746D2789-CB22-4652-987C-550F6BDFAFE5}"/>
              </a:ext>
            </a:extLst>
          </p:cNvPr>
          <p:cNvSpPr>
            <a:spLocks noGrp="1"/>
          </p:cNvSpPr>
          <p:nvPr>
            <p:ph type="dt" sz="half" idx="10"/>
          </p:nvPr>
        </p:nvSpPr>
        <p:spPr/>
        <p:txBody>
          <a:bodyPr/>
          <a:lstStyle/>
          <a:p>
            <a:fld id="{EC665923-509A-489E-BB64-D64D0B80B4D6}" type="datetime4">
              <a:rPr lang="de-DE" smtClean="0"/>
              <a:t>23. September 2024</a:t>
            </a:fld>
            <a:endParaRPr lang="de-DE" dirty="0"/>
          </a:p>
        </p:txBody>
      </p:sp>
      <p:sp>
        <p:nvSpPr>
          <p:cNvPr id="11" name="Textplatzhalter 10">
            <a:extLst>
              <a:ext uri="{FF2B5EF4-FFF2-40B4-BE49-F238E27FC236}">
                <a16:creationId xmlns:a16="http://schemas.microsoft.com/office/drawing/2014/main" id="{2C1779E9-8332-4AF8-8222-F07BF9A37C04}"/>
              </a:ext>
            </a:extLst>
          </p:cNvPr>
          <p:cNvSpPr>
            <a:spLocks noGrp="1"/>
          </p:cNvSpPr>
          <p:nvPr>
            <p:ph type="body" sz="quarter" idx="14"/>
          </p:nvPr>
        </p:nvSpPr>
        <p:spPr>
          <a:xfrm>
            <a:off x="551384" y="5373216"/>
            <a:ext cx="4176464" cy="288000"/>
          </a:xfrm>
        </p:spPr>
        <p:txBody>
          <a:bodyPr/>
          <a:lstStyle/>
          <a:p>
            <a:r>
              <a:rPr lang="de-DE" dirty="0"/>
              <a:t>Sotirios Patsos 202450050</a:t>
            </a:r>
          </a:p>
        </p:txBody>
      </p:sp>
      <p:pic>
        <p:nvPicPr>
          <p:cNvPr id="9" name="Bildplatzhalter 8">
            <a:extLst>
              <a:ext uri="{FF2B5EF4-FFF2-40B4-BE49-F238E27FC236}">
                <a16:creationId xmlns:a16="http://schemas.microsoft.com/office/drawing/2014/main" id="{AA5873B9-8741-5532-E454-B1723DA86A9E}"/>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556" t="16550" r="17234" b="872"/>
          <a:stretch/>
        </p:blipFill>
        <p:spPr>
          <a:xfrm>
            <a:off x="4440810" y="1796935"/>
            <a:ext cx="7751190" cy="5061064"/>
          </a:xfrm>
        </p:spPr>
      </p:pic>
      <p:sp>
        <p:nvSpPr>
          <p:cNvPr id="14" name="Untertitel 13">
            <a:extLst>
              <a:ext uri="{FF2B5EF4-FFF2-40B4-BE49-F238E27FC236}">
                <a16:creationId xmlns:a16="http://schemas.microsoft.com/office/drawing/2014/main" id="{4B87C3A8-A7CC-103A-AE15-1B5C36219EAB}"/>
              </a:ext>
            </a:extLst>
          </p:cNvPr>
          <p:cNvSpPr>
            <a:spLocks noGrp="1"/>
          </p:cNvSpPr>
          <p:nvPr>
            <p:ph type="subTitle" idx="1"/>
          </p:nvPr>
        </p:nvSpPr>
        <p:spPr/>
        <p:txBody>
          <a:bodyPr/>
          <a:lstStyle/>
          <a:p>
            <a:r>
              <a:rPr lang="en-US" dirty="0"/>
              <a:t>Summary Chapter 1.1. and 1.2.</a:t>
            </a:r>
            <a:endParaRPr lang="de-DE" dirty="0"/>
          </a:p>
        </p:txBody>
      </p:sp>
    </p:spTree>
    <p:extLst>
      <p:ext uri="{BB962C8B-B14F-4D97-AF65-F5344CB8AC3E}">
        <p14:creationId xmlns:p14="http://schemas.microsoft.com/office/powerpoint/2010/main" val="4074788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D9DE7D2C-96AE-44F1-847D-E4B481E27DA9}"/>
              </a:ext>
            </a:extLst>
          </p:cNvPr>
          <p:cNvSpPr>
            <a:spLocks noGrp="1"/>
          </p:cNvSpPr>
          <p:nvPr>
            <p:ph type="title"/>
          </p:nvPr>
        </p:nvSpPr>
        <p:spPr/>
        <p:txBody>
          <a:bodyPr/>
          <a:lstStyle/>
          <a:p>
            <a:r>
              <a:rPr lang="de-DE" dirty="0"/>
              <a:t>Agenda</a:t>
            </a:r>
          </a:p>
        </p:txBody>
      </p:sp>
      <p:sp>
        <p:nvSpPr>
          <p:cNvPr id="3" name="Inhaltsplatzhalter 2">
            <a:extLst>
              <a:ext uri="{FF2B5EF4-FFF2-40B4-BE49-F238E27FC236}">
                <a16:creationId xmlns:a16="http://schemas.microsoft.com/office/drawing/2014/main" id="{01CF1396-C05B-413C-9603-CD91C2D59EBF}"/>
              </a:ext>
            </a:extLst>
          </p:cNvPr>
          <p:cNvSpPr>
            <a:spLocks noGrp="1"/>
          </p:cNvSpPr>
          <p:nvPr>
            <p:ph idx="1"/>
          </p:nvPr>
        </p:nvSpPr>
        <p:spPr/>
        <p:txBody>
          <a:bodyPr/>
          <a:lstStyle/>
          <a:p>
            <a:r>
              <a:rPr lang="de-DE" sz="1600" dirty="0" err="1"/>
              <a:t>Introduction</a:t>
            </a:r>
            <a:endParaRPr lang="de-DE" sz="1600" dirty="0"/>
          </a:p>
          <a:p>
            <a:pPr>
              <a:lnSpc>
                <a:spcPct val="100000"/>
              </a:lnSpc>
            </a:pPr>
            <a:r>
              <a:rPr lang="de-DE" sz="1600" dirty="0"/>
              <a:t>1.1. </a:t>
            </a:r>
            <a:r>
              <a:rPr lang="de-DE" sz="1600" dirty="0" err="1"/>
              <a:t>What</a:t>
            </a:r>
            <a:r>
              <a:rPr lang="de-DE" sz="1600" dirty="0"/>
              <a:t> </a:t>
            </a:r>
            <a:r>
              <a:rPr lang="de-DE" sz="1600" dirty="0" err="1"/>
              <a:t>is</a:t>
            </a:r>
            <a:r>
              <a:rPr lang="de-DE" sz="1600" dirty="0"/>
              <a:t> Data Mining?</a:t>
            </a:r>
          </a:p>
          <a:p>
            <a:pPr lvl="1">
              <a:lnSpc>
                <a:spcPct val="150000"/>
              </a:lnSpc>
            </a:pPr>
            <a:r>
              <a:rPr lang="en-US" sz="1600" b="1" dirty="0"/>
              <a:t>1.1.1. Modeling</a:t>
            </a:r>
            <a:br>
              <a:rPr lang="en-US" sz="1600" b="1" dirty="0"/>
            </a:br>
            <a:r>
              <a:rPr lang="en-US" sz="1600" b="1" dirty="0"/>
              <a:t>1.1.2. Statistical Modeling</a:t>
            </a:r>
            <a:br>
              <a:rPr lang="en-US" sz="1600" b="1" dirty="0"/>
            </a:br>
            <a:r>
              <a:rPr lang="en-US" sz="1600" b="1" dirty="0"/>
              <a:t>1.1.3. Machine Learning</a:t>
            </a:r>
            <a:br>
              <a:rPr lang="en-US" sz="1600" b="1" dirty="0"/>
            </a:br>
            <a:r>
              <a:rPr lang="en-US" sz="1600" b="1" dirty="0"/>
              <a:t>1.1.4. Computational Approaches</a:t>
            </a:r>
            <a:br>
              <a:rPr lang="en-US" sz="1600" b="1" dirty="0"/>
            </a:br>
            <a:r>
              <a:rPr lang="en-US" sz="1600" b="1" dirty="0"/>
              <a:t>1.1.5. Summarization</a:t>
            </a:r>
            <a:br>
              <a:rPr lang="en-US" sz="1600" b="1" dirty="0"/>
            </a:br>
            <a:r>
              <a:rPr lang="en-US" sz="1600" b="1" dirty="0"/>
              <a:t>1.1.6. Feature Extraction</a:t>
            </a:r>
            <a:endParaRPr lang="de-DE" sz="1600" b="1" dirty="0"/>
          </a:p>
          <a:p>
            <a:r>
              <a:rPr lang="de-DE" sz="1600" dirty="0"/>
              <a:t>1.2. Statistical Limits </a:t>
            </a:r>
            <a:r>
              <a:rPr lang="de-DE" sz="1600" dirty="0" err="1"/>
              <a:t>of</a:t>
            </a:r>
            <a:r>
              <a:rPr lang="de-DE" sz="1600" dirty="0"/>
              <a:t> Data Mining</a:t>
            </a:r>
          </a:p>
          <a:p>
            <a:r>
              <a:rPr lang="de-DE" sz="1600" dirty="0" err="1"/>
              <a:t>Conclusion</a:t>
            </a:r>
            <a:endParaRPr lang="de-DE" sz="1600" dirty="0"/>
          </a:p>
        </p:txBody>
      </p:sp>
      <p:sp>
        <p:nvSpPr>
          <p:cNvPr id="4" name="Datumsplatzhalter 3">
            <a:extLst>
              <a:ext uri="{FF2B5EF4-FFF2-40B4-BE49-F238E27FC236}">
                <a16:creationId xmlns:a16="http://schemas.microsoft.com/office/drawing/2014/main" id="{4311AAD2-A377-4788-9F24-A5FAA9110922}"/>
              </a:ext>
            </a:extLst>
          </p:cNvPr>
          <p:cNvSpPr>
            <a:spLocks noGrp="1"/>
          </p:cNvSpPr>
          <p:nvPr>
            <p:ph type="dt" sz="half" idx="10"/>
          </p:nvPr>
        </p:nvSpPr>
        <p:spPr/>
        <p:txBody>
          <a:bodyPr/>
          <a:lstStyle/>
          <a:p>
            <a:fld id="{E7801153-18FB-42EE-9E09-927B8A3F6207}" type="datetime4">
              <a:rPr lang="de-DE" smtClean="0"/>
              <a:t>23. September 2024</a:t>
            </a:fld>
            <a:endParaRPr lang="de-DE"/>
          </a:p>
        </p:txBody>
      </p:sp>
      <p:sp>
        <p:nvSpPr>
          <p:cNvPr id="5" name="Fußzeilenplatzhalter 4">
            <a:extLst>
              <a:ext uri="{FF2B5EF4-FFF2-40B4-BE49-F238E27FC236}">
                <a16:creationId xmlns:a16="http://schemas.microsoft.com/office/drawing/2014/main" id="{5D541AEE-FFA8-484C-90C4-C4C4A605E3E3}"/>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22" name="Foliennummernplatzhalter 21">
            <a:extLst>
              <a:ext uri="{FF2B5EF4-FFF2-40B4-BE49-F238E27FC236}">
                <a16:creationId xmlns:a16="http://schemas.microsoft.com/office/drawing/2014/main" id="{1919BEDB-ECA1-4384-995C-7EC776077A43}"/>
              </a:ext>
            </a:extLst>
          </p:cNvPr>
          <p:cNvSpPr>
            <a:spLocks noGrp="1"/>
          </p:cNvSpPr>
          <p:nvPr>
            <p:ph type="sldNum" sz="quarter" idx="12"/>
          </p:nvPr>
        </p:nvSpPr>
        <p:spPr/>
        <p:txBody>
          <a:bodyPr/>
          <a:lstStyle/>
          <a:p>
            <a:fld id="{2155E1C8-C15B-4C47-AD9F-B8F50D129449}" type="slidenum">
              <a:rPr lang="de-DE" smtClean="0"/>
              <a:pPr/>
              <a:t>2</a:t>
            </a:fld>
            <a:endParaRPr lang="de-DE"/>
          </a:p>
        </p:txBody>
      </p:sp>
      <p:sp>
        <p:nvSpPr>
          <p:cNvPr id="14" name="Textplatzhalter 13">
            <a:extLst>
              <a:ext uri="{FF2B5EF4-FFF2-40B4-BE49-F238E27FC236}">
                <a16:creationId xmlns:a16="http://schemas.microsoft.com/office/drawing/2014/main" id="{335A7436-50D1-40CF-BCAE-6533F7C6C87B}"/>
              </a:ext>
            </a:extLst>
          </p:cNvPr>
          <p:cNvSpPr>
            <a:spLocks noGrp="1"/>
          </p:cNvSpPr>
          <p:nvPr>
            <p:ph type="body" sz="quarter" idx="13"/>
          </p:nvPr>
        </p:nvSpPr>
        <p:spPr/>
        <p:txBody>
          <a:bodyPr/>
          <a:lstStyle/>
          <a:p>
            <a:r>
              <a:rPr lang="de-DE" dirty="0"/>
              <a:t>Chapter 1</a:t>
            </a:r>
          </a:p>
        </p:txBody>
      </p:sp>
    </p:spTree>
    <p:extLst>
      <p:ext uri="{BB962C8B-B14F-4D97-AF65-F5344CB8AC3E}">
        <p14:creationId xmlns:p14="http://schemas.microsoft.com/office/powerpoint/2010/main" val="3993131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82BAD3-10BA-62CB-2F8F-19F72B493B70}"/>
              </a:ext>
            </a:extLst>
          </p:cNvPr>
          <p:cNvSpPr>
            <a:spLocks noGrp="1"/>
          </p:cNvSpPr>
          <p:nvPr>
            <p:ph type="title"/>
          </p:nvPr>
        </p:nvSpPr>
        <p:spPr/>
        <p:txBody>
          <a:bodyPr/>
          <a:lstStyle/>
          <a:p>
            <a:r>
              <a:rPr lang="de-DE" dirty="0" err="1"/>
              <a:t>Introduction</a:t>
            </a:r>
            <a:endParaRPr lang="de-DE" dirty="0"/>
          </a:p>
        </p:txBody>
      </p:sp>
    </p:spTree>
    <p:extLst>
      <p:ext uri="{BB962C8B-B14F-4D97-AF65-F5344CB8AC3E}">
        <p14:creationId xmlns:p14="http://schemas.microsoft.com/office/powerpoint/2010/main" val="2478151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Data Mining, Big Data, Data Science, …</a:t>
            </a:r>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a:xfrm>
            <a:off x="551384" y="1350961"/>
            <a:ext cx="11088000" cy="1062252"/>
          </a:xfrm>
        </p:spPr>
        <p:txBody>
          <a:bodyPr/>
          <a:lstStyle/>
          <a:p>
            <a:r>
              <a:rPr lang="en-US" b="1" dirty="0"/>
              <a:t>Data mining </a:t>
            </a:r>
            <a:r>
              <a:rPr lang="en-US" dirty="0"/>
              <a:t>originated in the 1990s and has evolved into terms such as </a:t>
            </a:r>
            <a:r>
              <a:rPr lang="en-US" b="1" dirty="0"/>
              <a:t>big data </a:t>
            </a:r>
            <a:r>
              <a:rPr lang="en-US" dirty="0"/>
              <a:t>and </a:t>
            </a:r>
            <a:r>
              <a:rPr lang="en-US" b="1" dirty="0"/>
              <a:t>data science.</a:t>
            </a:r>
            <a:r>
              <a:rPr lang="en-US" dirty="0"/>
              <a:t> </a:t>
            </a:r>
          </a:p>
          <a:p>
            <a:endParaRPr lang="en-US"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4</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de-DE" dirty="0" err="1"/>
              <a:t>Introduction</a:t>
            </a:r>
            <a:endParaRPr lang="de-DE" dirty="0"/>
          </a:p>
        </p:txBody>
      </p:sp>
      <p:sp>
        <p:nvSpPr>
          <p:cNvPr id="2" name="Ellipse 1">
            <a:extLst>
              <a:ext uri="{FF2B5EF4-FFF2-40B4-BE49-F238E27FC236}">
                <a16:creationId xmlns:a16="http://schemas.microsoft.com/office/drawing/2014/main" id="{B9BB94AF-0368-CD3C-F5B0-654C9BD60F35}"/>
              </a:ext>
            </a:extLst>
          </p:cNvPr>
          <p:cNvSpPr/>
          <p:nvPr/>
        </p:nvSpPr>
        <p:spPr>
          <a:xfrm>
            <a:off x="6748499" y="3409183"/>
            <a:ext cx="2160000" cy="2160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3600" b="1" dirty="0">
                <a:solidFill>
                  <a:schemeClr val="tx1"/>
                </a:solidFill>
              </a:rPr>
              <a:t>Data Mining</a:t>
            </a:r>
          </a:p>
        </p:txBody>
      </p:sp>
      <p:sp>
        <p:nvSpPr>
          <p:cNvPr id="8" name="Ellipse 7">
            <a:extLst>
              <a:ext uri="{FF2B5EF4-FFF2-40B4-BE49-F238E27FC236}">
                <a16:creationId xmlns:a16="http://schemas.microsoft.com/office/drawing/2014/main" id="{399C1760-3320-E88C-BFB1-11E8B0A86663}"/>
              </a:ext>
            </a:extLst>
          </p:cNvPr>
          <p:cNvSpPr/>
          <p:nvPr/>
        </p:nvSpPr>
        <p:spPr>
          <a:xfrm>
            <a:off x="5225890" y="1991462"/>
            <a:ext cx="3942854" cy="3942854"/>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3600" b="1" dirty="0">
                <a:solidFill>
                  <a:schemeClr val="tx1"/>
                </a:solidFill>
              </a:rPr>
              <a:t>Data Science</a:t>
            </a:r>
          </a:p>
        </p:txBody>
      </p:sp>
      <p:sp>
        <p:nvSpPr>
          <p:cNvPr id="9" name="Ellipse 8">
            <a:extLst>
              <a:ext uri="{FF2B5EF4-FFF2-40B4-BE49-F238E27FC236}">
                <a16:creationId xmlns:a16="http://schemas.microsoft.com/office/drawing/2014/main" id="{3629A45C-16D7-C75E-94E0-C9A54C70AFDF}"/>
              </a:ext>
            </a:extLst>
          </p:cNvPr>
          <p:cNvSpPr/>
          <p:nvPr/>
        </p:nvSpPr>
        <p:spPr>
          <a:xfrm>
            <a:off x="2741672" y="2879638"/>
            <a:ext cx="2160000" cy="2160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3600" b="1" dirty="0">
                <a:solidFill>
                  <a:schemeClr val="tx1"/>
                </a:solidFill>
              </a:rPr>
              <a:t>Big Data</a:t>
            </a:r>
          </a:p>
        </p:txBody>
      </p:sp>
      <p:sp>
        <p:nvSpPr>
          <p:cNvPr id="16" name="Textfeld 15">
            <a:extLst>
              <a:ext uri="{FF2B5EF4-FFF2-40B4-BE49-F238E27FC236}">
                <a16:creationId xmlns:a16="http://schemas.microsoft.com/office/drawing/2014/main" id="{DCEE3ED1-DFA2-F926-785A-5D7FE234E226}"/>
              </a:ext>
            </a:extLst>
          </p:cNvPr>
          <p:cNvSpPr txBox="1"/>
          <p:nvPr/>
        </p:nvSpPr>
        <p:spPr>
          <a:xfrm>
            <a:off x="177794" y="2722276"/>
            <a:ext cx="2523960" cy="3231654"/>
          </a:xfrm>
          <a:prstGeom prst="rect">
            <a:avLst/>
          </a:prstGeom>
          <a:noFill/>
        </p:spPr>
        <p:txBody>
          <a:bodyPr wrap="square">
            <a:spAutoFit/>
          </a:bodyPr>
          <a:lstStyle/>
          <a:p>
            <a:r>
              <a:rPr lang="en-US" sz="1200" dirty="0"/>
              <a:t>Big data refers to the massive volume of information collected by organizations, which is difficult to manage using traditional tools. It involves analyzing these large datasets to uncover patterns and insights that improve decision-making. Big data can be structured, unstructured, or semi-structured.</a:t>
            </a:r>
          </a:p>
          <a:p>
            <a:endParaRPr lang="en-US" sz="1200" dirty="0"/>
          </a:p>
          <a:p>
            <a:r>
              <a:rPr lang="en-US" sz="1200" dirty="0"/>
              <a:t>The three V’s:</a:t>
            </a:r>
          </a:p>
          <a:p>
            <a:pPr marL="228600" indent="-228600">
              <a:buFont typeface="+mj-lt"/>
              <a:buAutoNum type="arabicPeriod"/>
            </a:pPr>
            <a:r>
              <a:rPr lang="de-DE" sz="1200" dirty="0"/>
              <a:t>Volume </a:t>
            </a:r>
          </a:p>
          <a:p>
            <a:pPr marL="228600" indent="-228600">
              <a:buFont typeface="+mj-lt"/>
              <a:buAutoNum type="arabicPeriod"/>
            </a:pPr>
            <a:r>
              <a:rPr lang="de-DE" sz="1200" dirty="0"/>
              <a:t>Velocity </a:t>
            </a:r>
          </a:p>
          <a:p>
            <a:pPr marL="228600" indent="-228600">
              <a:buFont typeface="+mj-lt"/>
              <a:buAutoNum type="arabicPeriod"/>
            </a:pPr>
            <a:r>
              <a:rPr lang="de-DE" sz="1200" dirty="0"/>
              <a:t>Variety</a:t>
            </a:r>
          </a:p>
          <a:p>
            <a:pPr marL="228600" indent="-228600">
              <a:buFont typeface="+mj-lt"/>
              <a:buAutoNum type="arabicPeriod"/>
            </a:pPr>
            <a:endParaRPr lang="de-DE" sz="1200" dirty="0"/>
          </a:p>
          <a:p>
            <a:r>
              <a:rPr lang="de-DE" sz="1200" b="1" dirty="0"/>
              <a:t>Focus: </a:t>
            </a:r>
            <a:r>
              <a:rPr lang="en-US" sz="1200" b="1" dirty="0"/>
              <a:t>Handling large amounts of data</a:t>
            </a:r>
            <a:endParaRPr lang="de-DE" sz="1200" b="1" dirty="0"/>
          </a:p>
        </p:txBody>
      </p:sp>
      <p:sp>
        <p:nvSpPr>
          <p:cNvPr id="19" name="Textfeld 18">
            <a:extLst>
              <a:ext uri="{FF2B5EF4-FFF2-40B4-BE49-F238E27FC236}">
                <a16:creationId xmlns:a16="http://schemas.microsoft.com/office/drawing/2014/main" id="{D5B411D8-6F8E-C09E-B6AA-82070A9BAE0B}"/>
              </a:ext>
            </a:extLst>
          </p:cNvPr>
          <p:cNvSpPr txBox="1"/>
          <p:nvPr/>
        </p:nvSpPr>
        <p:spPr>
          <a:xfrm>
            <a:off x="9247973" y="1991462"/>
            <a:ext cx="2783531" cy="1938992"/>
          </a:xfrm>
          <a:prstGeom prst="rect">
            <a:avLst/>
          </a:prstGeom>
          <a:noFill/>
        </p:spPr>
        <p:txBody>
          <a:bodyPr wrap="square">
            <a:spAutoFit/>
          </a:bodyPr>
          <a:lstStyle/>
          <a:p>
            <a:r>
              <a:rPr lang="en-US" sz="1200" dirty="0"/>
              <a:t>Data science involves the purification, preparation, and analysis of large datasets. Data scientists collect information from various sources and apply AI, data modeling, and sentiment analysis to extract valuable insights. These insights help inform critical business decisions by offering accurate predictions.</a:t>
            </a:r>
          </a:p>
          <a:p>
            <a:r>
              <a:rPr lang="en-US" sz="1200" b="1" dirty="0"/>
              <a:t>Focus: </a:t>
            </a:r>
            <a:r>
              <a:rPr lang="de-DE" sz="1200" b="1" dirty="0"/>
              <a:t>Extract </a:t>
            </a:r>
            <a:r>
              <a:rPr lang="de-DE" sz="1200" b="1" dirty="0" err="1"/>
              <a:t>insights</a:t>
            </a:r>
            <a:r>
              <a:rPr lang="de-DE" sz="1200" b="1" dirty="0"/>
              <a:t> </a:t>
            </a:r>
            <a:r>
              <a:rPr lang="de-DE" sz="1200" b="1" dirty="0" err="1"/>
              <a:t>from</a:t>
            </a:r>
            <a:r>
              <a:rPr lang="de-DE" sz="1200" b="1" dirty="0"/>
              <a:t> </a:t>
            </a:r>
            <a:r>
              <a:rPr lang="de-DE" sz="1200" b="1" dirty="0" err="1"/>
              <a:t>data</a:t>
            </a:r>
            <a:endParaRPr lang="de-DE" sz="1200" b="1" dirty="0"/>
          </a:p>
        </p:txBody>
      </p:sp>
      <p:sp>
        <p:nvSpPr>
          <p:cNvPr id="21" name="Textfeld 20">
            <a:extLst>
              <a:ext uri="{FF2B5EF4-FFF2-40B4-BE49-F238E27FC236}">
                <a16:creationId xmlns:a16="http://schemas.microsoft.com/office/drawing/2014/main" id="{55BC1BC5-0489-5252-C6F2-72226B7AD04A}"/>
              </a:ext>
            </a:extLst>
          </p:cNvPr>
          <p:cNvSpPr txBox="1"/>
          <p:nvPr/>
        </p:nvSpPr>
        <p:spPr>
          <a:xfrm>
            <a:off x="9247972" y="4266185"/>
            <a:ext cx="2783531" cy="1938992"/>
          </a:xfrm>
          <a:prstGeom prst="rect">
            <a:avLst/>
          </a:prstGeom>
          <a:noFill/>
        </p:spPr>
        <p:txBody>
          <a:bodyPr wrap="square">
            <a:spAutoFit/>
          </a:bodyPr>
          <a:lstStyle/>
          <a:p>
            <a:r>
              <a:rPr lang="en-US" sz="1200" dirty="0"/>
              <a:t>Data mining is the process of collecting, analyzing, and searching for patterns in large datasets to extract valuable insights. It involves using algorithms and statistical methods to identify trends, relationships, and patterns in structured and unstructured data. These insights help inform decision-making across various industries.</a:t>
            </a:r>
          </a:p>
          <a:p>
            <a:r>
              <a:rPr lang="de-DE" sz="1200" b="1" dirty="0"/>
              <a:t>Focus: Pattern </a:t>
            </a:r>
            <a:r>
              <a:rPr lang="de-DE" sz="1200" b="1" dirty="0" err="1"/>
              <a:t>recognition</a:t>
            </a:r>
            <a:r>
              <a:rPr lang="de-DE" sz="1200" b="1" dirty="0"/>
              <a:t> in </a:t>
            </a:r>
            <a:r>
              <a:rPr lang="de-DE" sz="1200" b="1" dirty="0" err="1"/>
              <a:t>data</a:t>
            </a:r>
            <a:endParaRPr lang="de-DE" sz="1200" b="1" dirty="0"/>
          </a:p>
        </p:txBody>
      </p:sp>
      <p:cxnSp>
        <p:nvCxnSpPr>
          <p:cNvPr id="10" name="Gerade Verbindung mit Pfeil 9">
            <a:extLst>
              <a:ext uri="{FF2B5EF4-FFF2-40B4-BE49-F238E27FC236}">
                <a16:creationId xmlns:a16="http://schemas.microsoft.com/office/drawing/2014/main" id="{CC5B1FE6-1DFA-7795-954E-EDA925EC086D}"/>
              </a:ext>
            </a:extLst>
          </p:cNvPr>
          <p:cNvCxnSpPr>
            <a:stCxn id="9" idx="6"/>
            <a:endCxn id="8" idx="2"/>
          </p:cNvCxnSpPr>
          <p:nvPr/>
        </p:nvCxnSpPr>
        <p:spPr>
          <a:xfrm>
            <a:off x="4901672" y="3959638"/>
            <a:ext cx="324218" cy="32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EFB726D6-8448-3E74-0238-734F44DA1139}"/>
              </a:ext>
            </a:extLst>
          </p:cNvPr>
          <p:cNvCxnSpPr/>
          <p:nvPr/>
        </p:nvCxnSpPr>
        <p:spPr>
          <a:xfrm>
            <a:off x="2741672" y="3000421"/>
            <a:ext cx="95422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37727BAF-A11B-7C98-BE0F-AE13307CE44D}"/>
              </a:ext>
            </a:extLst>
          </p:cNvPr>
          <p:cNvCxnSpPr/>
          <p:nvPr/>
        </p:nvCxnSpPr>
        <p:spPr>
          <a:xfrm>
            <a:off x="8254437" y="2505772"/>
            <a:ext cx="95422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04E34CE0-CD75-E0E1-1431-D061393ECBA2}"/>
              </a:ext>
            </a:extLst>
          </p:cNvPr>
          <p:cNvCxnSpPr/>
          <p:nvPr/>
        </p:nvCxnSpPr>
        <p:spPr>
          <a:xfrm>
            <a:off x="8293747" y="4467368"/>
            <a:ext cx="95422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147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1049CD5B-E723-4D8D-B2E6-FCE1736FCF84}"/>
              </a:ext>
            </a:extLst>
          </p:cNvPr>
          <p:cNvSpPr>
            <a:spLocks noGrp="1"/>
          </p:cNvSpPr>
          <p:nvPr>
            <p:ph type="body" idx="1"/>
          </p:nvPr>
        </p:nvSpPr>
        <p:spPr/>
        <p:txBody>
          <a:bodyPr/>
          <a:lstStyle/>
          <a:p>
            <a:r>
              <a:rPr lang="de-DE" sz="20000" dirty="0"/>
              <a:t>1.1.</a:t>
            </a:r>
          </a:p>
        </p:txBody>
      </p:sp>
      <p:sp>
        <p:nvSpPr>
          <p:cNvPr id="4" name="Datumsplatzhalter 3">
            <a:extLst>
              <a:ext uri="{FF2B5EF4-FFF2-40B4-BE49-F238E27FC236}">
                <a16:creationId xmlns:a16="http://schemas.microsoft.com/office/drawing/2014/main" id="{FEA69D48-1EAD-470A-ADA2-6F6972B2DFBF}"/>
              </a:ext>
            </a:extLst>
          </p:cNvPr>
          <p:cNvSpPr>
            <a:spLocks noGrp="1"/>
          </p:cNvSpPr>
          <p:nvPr>
            <p:ph type="dt" sz="half" idx="4294967295"/>
          </p:nvPr>
        </p:nvSpPr>
        <p:spPr>
          <a:xfrm>
            <a:off x="9840416" y="6453352"/>
            <a:ext cx="1512000" cy="144000"/>
          </a:xfrm>
        </p:spPr>
        <p:txBody>
          <a:bodyPr/>
          <a:lstStyle/>
          <a:p>
            <a:fld id="{00F9623D-79E9-4D5B-B8C6-1C844C247352}" type="datetime4">
              <a:rPr lang="de-DE" smtClean="0"/>
              <a:t>23. September 2024</a:t>
            </a:fld>
            <a:endParaRPr lang="de-DE"/>
          </a:p>
        </p:txBody>
      </p:sp>
      <p:sp>
        <p:nvSpPr>
          <p:cNvPr id="12" name="Titel 11">
            <a:extLst>
              <a:ext uri="{FF2B5EF4-FFF2-40B4-BE49-F238E27FC236}">
                <a16:creationId xmlns:a16="http://schemas.microsoft.com/office/drawing/2014/main" id="{6FA59E97-D43B-4E8F-9BEA-811902F7CAA0}"/>
              </a:ext>
            </a:extLst>
          </p:cNvPr>
          <p:cNvSpPr>
            <a:spLocks noGrp="1"/>
          </p:cNvSpPr>
          <p:nvPr>
            <p:ph type="title"/>
          </p:nvPr>
        </p:nvSpPr>
        <p:spPr/>
        <p:txBody>
          <a:bodyPr/>
          <a:lstStyle/>
          <a:p>
            <a:r>
              <a:rPr lang="de-DE" dirty="0" err="1"/>
              <a:t>What</a:t>
            </a:r>
            <a:r>
              <a:rPr lang="de-DE" dirty="0"/>
              <a:t> </a:t>
            </a:r>
            <a:r>
              <a:rPr lang="de-DE" dirty="0" err="1"/>
              <a:t>is</a:t>
            </a:r>
            <a:r>
              <a:rPr lang="de-DE" dirty="0"/>
              <a:t> Data Mining</a:t>
            </a:r>
          </a:p>
        </p:txBody>
      </p:sp>
    </p:spTree>
    <p:extLst>
      <p:ext uri="{BB962C8B-B14F-4D97-AF65-F5344CB8AC3E}">
        <p14:creationId xmlns:p14="http://schemas.microsoft.com/office/powerpoint/2010/main" val="525106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1.1.1. Modeling</a:t>
            </a:r>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a:xfrm>
            <a:off x="551384" y="1701296"/>
            <a:ext cx="11088000" cy="1292662"/>
          </a:xfrm>
        </p:spPr>
        <p:txBody>
          <a:bodyPr/>
          <a:lstStyle/>
          <a:p>
            <a:r>
              <a:rPr lang="en-US" dirty="0"/>
              <a:t>Data mining often involves creating a model from data, usually through machine learning, but it can also be algorithmic without modeling. For example, detecting phishing emails through word-weight modeling helps create a simple algorithm to flag suspicious emails.</a:t>
            </a:r>
          </a:p>
          <a:p>
            <a:endParaRPr lang="en-US"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6</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de-DE" dirty="0" err="1"/>
              <a:t>What</a:t>
            </a:r>
            <a:r>
              <a:rPr lang="de-DE" dirty="0"/>
              <a:t> </a:t>
            </a:r>
            <a:r>
              <a:rPr lang="de-DE" dirty="0" err="1"/>
              <a:t>is</a:t>
            </a:r>
            <a:r>
              <a:rPr lang="de-DE" dirty="0"/>
              <a:t> Data Mining</a:t>
            </a:r>
          </a:p>
        </p:txBody>
      </p:sp>
      <p:sp>
        <p:nvSpPr>
          <p:cNvPr id="2" name="Ellipse 1">
            <a:extLst>
              <a:ext uri="{FF2B5EF4-FFF2-40B4-BE49-F238E27FC236}">
                <a16:creationId xmlns:a16="http://schemas.microsoft.com/office/drawing/2014/main" id="{A4645B6B-BBB5-A2E6-470F-B299CE658DBF}"/>
              </a:ext>
            </a:extLst>
          </p:cNvPr>
          <p:cNvSpPr/>
          <p:nvPr/>
        </p:nvSpPr>
        <p:spPr>
          <a:xfrm>
            <a:off x="1487488" y="3372317"/>
            <a:ext cx="1872208" cy="1872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Data Mining</a:t>
            </a:r>
          </a:p>
        </p:txBody>
      </p:sp>
      <p:cxnSp>
        <p:nvCxnSpPr>
          <p:cNvPr id="8" name="Gerade Verbindung mit Pfeil 7">
            <a:extLst>
              <a:ext uri="{FF2B5EF4-FFF2-40B4-BE49-F238E27FC236}">
                <a16:creationId xmlns:a16="http://schemas.microsoft.com/office/drawing/2014/main" id="{0D073EA6-ECEF-BF47-57D9-8A72784671AA}"/>
              </a:ext>
            </a:extLst>
          </p:cNvPr>
          <p:cNvCxnSpPr>
            <a:cxnSpLocks/>
            <a:stCxn id="2" idx="6"/>
            <a:endCxn id="12" idx="1"/>
          </p:cNvCxnSpPr>
          <p:nvPr/>
        </p:nvCxnSpPr>
        <p:spPr>
          <a:xfrm flipV="1">
            <a:off x="3359696" y="3432950"/>
            <a:ext cx="3384376" cy="875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28B7C2F6-66B8-3203-38AC-83F685564BB2}"/>
              </a:ext>
            </a:extLst>
          </p:cNvPr>
          <p:cNvCxnSpPr>
            <a:cxnSpLocks/>
            <a:stCxn id="2" idx="6"/>
            <a:endCxn id="13" idx="1"/>
          </p:cNvCxnSpPr>
          <p:nvPr/>
        </p:nvCxnSpPr>
        <p:spPr>
          <a:xfrm>
            <a:off x="3359696" y="4308421"/>
            <a:ext cx="3384374" cy="843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0FB30F39-4FF6-C3A8-5060-9900E312652F}"/>
              </a:ext>
            </a:extLst>
          </p:cNvPr>
          <p:cNvSpPr txBox="1"/>
          <p:nvPr/>
        </p:nvSpPr>
        <p:spPr>
          <a:xfrm>
            <a:off x="6744072" y="3017451"/>
            <a:ext cx="3744416" cy="830997"/>
          </a:xfrm>
          <a:prstGeom prst="rect">
            <a:avLst/>
          </a:prstGeom>
          <a:noFill/>
        </p:spPr>
        <p:txBody>
          <a:bodyPr wrap="square" rtlCol="0">
            <a:spAutoFit/>
          </a:bodyPr>
          <a:lstStyle/>
          <a:p>
            <a:r>
              <a:rPr lang="de-DE" sz="1200" b="1" dirty="0"/>
              <a:t>Statistical Modelling </a:t>
            </a:r>
            <a:r>
              <a:rPr lang="en-US" sz="1200" dirty="0"/>
              <a:t>involves the use of mathematical equations to represent relationships between variables in data, often assuming underlying distributions and focusing on inference and prediction.</a:t>
            </a:r>
            <a:endParaRPr lang="de-DE" sz="1200" dirty="0"/>
          </a:p>
        </p:txBody>
      </p:sp>
      <p:sp>
        <p:nvSpPr>
          <p:cNvPr id="13" name="Textfeld 12">
            <a:extLst>
              <a:ext uri="{FF2B5EF4-FFF2-40B4-BE49-F238E27FC236}">
                <a16:creationId xmlns:a16="http://schemas.microsoft.com/office/drawing/2014/main" id="{746ED750-D271-D050-9EA6-D7EC5E1E5440}"/>
              </a:ext>
            </a:extLst>
          </p:cNvPr>
          <p:cNvSpPr txBox="1"/>
          <p:nvPr/>
        </p:nvSpPr>
        <p:spPr>
          <a:xfrm>
            <a:off x="6744070" y="4736694"/>
            <a:ext cx="3384377" cy="830997"/>
          </a:xfrm>
          <a:prstGeom prst="rect">
            <a:avLst/>
          </a:prstGeom>
          <a:noFill/>
        </p:spPr>
        <p:txBody>
          <a:bodyPr wrap="square" rtlCol="0">
            <a:spAutoFit/>
          </a:bodyPr>
          <a:lstStyle/>
          <a:p>
            <a:r>
              <a:rPr lang="en-US" sz="1200" b="1" dirty="0"/>
              <a:t>Algorithmic </a:t>
            </a:r>
            <a:r>
              <a:rPr lang="en-US" sz="1200" dirty="0"/>
              <a:t>approaches focus on step-by-step procedures, often data-driven, but without predefined models, such as using rules or heuristics to make decision.</a:t>
            </a:r>
            <a:endParaRPr lang="de-DE" sz="1200" dirty="0"/>
          </a:p>
        </p:txBody>
      </p:sp>
    </p:spTree>
    <p:extLst>
      <p:ext uri="{BB962C8B-B14F-4D97-AF65-F5344CB8AC3E}">
        <p14:creationId xmlns:p14="http://schemas.microsoft.com/office/powerpoint/2010/main" val="3368085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1.1.2. Statistical Modeling</a:t>
            </a:r>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p:txBody>
          <a:bodyPr/>
          <a:lstStyle/>
          <a:p>
            <a:r>
              <a:rPr lang="en-US" dirty="0"/>
              <a:t>Statisticians first used data mining negatively, referring to misleading interpretation of data. Now it refers to the construction of a statistical model to represent data sets.</a:t>
            </a:r>
          </a:p>
          <a:p>
            <a:endParaRPr lang="en-US" dirty="0"/>
          </a:p>
          <a:p>
            <a:r>
              <a:rPr lang="en-US" dirty="0"/>
              <a:t>Some statistical approaches  that are very common in Data Science are:</a:t>
            </a:r>
          </a:p>
          <a:p>
            <a:endParaRPr lang="en-US" dirty="0"/>
          </a:p>
          <a:p>
            <a:pPr marL="342900" indent="-342900">
              <a:buFont typeface="Arial" panose="020B0604020202020204" pitchFamily="34" charset="0"/>
              <a:buChar char="•"/>
            </a:pPr>
            <a:r>
              <a:rPr lang="en-US" b="1" dirty="0"/>
              <a:t>Linear Regression</a:t>
            </a:r>
            <a:r>
              <a:rPr lang="en-US" dirty="0"/>
              <a:t>: Models the relationship between a dependent variable and one or more independent variables. </a:t>
            </a:r>
          </a:p>
          <a:p>
            <a:pPr marL="342900" indent="-342900">
              <a:buFont typeface="Arial" panose="020B0604020202020204" pitchFamily="34" charset="0"/>
              <a:buChar char="•"/>
            </a:pPr>
            <a:r>
              <a:rPr lang="en-US" b="1" dirty="0"/>
              <a:t>Logistic Regression</a:t>
            </a:r>
            <a:r>
              <a:rPr lang="en-US" dirty="0"/>
              <a:t>: Used for binary classification problems, estimating the probability of a binary outcome.</a:t>
            </a:r>
          </a:p>
          <a:p>
            <a:pPr marL="342900" indent="-342900">
              <a:buFont typeface="Arial" panose="020B0604020202020204" pitchFamily="34" charset="0"/>
              <a:buChar char="•"/>
            </a:pPr>
            <a:r>
              <a:rPr lang="en-US" b="1" dirty="0"/>
              <a:t>Bayesian networks</a:t>
            </a:r>
            <a:r>
              <a:rPr lang="en-US" dirty="0"/>
              <a:t>: Represent and reason about uncertain knowledge using probabilistic relationships between variables.</a:t>
            </a:r>
          </a:p>
          <a:p>
            <a:pPr marL="342900" indent="-342900">
              <a:buFont typeface="Arial" panose="020B0604020202020204" pitchFamily="34" charset="0"/>
              <a:buChar char="•"/>
            </a:pPr>
            <a:r>
              <a:rPr lang="de-DE" b="1" dirty="0"/>
              <a:t>Time Series Analysis</a:t>
            </a:r>
            <a:r>
              <a:rPr lang="de-DE" dirty="0"/>
              <a:t>: </a:t>
            </a:r>
            <a:r>
              <a:rPr lang="en-US" dirty="0"/>
              <a:t>Analyzes data points collected or recorded at specific time intervals.</a:t>
            </a:r>
          </a:p>
          <a:p>
            <a:endParaRPr lang="en-US" dirty="0"/>
          </a:p>
          <a:p>
            <a:endParaRPr lang="en-US" dirty="0"/>
          </a:p>
          <a:p>
            <a:endParaRPr lang="de-DE"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7</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de-DE" dirty="0" err="1"/>
              <a:t>What</a:t>
            </a:r>
            <a:r>
              <a:rPr lang="de-DE" dirty="0"/>
              <a:t> </a:t>
            </a:r>
            <a:r>
              <a:rPr lang="de-DE" dirty="0" err="1"/>
              <a:t>is</a:t>
            </a:r>
            <a:r>
              <a:rPr lang="de-DE" dirty="0"/>
              <a:t> Data Mining</a:t>
            </a:r>
          </a:p>
        </p:txBody>
      </p:sp>
      <p:sp>
        <p:nvSpPr>
          <p:cNvPr id="6" name="Textfeld 5">
            <a:extLst>
              <a:ext uri="{FF2B5EF4-FFF2-40B4-BE49-F238E27FC236}">
                <a16:creationId xmlns:a16="http://schemas.microsoft.com/office/drawing/2014/main" id="{62C01A63-A308-7066-3736-B2495F7CA53B}"/>
              </a:ext>
            </a:extLst>
          </p:cNvPr>
          <p:cNvSpPr txBox="1"/>
          <p:nvPr/>
        </p:nvSpPr>
        <p:spPr>
          <a:xfrm>
            <a:off x="5663952" y="6158467"/>
            <a:ext cx="6264696" cy="246221"/>
          </a:xfrm>
          <a:prstGeom prst="rect">
            <a:avLst/>
          </a:prstGeom>
          <a:noFill/>
        </p:spPr>
        <p:txBody>
          <a:bodyPr wrap="square">
            <a:spAutoFit/>
          </a:bodyPr>
          <a:lstStyle/>
          <a:p>
            <a:r>
              <a:rPr lang="de-DE" sz="1000" dirty="0"/>
              <a:t>Joseph, S. R., </a:t>
            </a:r>
            <a:r>
              <a:rPr lang="de-DE" sz="1000" dirty="0" err="1"/>
              <a:t>Hlomani</a:t>
            </a:r>
            <a:r>
              <a:rPr lang="de-DE" sz="1000" dirty="0"/>
              <a:t>, H., &amp; </a:t>
            </a:r>
            <a:r>
              <a:rPr lang="de-DE" sz="1000" dirty="0" err="1"/>
              <a:t>Letsholo</a:t>
            </a:r>
            <a:r>
              <a:rPr lang="de-DE" sz="1000" dirty="0"/>
              <a:t>, K. (2016). Data </a:t>
            </a:r>
            <a:r>
              <a:rPr lang="de-DE" sz="1000" dirty="0" err="1"/>
              <a:t>mining</a:t>
            </a:r>
            <a:r>
              <a:rPr lang="de-DE" sz="1000" dirty="0"/>
              <a:t> </a:t>
            </a:r>
            <a:r>
              <a:rPr lang="de-DE" sz="1000" dirty="0" err="1"/>
              <a:t>algorithms</a:t>
            </a:r>
            <a:r>
              <a:rPr lang="de-DE" sz="1000" dirty="0"/>
              <a:t>: an </a:t>
            </a:r>
            <a:r>
              <a:rPr lang="de-DE" sz="1000" dirty="0" err="1"/>
              <a:t>overview</a:t>
            </a:r>
            <a:r>
              <a:rPr lang="de-DE" sz="1000" dirty="0"/>
              <a:t>. </a:t>
            </a:r>
            <a:r>
              <a:rPr lang="de-DE" sz="1000" i="1" dirty="0" err="1"/>
              <a:t>Neuroscience</a:t>
            </a:r>
            <a:r>
              <a:rPr lang="de-DE" sz="1000" dirty="0"/>
              <a:t>, </a:t>
            </a:r>
            <a:r>
              <a:rPr lang="de-DE" sz="1000" i="1" dirty="0"/>
              <a:t>12</a:t>
            </a:r>
            <a:r>
              <a:rPr lang="de-DE" sz="1000" dirty="0"/>
              <a:t>(3), 719-43.</a:t>
            </a:r>
          </a:p>
        </p:txBody>
      </p:sp>
    </p:spTree>
    <p:extLst>
      <p:ext uri="{BB962C8B-B14F-4D97-AF65-F5344CB8AC3E}">
        <p14:creationId xmlns:p14="http://schemas.microsoft.com/office/powerpoint/2010/main" val="495692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1.1.3. </a:t>
            </a:r>
            <a:r>
              <a:rPr lang="de-DE" dirty="0" err="1"/>
              <a:t>Machine</a:t>
            </a:r>
            <a:r>
              <a:rPr lang="de-DE" dirty="0"/>
              <a:t> Learning </a:t>
            </a:r>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p:txBody>
          <a:bodyPr/>
          <a:lstStyle/>
          <a:p>
            <a:r>
              <a:rPr lang="en-US" dirty="0"/>
              <a:t>Data mining and machine learning (ML) often overlap because data mining often uses ML algorithms. </a:t>
            </a:r>
          </a:p>
          <a:p>
            <a:pPr marL="457200" indent="-457200">
              <a:buFont typeface="Arial" panose="020B0604020202020204" pitchFamily="34" charset="0"/>
              <a:buChar char="•"/>
            </a:pPr>
            <a:r>
              <a:rPr lang="en-US" dirty="0"/>
              <a:t>Bayesian networks, support vector machines, or decision trees, are trained to recognize patterns in data. </a:t>
            </a:r>
          </a:p>
          <a:p>
            <a:endParaRPr lang="en-US" dirty="0"/>
          </a:p>
          <a:p>
            <a:r>
              <a:rPr lang="en-US" dirty="0"/>
              <a:t>Machine learning is </a:t>
            </a:r>
            <a:r>
              <a:rPr lang="en-US" b="1" dirty="0"/>
              <a:t>especially useful when it is unclear what factors influence a problem</a:t>
            </a:r>
            <a:r>
              <a:rPr lang="en-US" dirty="0"/>
              <a:t>. </a:t>
            </a:r>
          </a:p>
          <a:p>
            <a:r>
              <a:rPr lang="en-US" i="1" dirty="0"/>
              <a:t>Example: Netflix Movie Ratings</a:t>
            </a:r>
          </a:p>
          <a:p>
            <a:endParaRPr lang="en-US" dirty="0"/>
          </a:p>
          <a:p>
            <a:r>
              <a:rPr lang="en-US" dirty="0"/>
              <a:t>In cases where clear rules or patterns are already known, a directly designed algorithm may perform better. </a:t>
            </a:r>
            <a:r>
              <a:rPr lang="en-US" i="1" dirty="0"/>
              <a:t>Example: </a:t>
            </a:r>
            <a:r>
              <a:rPr lang="en-US" i="1" dirty="0" err="1"/>
              <a:t>WhizBang</a:t>
            </a:r>
            <a:r>
              <a:rPr lang="en-US" i="1" dirty="0"/>
              <a:t>! on resumes (typical patterns are known)</a:t>
            </a:r>
          </a:p>
          <a:p>
            <a:endParaRPr lang="en-US" i="1" dirty="0"/>
          </a:p>
          <a:p>
            <a:r>
              <a:rPr lang="en-US" dirty="0"/>
              <a:t>Another limitation of many machine learning methods, especially deep learning, is the lack of explicability of the models</a:t>
            </a:r>
          </a:p>
          <a:p>
            <a:r>
              <a:rPr lang="en-US" i="1" dirty="0"/>
              <a:t>Example: Car Insurance</a:t>
            </a:r>
          </a:p>
          <a:p>
            <a:endParaRPr lang="en-US" i="1"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8</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de-DE" dirty="0" err="1"/>
              <a:t>What</a:t>
            </a:r>
            <a:r>
              <a:rPr lang="de-DE" dirty="0"/>
              <a:t> </a:t>
            </a:r>
            <a:r>
              <a:rPr lang="de-DE" dirty="0" err="1"/>
              <a:t>is</a:t>
            </a:r>
            <a:r>
              <a:rPr lang="de-DE" dirty="0"/>
              <a:t> Data Mining</a:t>
            </a:r>
          </a:p>
        </p:txBody>
      </p:sp>
    </p:spTree>
    <p:extLst>
      <p:ext uri="{BB962C8B-B14F-4D97-AF65-F5344CB8AC3E}">
        <p14:creationId xmlns:p14="http://schemas.microsoft.com/office/powerpoint/2010/main" val="663511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1.1.4. Computational </a:t>
            </a:r>
            <a:r>
              <a:rPr lang="de-DE" dirty="0" err="1"/>
              <a:t>Approaches</a:t>
            </a:r>
            <a:endParaRPr lang="de-DE" dirty="0"/>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p:txBody>
          <a:bodyPr/>
          <a:lstStyle/>
          <a:p>
            <a:r>
              <a:rPr lang="en-US" dirty="0"/>
              <a:t>Unlike the statistical approach, computer scientists often view data mining as an algorithmic problem. There are various approaches to data modeling:</a:t>
            </a:r>
          </a:p>
          <a:p>
            <a:pPr marL="457200" indent="-457200">
              <a:buFont typeface="+mj-lt"/>
              <a:buAutoNum type="arabicPeriod"/>
            </a:pPr>
            <a:r>
              <a:rPr lang="en-US" dirty="0"/>
              <a:t>Constructing a random process that could generate the data. </a:t>
            </a:r>
          </a:p>
          <a:p>
            <a:pPr marL="709200" lvl="3" indent="-457200"/>
            <a:r>
              <a:rPr lang="en-US" sz="1600" dirty="0"/>
              <a:t>Monte Carlo simulation: This method uses random numbers to simulate different scenarios, often used in financial models or risk assessments.</a:t>
            </a:r>
          </a:p>
          <a:p>
            <a:pPr marL="709200" lvl="3" indent="-457200"/>
            <a:endParaRPr lang="en-US" dirty="0"/>
          </a:p>
          <a:p>
            <a:pPr marL="457200" indent="-457200">
              <a:buFont typeface="+mj-lt"/>
              <a:buAutoNum type="arabicPeriod"/>
            </a:pPr>
            <a:r>
              <a:rPr lang="en-US" dirty="0"/>
              <a:t>Summarizing the data succinctly and approximately, or</a:t>
            </a:r>
          </a:p>
          <a:p>
            <a:pPr marL="709200" lvl="3" indent="-457200"/>
            <a:r>
              <a:rPr lang="en-US" sz="1600" dirty="0"/>
              <a:t>Descriptive statistics: This includes metrics such as mean, median, mode, standard deviation, and visualizations such as histograms and boxplots.</a:t>
            </a:r>
          </a:p>
          <a:p>
            <a:pPr marL="709200" lvl="3" indent="-457200"/>
            <a:endParaRPr lang="en-US" dirty="0"/>
          </a:p>
          <a:p>
            <a:pPr marL="457200" indent="-457200">
              <a:buFont typeface="+mj-lt"/>
              <a:buAutoNum type="arabicPeriod"/>
            </a:pPr>
            <a:r>
              <a:rPr lang="en-US" dirty="0"/>
              <a:t>Extracting the most prominent features of the data and ignoring the rest</a:t>
            </a:r>
          </a:p>
          <a:p>
            <a:pPr marL="709200" lvl="3" indent="-457200"/>
            <a:r>
              <a:rPr lang="en-US" sz="1600" dirty="0"/>
              <a:t>Principal Component Analysis (PCA): This method reduces the dimensions of data sets by identifying the most important components.</a:t>
            </a:r>
          </a:p>
          <a:p>
            <a:pPr marL="457200" indent="-457200">
              <a:buFont typeface="+mj-lt"/>
              <a:buAutoNum type="arabicPeriod"/>
            </a:pPr>
            <a:endParaRPr lang="en-US"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9</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de-DE" dirty="0" err="1"/>
              <a:t>What</a:t>
            </a:r>
            <a:r>
              <a:rPr lang="de-DE" dirty="0"/>
              <a:t> </a:t>
            </a:r>
            <a:r>
              <a:rPr lang="de-DE" dirty="0" err="1"/>
              <a:t>is</a:t>
            </a:r>
            <a:r>
              <a:rPr lang="de-DE" dirty="0"/>
              <a:t> Data Mining</a:t>
            </a:r>
          </a:p>
        </p:txBody>
      </p:sp>
      <p:sp>
        <p:nvSpPr>
          <p:cNvPr id="2" name="Textfeld 1">
            <a:extLst>
              <a:ext uri="{FF2B5EF4-FFF2-40B4-BE49-F238E27FC236}">
                <a16:creationId xmlns:a16="http://schemas.microsoft.com/office/drawing/2014/main" id="{5B9CF011-3D85-D672-E866-CD13D3930CCB}"/>
              </a:ext>
            </a:extLst>
          </p:cNvPr>
          <p:cNvSpPr txBox="1"/>
          <p:nvPr/>
        </p:nvSpPr>
        <p:spPr>
          <a:xfrm>
            <a:off x="4226515" y="6192337"/>
            <a:ext cx="7704856" cy="246221"/>
          </a:xfrm>
          <a:prstGeom prst="rect">
            <a:avLst/>
          </a:prstGeom>
          <a:noFill/>
        </p:spPr>
        <p:txBody>
          <a:bodyPr wrap="square">
            <a:spAutoFit/>
          </a:bodyPr>
          <a:lstStyle/>
          <a:p>
            <a:r>
              <a:rPr lang="en-US" sz="1000" dirty="0" err="1"/>
              <a:t>Settouti</a:t>
            </a:r>
            <a:r>
              <a:rPr lang="en-US" sz="1000" dirty="0"/>
              <a:t>, N., El Amine </a:t>
            </a:r>
            <a:r>
              <a:rPr lang="en-US" sz="1000" dirty="0" err="1"/>
              <a:t>Bechar</a:t>
            </a:r>
            <a:r>
              <a:rPr lang="en-US" sz="1000" dirty="0"/>
              <a:t>, M., &amp; Amine </a:t>
            </a:r>
            <a:r>
              <a:rPr lang="en-US" sz="1000" dirty="0" err="1"/>
              <a:t>Chikh</a:t>
            </a:r>
            <a:r>
              <a:rPr lang="en-US" sz="1000" dirty="0"/>
              <a:t>, M. (2016). Statistical comparisons of the top 10 algorithms in data mining for classification task.</a:t>
            </a:r>
            <a:endParaRPr lang="de-DE" sz="1000" dirty="0"/>
          </a:p>
        </p:txBody>
      </p:sp>
    </p:spTree>
    <p:extLst>
      <p:ext uri="{BB962C8B-B14F-4D97-AF65-F5344CB8AC3E}">
        <p14:creationId xmlns:p14="http://schemas.microsoft.com/office/powerpoint/2010/main" val="3335186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1.1.5. </a:t>
            </a:r>
            <a:r>
              <a:rPr lang="de-DE" dirty="0" err="1"/>
              <a:t>Summarization</a:t>
            </a:r>
            <a:endParaRPr lang="de-DE" dirty="0"/>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a:xfrm>
            <a:off x="551384" y="1701296"/>
            <a:ext cx="7964872" cy="4464000"/>
          </a:xfrm>
        </p:spPr>
        <p:txBody>
          <a:bodyPr/>
          <a:lstStyle/>
          <a:p>
            <a:r>
              <a:rPr lang="en-US" dirty="0"/>
              <a:t>One notable form of summarization is </a:t>
            </a:r>
            <a:r>
              <a:rPr lang="en-US" b="1" dirty="0"/>
              <a:t>Google's PageRank algorithm</a:t>
            </a:r>
          </a:p>
          <a:p>
            <a:pPr marL="342900" indent="-342900">
              <a:buFont typeface="Arial" panose="020B0604020202020204" pitchFamily="34" charset="0"/>
              <a:buChar char="•"/>
            </a:pPr>
            <a:r>
              <a:rPr lang="en-US" dirty="0"/>
              <a:t>Given:</a:t>
            </a:r>
          </a:p>
          <a:p>
            <a:pPr lvl="4">
              <a:buFont typeface="Arial" panose="020B0604020202020204" pitchFamily="34" charset="0"/>
              <a:buChar char="•"/>
            </a:pPr>
            <a:r>
              <a:rPr lang="en-US" dirty="0"/>
              <a:t>A library with 25 billion documents.</a:t>
            </a:r>
          </a:p>
          <a:p>
            <a:pPr lvl="4">
              <a:buFont typeface="Arial" panose="020B0604020202020204" pitchFamily="34" charset="0"/>
              <a:buChar char="•"/>
            </a:pPr>
            <a:r>
              <a:rPr lang="en-US" dirty="0"/>
              <a:t>No central organization or librarian.</a:t>
            </a:r>
          </a:p>
          <a:p>
            <a:pPr lvl="4">
              <a:buFont typeface="Arial" panose="020B0604020202020204" pitchFamily="34" charset="0"/>
              <a:buChar char="•"/>
            </a:pPr>
            <a:r>
              <a:rPr lang="en-US" dirty="0"/>
              <a:t>Anyone can add documents to the collection.</a:t>
            </a:r>
          </a:p>
          <a:p>
            <a:pPr lvl="4">
              <a:buFont typeface="Arial" panose="020B0604020202020204" pitchFamily="34" charset="0"/>
              <a:buChar char="•"/>
            </a:pPr>
            <a:r>
              <a:rPr lang="en-US" dirty="0"/>
              <a:t>The goal is to find important information, but only a few keywords are known.</a:t>
            </a:r>
          </a:p>
          <a:p>
            <a:pPr lvl="4">
              <a:buFont typeface="Arial" panose="020B0604020202020204" pitchFamily="34" charset="0"/>
              <a:buChar char="•"/>
            </a:pPr>
            <a:r>
              <a:rPr lang="en-US" dirty="0"/>
              <a:t>Complication: The size of the collection and the dynamic nature make it difficult to search effectively.</a:t>
            </a:r>
          </a:p>
          <a:p>
            <a:pPr marL="252000" lvl="4" indent="0">
              <a:buNone/>
            </a:pPr>
            <a:r>
              <a:rPr lang="en-US" dirty="0"/>
              <a:t>Solution: Rank importance by number and quality of </a:t>
            </a:r>
            <a:r>
              <a:rPr lang="en-US" b="1" dirty="0"/>
              <a:t>links </a:t>
            </a:r>
            <a:r>
              <a:rPr lang="en-US" dirty="0"/>
              <a:t>between documents</a:t>
            </a:r>
          </a:p>
          <a:p>
            <a:endParaRPr lang="en-US" dirty="0"/>
          </a:p>
          <a:p>
            <a:r>
              <a:rPr lang="en-US" dirty="0"/>
              <a:t>Another important summarization technique is </a:t>
            </a:r>
            <a:r>
              <a:rPr lang="en-US" b="1" dirty="0"/>
              <a:t>clustering</a:t>
            </a:r>
            <a:endParaRPr lang="en-US" dirty="0"/>
          </a:p>
          <a:p>
            <a:pPr marL="342900" indent="-342900">
              <a:buFont typeface="Arial" panose="020B0604020202020204" pitchFamily="34" charset="0"/>
              <a:buChar char="•"/>
            </a:pPr>
            <a:r>
              <a:rPr lang="en-US" dirty="0"/>
              <a:t>Data points are viewed in a multidimensional space and grouped into clusters based on proximity. </a:t>
            </a:r>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10</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de-DE" dirty="0" err="1"/>
              <a:t>What</a:t>
            </a:r>
            <a:r>
              <a:rPr lang="de-DE" dirty="0"/>
              <a:t> </a:t>
            </a:r>
            <a:r>
              <a:rPr lang="de-DE" dirty="0" err="1"/>
              <a:t>is</a:t>
            </a:r>
            <a:r>
              <a:rPr lang="de-DE" dirty="0"/>
              <a:t> Data Mining</a:t>
            </a:r>
          </a:p>
        </p:txBody>
      </p:sp>
      <p:pic>
        <p:nvPicPr>
          <p:cNvPr id="10" name="Grafik 9">
            <a:extLst>
              <a:ext uri="{FF2B5EF4-FFF2-40B4-BE49-F238E27FC236}">
                <a16:creationId xmlns:a16="http://schemas.microsoft.com/office/drawing/2014/main" id="{5C709711-3AED-1522-3A78-17A1D6D5118F}"/>
              </a:ext>
            </a:extLst>
          </p:cNvPr>
          <p:cNvPicPr>
            <a:picLocks noChangeAspect="1"/>
          </p:cNvPicPr>
          <p:nvPr/>
        </p:nvPicPr>
        <p:blipFill>
          <a:blip r:embed="rId2"/>
          <a:stretch>
            <a:fillRect/>
          </a:stretch>
        </p:blipFill>
        <p:spPr>
          <a:xfrm>
            <a:off x="8400256" y="1473882"/>
            <a:ext cx="3524184" cy="1924856"/>
          </a:xfrm>
          <a:prstGeom prst="rect">
            <a:avLst/>
          </a:prstGeom>
        </p:spPr>
      </p:pic>
      <p:pic>
        <p:nvPicPr>
          <p:cNvPr id="13" name="Grafik 12">
            <a:extLst>
              <a:ext uri="{FF2B5EF4-FFF2-40B4-BE49-F238E27FC236}">
                <a16:creationId xmlns:a16="http://schemas.microsoft.com/office/drawing/2014/main" id="{CBC6ABE7-BEAB-A892-C7ED-82B432CF7723}"/>
              </a:ext>
            </a:extLst>
          </p:cNvPr>
          <p:cNvPicPr>
            <a:picLocks noChangeAspect="1"/>
          </p:cNvPicPr>
          <p:nvPr/>
        </p:nvPicPr>
        <p:blipFill>
          <a:blip r:embed="rId3"/>
          <a:stretch>
            <a:fillRect/>
          </a:stretch>
        </p:blipFill>
        <p:spPr>
          <a:xfrm>
            <a:off x="8516256" y="4005064"/>
            <a:ext cx="2648320" cy="2038635"/>
          </a:xfrm>
          <a:prstGeom prst="rect">
            <a:avLst/>
          </a:prstGeom>
        </p:spPr>
      </p:pic>
    </p:spTree>
    <p:extLst>
      <p:ext uri="{BB962C8B-B14F-4D97-AF65-F5344CB8AC3E}">
        <p14:creationId xmlns:p14="http://schemas.microsoft.com/office/powerpoint/2010/main" val="873923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a:t>1.1.6. Feature </a:t>
            </a:r>
            <a:r>
              <a:rPr lang="de-DE" dirty="0" err="1"/>
              <a:t>Extraction</a:t>
            </a:r>
            <a:endParaRPr lang="de-DE"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11</a:t>
            </a:fld>
            <a:endParaRPr lang="de-DE"/>
          </a:p>
        </p:txBody>
      </p:sp>
      <p:sp>
        <p:nvSpPr>
          <p:cNvPr id="10" name="Textplatzhalter 10">
            <a:extLst>
              <a:ext uri="{FF2B5EF4-FFF2-40B4-BE49-F238E27FC236}">
                <a16:creationId xmlns:a16="http://schemas.microsoft.com/office/drawing/2014/main" id="{40036029-64A9-E930-57BA-5A70B942245B}"/>
              </a:ext>
            </a:extLst>
          </p:cNvPr>
          <p:cNvSpPr txBox="1">
            <a:spLocks/>
          </p:cNvSpPr>
          <p:nvPr/>
        </p:nvSpPr>
        <p:spPr>
          <a:xfrm>
            <a:off x="552616" y="260648"/>
            <a:ext cx="11088000" cy="288000"/>
          </a:xfrm>
          <a:prstGeom prst="rect">
            <a:avLst/>
          </a:prstGeom>
        </p:spPr>
        <p:txBody>
          <a:bodyPr vert="horz" lIns="0" tIns="18000" rIns="0" bIns="0" rtlCol="0">
            <a:noAutofit/>
          </a:bodyPr>
          <a:lst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a:lstStyle>
          <a:p>
            <a:r>
              <a:rPr lang="de-DE"/>
              <a:t>What is Data Mining</a:t>
            </a:r>
            <a:endParaRPr lang="de-DE" dirty="0"/>
          </a:p>
        </p:txBody>
      </p:sp>
      <p:sp>
        <p:nvSpPr>
          <p:cNvPr id="12" name="Inhaltsplatzhalter 2">
            <a:extLst>
              <a:ext uri="{FF2B5EF4-FFF2-40B4-BE49-F238E27FC236}">
                <a16:creationId xmlns:a16="http://schemas.microsoft.com/office/drawing/2014/main" id="{079BA615-60A5-A39B-5AAD-49B55EB3B844}"/>
              </a:ext>
            </a:extLst>
          </p:cNvPr>
          <p:cNvSpPr txBox="1">
            <a:spLocks/>
          </p:cNvSpPr>
          <p:nvPr/>
        </p:nvSpPr>
        <p:spPr>
          <a:xfrm>
            <a:off x="551384" y="1701296"/>
            <a:ext cx="11088000" cy="4464000"/>
          </a:xfrm>
          <a:prstGeom prst="rect">
            <a:avLst/>
          </a:prstGeom>
        </p:spPr>
        <p:txBody>
          <a:bodyPr vert="horz" lIns="0" tIns="18000" rIns="0" bIns="0" rtlCol="0">
            <a:noAutofit/>
          </a:bodyPr>
          <a:lst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a:lstStyle>
          <a:p>
            <a:r>
              <a:rPr lang="en-US" dirty="0"/>
              <a:t>Identifying key characteristics or patterns within large datasets by </a:t>
            </a:r>
            <a:r>
              <a:rPr lang="en-US" b="1" dirty="0"/>
              <a:t>focusing on the most relevant features</a:t>
            </a:r>
            <a:r>
              <a:rPr lang="en-US" dirty="0"/>
              <a:t>.</a:t>
            </a:r>
          </a:p>
        </p:txBody>
      </p:sp>
      <p:sp>
        <p:nvSpPr>
          <p:cNvPr id="13" name="Rechteck: abgerundete Ecken 12">
            <a:extLst>
              <a:ext uri="{FF2B5EF4-FFF2-40B4-BE49-F238E27FC236}">
                <a16:creationId xmlns:a16="http://schemas.microsoft.com/office/drawing/2014/main" id="{47C3441E-0C97-4E05-578F-879D14037EEA}"/>
              </a:ext>
            </a:extLst>
          </p:cNvPr>
          <p:cNvSpPr/>
          <p:nvPr/>
        </p:nvSpPr>
        <p:spPr>
          <a:xfrm>
            <a:off x="551384" y="2348880"/>
            <a:ext cx="5400600" cy="360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800" b="1" dirty="0"/>
              <a:t>Frequent </a:t>
            </a:r>
            <a:r>
              <a:rPr lang="en-US" sz="1800" b="1" dirty="0" err="1"/>
              <a:t>Itemsets</a:t>
            </a:r>
            <a:endParaRPr lang="en-US" sz="1800" b="1" dirty="0"/>
          </a:p>
          <a:p>
            <a:endParaRPr lang="en-US" sz="1800" b="1" dirty="0"/>
          </a:p>
          <a:p>
            <a:r>
              <a:rPr lang="en-US" sz="1800" dirty="0"/>
              <a:t>commonly applied to data that resembles</a:t>
            </a:r>
          </a:p>
          <a:p>
            <a:r>
              <a:rPr lang="en-US" sz="1800" u="sng" dirty="0"/>
              <a:t>baskets</a:t>
            </a:r>
            <a:r>
              <a:rPr lang="en-US" sz="1800" dirty="0"/>
              <a:t> of items. </a:t>
            </a:r>
          </a:p>
          <a:p>
            <a:endParaRPr lang="en-US" sz="1800" dirty="0"/>
          </a:p>
          <a:p>
            <a:r>
              <a:rPr lang="en-US" sz="1800" dirty="0"/>
              <a:t>market-basket problem:</a:t>
            </a:r>
          </a:p>
          <a:p>
            <a:endParaRPr lang="en-US" sz="1800" dirty="0"/>
          </a:p>
          <a:p>
            <a:endParaRPr lang="en-US" dirty="0"/>
          </a:p>
          <a:p>
            <a:endParaRPr lang="en-US" sz="1800" dirty="0"/>
          </a:p>
          <a:p>
            <a:endParaRPr lang="en-US" sz="1800" dirty="0"/>
          </a:p>
          <a:p>
            <a:r>
              <a:rPr lang="en-US" sz="1800" dirty="0"/>
              <a:t>This technique originated from analyzing the co- purchase behavior of items in retail transactions.</a:t>
            </a:r>
          </a:p>
          <a:p>
            <a:endParaRPr lang="de-DE" dirty="0"/>
          </a:p>
        </p:txBody>
      </p:sp>
      <p:sp>
        <p:nvSpPr>
          <p:cNvPr id="14" name="Rechteck: abgerundete Ecken 13">
            <a:extLst>
              <a:ext uri="{FF2B5EF4-FFF2-40B4-BE49-F238E27FC236}">
                <a16:creationId xmlns:a16="http://schemas.microsoft.com/office/drawing/2014/main" id="{C6995187-B502-3675-EBA3-05E2AC4EF971}"/>
              </a:ext>
            </a:extLst>
          </p:cNvPr>
          <p:cNvSpPr/>
          <p:nvPr/>
        </p:nvSpPr>
        <p:spPr>
          <a:xfrm>
            <a:off x="6238784" y="2348880"/>
            <a:ext cx="5400600" cy="360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800" b="1" dirty="0"/>
              <a:t>Similar Items</a:t>
            </a:r>
          </a:p>
          <a:p>
            <a:endParaRPr lang="en-US" sz="1800" b="1" dirty="0"/>
          </a:p>
          <a:p>
            <a:r>
              <a:rPr lang="en-US" dirty="0"/>
              <a:t>F</a:t>
            </a:r>
            <a:r>
              <a:rPr lang="en-US" sz="1800" dirty="0"/>
              <a:t>ind pairs of sets with a large overlap. </a:t>
            </a:r>
          </a:p>
          <a:p>
            <a:endParaRPr lang="en-US" sz="1800" dirty="0"/>
          </a:p>
          <a:p>
            <a:endParaRPr lang="en-US" dirty="0"/>
          </a:p>
          <a:p>
            <a:endParaRPr lang="en-US" sz="1800" dirty="0"/>
          </a:p>
          <a:p>
            <a:endParaRPr lang="en-US" dirty="0"/>
          </a:p>
          <a:p>
            <a:endParaRPr lang="en-US" sz="1800" dirty="0"/>
          </a:p>
          <a:p>
            <a:r>
              <a:rPr lang="en-US" dirty="0"/>
              <a:t>C</a:t>
            </a:r>
            <a:r>
              <a:rPr lang="en-US" sz="1800" dirty="0"/>
              <a:t>ollaborative filtering looks for a </a:t>
            </a:r>
            <a:r>
              <a:rPr lang="en-US" sz="1800" b="1" dirty="0"/>
              <a:t>few customers </a:t>
            </a:r>
            <a:r>
              <a:rPr lang="en-US" sz="1800" dirty="0"/>
              <a:t>with similar tastes because customers often have diverse interests which makes it hard to just cluster them.</a:t>
            </a:r>
          </a:p>
        </p:txBody>
      </p:sp>
      <p:grpSp>
        <p:nvGrpSpPr>
          <p:cNvPr id="22" name="Gruppieren 21">
            <a:extLst>
              <a:ext uri="{FF2B5EF4-FFF2-40B4-BE49-F238E27FC236}">
                <a16:creationId xmlns:a16="http://schemas.microsoft.com/office/drawing/2014/main" id="{F896AE10-17B6-1C5D-0367-D063D9FA7889}"/>
              </a:ext>
            </a:extLst>
          </p:cNvPr>
          <p:cNvGrpSpPr/>
          <p:nvPr/>
        </p:nvGrpSpPr>
        <p:grpSpPr>
          <a:xfrm>
            <a:off x="1714364" y="4509120"/>
            <a:ext cx="3074640" cy="914400"/>
            <a:chOff x="1415480" y="4401106"/>
            <a:chExt cx="3074640" cy="914400"/>
          </a:xfrm>
        </p:grpSpPr>
        <p:pic>
          <p:nvPicPr>
            <p:cNvPr id="16" name="Grafik 15" descr="Wasserflasche mit einfarbiger Füllung">
              <a:extLst>
                <a:ext uri="{FF2B5EF4-FFF2-40B4-BE49-F238E27FC236}">
                  <a16:creationId xmlns:a16="http://schemas.microsoft.com/office/drawing/2014/main" id="{70750F83-33E9-E07E-F696-D5DDA21922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5720" y="4401106"/>
              <a:ext cx="914400" cy="914400"/>
            </a:xfrm>
            <a:prstGeom prst="rect">
              <a:avLst/>
            </a:prstGeom>
          </p:spPr>
        </p:pic>
        <p:pic>
          <p:nvPicPr>
            <p:cNvPr id="19" name="Grafik 18" descr="Burger und Getränk mit einfarbiger Füllung">
              <a:extLst>
                <a:ext uri="{FF2B5EF4-FFF2-40B4-BE49-F238E27FC236}">
                  <a16:creationId xmlns:a16="http://schemas.microsoft.com/office/drawing/2014/main" id="{27B9D997-2627-EEB9-8AA5-15F309830D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15480" y="4401106"/>
              <a:ext cx="914400" cy="914400"/>
            </a:xfrm>
            <a:prstGeom prst="rect">
              <a:avLst/>
            </a:prstGeom>
          </p:spPr>
        </p:pic>
        <p:pic>
          <p:nvPicPr>
            <p:cNvPr id="21" name="Grafik 20" descr="Hinzufügen mit einfarbiger Füllung">
              <a:extLst>
                <a:ext uri="{FF2B5EF4-FFF2-40B4-BE49-F238E27FC236}">
                  <a16:creationId xmlns:a16="http://schemas.microsoft.com/office/drawing/2014/main" id="{9AECB3F3-AFAE-3B0B-B7A7-819E2899CF2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72325" y="4677831"/>
              <a:ext cx="360950" cy="360950"/>
            </a:xfrm>
            <a:prstGeom prst="rect">
              <a:avLst/>
            </a:prstGeom>
          </p:spPr>
        </p:pic>
      </p:grpSp>
      <p:sp>
        <p:nvSpPr>
          <p:cNvPr id="23" name="Textfeld 22">
            <a:extLst>
              <a:ext uri="{FF2B5EF4-FFF2-40B4-BE49-F238E27FC236}">
                <a16:creationId xmlns:a16="http://schemas.microsoft.com/office/drawing/2014/main" id="{EB711677-F6CA-B906-6DAB-FB7EA02A0D4C}"/>
              </a:ext>
            </a:extLst>
          </p:cNvPr>
          <p:cNvSpPr txBox="1"/>
          <p:nvPr/>
        </p:nvSpPr>
        <p:spPr>
          <a:xfrm>
            <a:off x="4512582" y="4787372"/>
            <a:ext cx="952312" cy="369332"/>
          </a:xfrm>
          <a:prstGeom prst="rect">
            <a:avLst/>
          </a:prstGeom>
          <a:noFill/>
        </p:spPr>
        <p:txBody>
          <a:bodyPr wrap="none" rtlCol="0">
            <a:spAutoFit/>
          </a:bodyPr>
          <a:lstStyle/>
          <a:p>
            <a:r>
              <a:rPr lang="de-DE" i="1" dirty="0">
                <a:solidFill>
                  <a:schemeClr val="bg1"/>
                </a:solidFill>
              </a:rPr>
              <a:t>Ketchup</a:t>
            </a:r>
          </a:p>
        </p:txBody>
      </p:sp>
      <p:grpSp>
        <p:nvGrpSpPr>
          <p:cNvPr id="2" name="Gruppieren 1">
            <a:extLst>
              <a:ext uri="{FF2B5EF4-FFF2-40B4-BE49-F238E27FC236}">
                <a16:creationId xmlns:a16="http://schemas.microsoft.com/office/drawing/2014/main" id="{7F1C151D-F361-3F15-8A91-5FEDAF1CA509}"/>
              </a:ext>
            </a:extLst>
          </p:cNvPr>
          <p:cNvGrpSpPr/>
          <p:nvPr/>
        </p:nvGrpSpPr>
        <p:grpSpPr>
          <a:xfrm>
            <a:off x="6994868" y="3628883"/>
            <a:ext cx="3888432" cy="914400"/>
            <a:chOff x="7038774" y="3782810"/>
            <a:chExt cx="3888432" cy="914400"/>
          </a:xfrm>
        </p:grpSpPr>
        <p:pic>
          <p:nvPicPr>
            <p:cNvPr id="37" name="Grafik 36" descr="Benutzer mit einfarbiger Füllung">
              <a:extLst>
                <a:ext uri="{FF2B5EF4-FFF2-40B4-BE49-F238E27FC236}">
                  <a16:creationId xmlns:a16="http://schemas.microsoft.com/office/drawing/2014/main" id="{E58409D2-817C-2EA2-6736-F25489D036B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41840" y="3782810"/>
              <a:ext cx="914400" cy="914400"/>
            </a:xfrm>
            <a:prstGeom prst="rect">
              <a:avLst/>
            </a:prstGeom>
          </p:spPr>
        </p:pic>
        <p:pic>
          <p:nvPicPr>
            <p:cNvPr id="39" name="Grafik 38" descr="Benutzer mit einfarbiger Füllung">
              <a:extLst>
                <a:ext uri="{FF2B5EF4-FFF2-40B4-BE49-F238E27FC236}">
                  <a16:creationId xmlns:a16="http://schemas.microsoft.com/office/drawing/2014/main" id="{536D1AA7-2E38-3C21-FABC-760D34E2AC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68408" y="3782810"/>
              <a:ext cx="914400" cy="914400"/>
            </a:xfrm>
            <a:prstGeom prst="rect">
              <a:avLst/>
            </a:prstGeom>
          </p:spPr>
        </p:pic>
        <p:sp>
          <p:nvSpPr>
            <p:cNvPr id="43" name="Ellipse 42">
              <a:extLst>
                <a:ext uri="{FF2B5EF4-FFF2-40B4-BE49-F238E27FC236}">
                  <a16:creationId xmlns:a16="http://schemas.microsoft.com/office/drawing/2014/main" id="{BF03C6EF-CCE9-299F-9A5F-B63AFBE889A4}"/>
                </a:ext>
              </a:extLst>
            </p:cNvPr>
            <p:cNvSpPr/>
            <p:nvPr/>
          </p:nvSpPr>
          <p:spPr>
            <a:xfrm>
              <a:off x="7038774" y="3782810"/>
              <a:ext cx="2462572" cy="9144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Ellipse 43">
              <a:extLst>
                <a:ext uri="{FF2B5EF4-FFF2-40B4-BE49-F238E27FC236}">
                  <a16:creationId xmlns:a16="http://schemas.microsoft.com/office/drawing/2014/main" id="{5E5CE57E-F4A3-606B-0F4A-1C8E892D71CE}"/>
                </a:ext>
              </a:extLst>
            </p:cNvPr>
            <p:cNvSpPr/>
            <p:nvPr/>
          </p:nvSpPr>
          <p:spPr>
            <a:xfrm>
              <a:off x="8464634" y="3782810"/>
              <a:ext cx="2462572" cy="9144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Tree>
    <p:extLst>
      <p:ext uri="{BB962C8B-B14F-4D97-AF65-F5344CB8AC3E}">
        <p14:creationId xmlns:p14="http://schemas.microsoft.com/office/powerpoint/2010/main" val="1084862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1049CD5B-E723-4D8D-B2E6-FCE1736FCF84}"/>
              </a:ext>
            </a:extLst>
          </p:cNvPr>
          <p:cNvSpPr>
            <a:spLocks noGrp="1"/>
          </p:cNvSpPr>
          <p:nvPr>
            <p:ph type="body" idx="1"/>
          </p:nvPr>
        </p:nvSpPr>
        <p:spPr/>
        <p:txBody>
          <a:bodyPr/>
          <a:lstStyle/>
          <a:p>
            <a:r>
              <a:rPr lang="de-DE" sz="20000" dirty="0"/>
              <a:t>1.2.</a:t>
            </a:r>
          </a:p>
        </p:txBody>
      </p:sp>
      <p:sp>
        <p:nvSpPr>
          <p:cNvPr id="4" name="Datumsplatzhalter 3">
            <a:extLst>
              <a:ext uri="{FF2B5EF4-FFF2-40B4-BE49-F238E27FC236}">
                <a16:creationId xmlns:a16="http://schemas.microsoft.com/office/drawing/2014/main" id="{FEA69D48-1EAD-470A-ADA2-6F6972B2DFBF}"/>
              </a:ext>
            </a:extLst>
          </p:cNvPr>
          <p:cNvSpPr>
            <a:spLocks noGrp="1"/>
          </p:cNvSpPr>
          <p:nvPr>
            <p:ph type="dt" sz="half" idx="4294967295"/>
          </p:nvPr>
        </p:nvSpPr>
        <p:spPr>
          <a:xfrm>
            <a:off x="9840416" y="6453352"/>
            <a:ext cx="1512000" cy="144000"/>
          </a:xfrm>
        </p:spPr>
        <p:txBody>
          <a:bodyPr/>
          <a:lstStyle/>
          <a:p>
            <a:fld id="{8D7FB9D9-8C07-4B10-ABED-75A9D6702050}" type="datetime4">
              <a:rPr lang="de-DE" smtClean="0"/>
              <a:t>23. September 2024</a:t>
            </a:fld>
            <a:endParaRPr lang="de-DE"/>
          </a:p>
        </p:txBody>
      </p:sp>
      <p:sp>
        <p:nvSpPr>
          <p:cNvPr id="12" name="Titel 11">
            <a:extLst>
              <a:ext uri="{FF2B5EF4-FFF2-40B4-BE49-F238E27FC236}">
                <a16:creationId xmlns:a16="http://schemas.microsoft.com/office/drawing/2014/main" id="{6FA59E97-D43B-4E8F-9BEA-811902F7CAA0}"/>
              </a:ext>
            </a:extLst>
          </p:cNvPr>
          <p:cNvSpPr>
            <a:spLocks noGrp="1"/>
          </p:cNvSpPr>
          <p:nvPr>
            <p:ph type="title"/>
          </p:nvPr>
        </p:nvSpPr>
        <p:spPr/>
        <p:txBody>
          <a:bodyPr/>
          <a:lstStyle/>
          <a:p>
            <a:r>
              <a:rPr lang="en-US" dirty="0"/>
              <a:t>Statistical Limits </a:t>
            </a:r>
            <a:br>
              <a:rPr lang="en-US" dirty="0"/>
            </a:br>
            <a:r>
              <a:rPr lang="en-US" dirty="0"/>
              <a:t>of Data Mining</a:t>
            </a:r>
            <a:endParaRPr lang="de-DE" dirty="0"/>
          </a:p>
        </p:txBody>
      </p:sp>
    </p:spTree>
    <p:extLst>
      <p:ext uri="{BB962C8B-B14F-4D97-AF65-F5344CB8AC3E}">
        <p14:creationId xmlns:p14="http://schemas.microsoft.com/office/powerpoint/2010/main" val="4001960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err="1"/>
              <a:t>Bonferroni's</a:t>
            </a:r>
            <a:r>
              <a:rPr lang="de-DE" dirty="0"/>
              <a:t> </a:t>
            </a:r>
            <a:r>
              <a:rPr lang="de-DE" dirty="0" err="1"/>
              <a:t>principle</a:t>
            </a:r>
            <a:r>
              <a:rPr lang="de-DE" dirty="0"/>
              <a:t> 1/2</a:t>
            </a:r>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p:txBody>
          <a:bodyPr/>
          <a:lstStyle/>
          <a:p>
            <a:r>
              <a:rPr lang="en-US" dirty="0"/>
              <a:t>Common data mining challenge: identifying unusual events hidden in large data sets</a:t>
            </a:r>
          </a:p>
          <a:p>
            <a:pPr marL="342900" indent="-342900">
              <a:buFont typeface="Arial" panose="020B0604020202020204" pitchFamily="34" charset="0"/>
              <a:buChar char="•"/>
            </a:pPr>
            <a:r>
              <a:rPr lang="en-US" dirty="0"/>
              <a:t>After the 9/11 attacks, the Total Information Awareness (TIA) program was created to mine massive data sources to predict terrorist activity. </a:t>
            </a:r>
          </a:p>
          <a:p>
            <a:pPr marL="342900" indent="-342900">
              <a:buFont typeface="Arial" panose="020B0604020202020204" pitchFamily="34" charset="0"/>
              <a:buChar char="•"/>
            </a:pPr>
            <a:r>
              <a:rPr lang="en-US" dirty="0"/>
              <a:t>Problem: Increased likelihood of </a:t>
            </a:r>
            <a:r>
              <a:rPr lang="en-US" b="1" dirty="0"/>
              <a:t>false positives </a:t>
            </a:r>
            <a:r>
              <a:rPr lang="en-US" dirty="0"/>
              <a:t>when conducting several tests simultaneously.</a:t>
            </a:r>
          </a:p>
          <a:p>
            <a:pPr marL="342900" indent="-342900">
              <a:buFont typeface="Arial" panose="020B0604020202020204" pitchFamily="34" charset="0"/>
              <a:buChar char="•"/>
            </a:pPr>
            <a:endParaRPr lang="en-US" dirty="0"/>
          </a:p>
          <a:p>
            <a:r>
              <a:rPr lang="en-US" dirty="0"/>
              <a:t>Bonferroni's principle helps avoid this by emphasizing the need to carefully define search criteria. </a:t>
            </a:r>
          </a:p>
          <a:p>
            <a:endParaRPr lang="en-US" dirty="0"/>
          </a:p>
          <a:p>
            <a:pPr algn="ctr"/>
            <a:r>
              <a:rPr lang="en-US" i="1" dirty="0"/>
              <a:t>“If the expected random occurrences of certain patterns are greater than the actual events you are looking for, most of the results are likely to be irrelevant”</a:t>
            </a:r>
          </a:p>
          <a:p>
            <a:endParaRPr lang="en-US" dirty="0"/>
          </a:p>
          <a:p>
            <a:endParaRPr lang="de-DE"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13</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en-US" dirty="0"/>
              <a:t>Statistical Limits of Data Mining</a:t>
            </a:r>
            <a:endParaRPr lang="de-DE" dirty="0"/>
          </a:p>
        </p:txBody>
      </p:sp>
    </p:spTree>
    <p:extLst>
      <p:ext uri="{BB962C8B-B14F-4D97-AF65-F5344CB8AC3E}">
        <p14:creationId xmlns:p14="http://schemas.microsoft.com/office/powerpoint/2010/main" val="190928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de-DE" dirty="0" err="1"/>
              <a:t>Bonferroni's</a:t>
            </a:r>
            <a:r>
              <a:rPr lang="de-DE" dirty="0"/>
              <a:t> </a:t>
            </a:r>
            <a:r>
              <a:rPr lang="de-DE" dirty="0" err="1"/>
              <a:t>principle</a:t>
            </a:r>
            <a:r>
              <a:rPr lang="de-DE" dirty="0"/>
              <a:t> 2/2</a:t>
            </a:r>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p:txBody>
          <a:bodyPr/>
          <a:lstStyle/>
          <a:p>
            <a:r>
              <a:rPr lang="en-US" dirty="0"/>
              <a:t>For example, if you examine hotel records to find "bad guys" who meet at the same hotel on multiple occasions, </a:t>
            </a:r>
            <a:r>
              <a:rPr lang="en-US" b="1" dirty="0"/>
              <a:t>statistical calculations </a:t>
            </a:r>
            <a:r>
              <a:rPr lang="en-US" dirty="0"/>
              <a:t>show that even if there are no real bad guys, you could still end up with thousands of false matches simply due to </a:t>
            </a:r>
            <a:r>
              <a:rPr lang="en-US" b="1" dirty="0"/>
              <a:t>random chance</a:t>
            </a:r>
            <a:r>
              <a:rPr lang="en-US" dirty="0"/>
              <a:t>.</a:t>
            </a:r>
          </a:p>
          <a:p>
            <a:r>
              <a:rPr lang="en-US" dirty="0"/>
              <a:t> </a:t>
            </a:r>
          </a:p>
          <a:p>
            <a:r>
              <a:rPr lang="en-US" dirty="0"/>
              <a:t>This highlights the complexity of shifting through massive data sets for meaningful insights without</a:t>
            </a:r>
          </a:p>
          <a:p>
            <a:r>
              <a:rPr lang="en-US" dirty="0"/>
              <a:t>overwhelming noise or false positives.</a:t>
            </a:r>
          </a:p>
          <a:p>
            <a:endParaRPr lang="en-US" dirty="0"/>
          </a:p>
          <a:p>
            <a:r>
              <a:rPr lang="en-US" dirty="0"/>
              <a:t>Bonferroni's principle advises focusing on </a:t>
            </a:r>
            <a:r>
              <a:rPr lang="en-US" b="1" dirty="0"/>
              <a:t>rare</a:t>
            </a:r>
            <a:r>
              <a:rPr lang="en-US" dirty="0"/>
              <a:t>, </a:t>
            </a:r>
            <a:r>
              <a:rPr lang="en-US" b="1" dirty="0"/>
              <a:t>distinct</a:t>
            </a:r>
            <a:r>
              <a:rPr lang="en-US" dirty="0"/>
              <a:t> </a:t>
            </a:r>
            <a:r>
              <a:rPr lang="en-US" b="1" dirty="0"/>
              <a:t>events</a:t>
            </a:r>
            <a:r>
              <a:rPr lang="en-US" dirty="0"/>
              <a:t> to minimize these statistical artifacts.</a:t>
            </a:r>
            <a:endParaRPr lang="de-DE"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14</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en-US" dirty="0"/>
              <a:t>Statistical Limits of Data Mining</a:t>
            </a:r>
            <a:endParaRPr lang="de-DE" dirty="0"/>
          </a:p>
        </p:txBody>
      </p:sp>
    </p:spTree>
    <p:extLst>
      <p:ext uri="{BB962C8B-B14F-4D97-AF65-F5344CB8AC3E}">
        <p14:creationId xmlns:p14="http://schemas.microsoft.com/office/powerpoint/2010/main" val="2168505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82BAD3-10BA-62CB-2F8F-19F72B493B70}"/>
              </a:ext>
            </a:extLst>
          </p:cNvPr>
          <p:cNvSpPr>
            <a:spLocks noGrp="1"/>
          </p:cNvSpPr>
          <p:nvPr>
            <p:ph type="title"/>
          </p:nvPr>
        </p:nvSpPr>
        <p:spPr/>
        <p:txBody>
          <a:bodyPr/>
          <a:lstStyle/>
          <a:p>
            <a:r>
              <a:rPr lang="de-DE" dirty="0" err="1"/>
              <a:t>Conclusion</a:t>
            </a:r>
            <a:endParaRPr lang="de-DE" dirty="0"/>
          </a:p>
        </p:txBody>
      </p:sp>
    </p:spTree>
    <p:extLst>
      <p:ext uri="{BB962C8B-B14F-4D97-AF65-F5344CB8AC3E}">
        <p14:creationId xmlns:p14="http://schemas.microsoft.com/office/powerpoint/2010/main" val="1624827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D96FA189-889F-4E1F-BBA3-0382D70266B6}"/>
              </a:ext>
            </a:extLst>
          </p:cNvPr>
          <p:cNvSpPr>
            <a:spLocks noGrp="1"/>
          </p:cNvSpPr>
          <p:nvPr>
            <p:ph type="title"/>
          </p:nvPr>
        </p:nvSpPr>
        <p:spPr/>
        <p:txBody>
          <a:bodyPr/>
          <a:lstStyle/>
          <a:p>
            <a:r>
              <a:rPr lang="en-US" dirty="0"/>
              <a:t>Summary of the most important findings</a:t>
            </a:r>
            <a:endParaRPr lang="de-DE" dirty="0"/>
          </a:p>
        </p:txBody>
      </p:sp>
      <p:sp>
        <p:nvSpPr>
          <p:cNvPr id="3" name="Inhaltsplatzhalter 2">
            <a:extLst>
              <a:ext uri="{FF2B5EF4-FFF2-40B4-BE49-F238E27FC236}">
                <a16:creationId xmlns:a16="http://schemas.microsoft.com/office/drawing/2014/main" id="{FFC9888F-563B-4434-8AEA-9EC79214A882}"/>
              </a:ext>
            </a:extLst>
          </p:cNvPr>
          <p:cNvSpPr>
            <a:spLocks noGrp="1"/>
          </p:cNvSpPr>
          <p:nvPr>
            <p:ph idx="1"/>
          </p:nvPr>
        </p:nvSpPr>
        <p:spPr/>
        <p:txBody>
          <a:bodyPr/>
          <a:lstStyle/>
          <a:p>
            <a:r>
              <a:rPr lang="en-US" b="1" dirty="0"/>
              <a:t>Data Mining</a:t>
            </a:r>
            <a:r>
              <a:rPr lang="en-US" dirty="0"/>
              <a:t>, </a:t>
            </a:r>
            <a:r>
              <a:rPr lang="en-US" b="1" dirty="0"/>
              <a:t>Data Science</a:t>
            </a:r>
            <a:r>
              <a:rPr lang="en-US" dirty="0"/>
              <a:t>, and </a:t>
            </a:r>
            <a:r>
              <a:rPr lang="en-US" b="1" dirty="0"/>
              <a:t>Machine Learning </a:t>
            </a:r>
            <a:r>
              <a:rPr lang="en-US" dirty="0"/>
              <a:t>are closely related fields that often overlap. These disciplines are not always distinct, as they share common techniques, such as the use of </a:t>
            </a:r>
            <a:r>
              <a:rPr lang="en-US" b="1" dirty="0"/>
              <a:t>big data</a:t>
            </a:r>
            <a:r>
              <a:rPr lang="en-US" dirty="0"/>
              <a:t>.</a:t>
            </a:r>
          </a:p>
          <a:p>
            <a:endParaRPr lang="en-US" dirty="0"/>
          </a:p>
          <a:p>
            <a:r>
              <a:rPr lang="en-US" dirty="0"/>
              <a:t>Data mining often uses both </a:t>
            </a:r>
            <a:r>
              <a:rPr lang="en-US" b="1" dirty="0"/>
              <a:t>statistical</a:t>
            </a:r>
            <a:r>
              <a:rPr lang="en-US" dirty="0"/>
              <a:t> and </a:t>
            </a:r>
            <a:r>
              <a:rPr lang="en-US" b="1" dirty="0"/>
              <a:t>algorithmic</a:t>
            </a:r>
            <a:r>
              <a:rPr lang="en-US" dirty="0"/>
              <a:t> methods. The choice of method depends largely on the specific goal: whether to </a:t>
            </a:r>
            <a:r>
              <a:rPr lang="en-US" b="1" dirty="0"/>
              <a:t>enrich</a:t>
            </a:r>
            <a:r>
              <a:rPr lang="en-US" dirty="0"/>
              <a:t>, </a:t>
            </a:r>
            <a:r>
              <a:rPr lang="en-US" b="1" dirty="0"/>
              <a:t>summarize</a:t>
            </a:r>
            <a:r>
              <a:rPr lang="en-US" dirty="0"/>
              <a:t>, or </a:t>
            </a:r>
            <a:r>
              <a:rPr lang="en-US" b="1" dirty="0"/>
              <a:t>extract features </a:t>
            </a:r>
            <a:r>
              <a:rPr lang="en-US" dirty="0"/>
              <a:t>from the data.</a:t>
            </a:r>
          </a:p>
          <a:p>
            <a:endParaRPr lang="en-US" dirty="0"/>
          </a:p>
          <a:p>
            <a:r>
              <a:rPr lang="en-US" dirty="0"/>
              <a:t>However, data mining has its limitations. As </a:t>
            </a:r>
            <a:r>
              <a:rPr lang="en-US" b="1" dirty="0"/>
              <a:t>Bonferroni's principle </a:t>
            </a:r>
            <a:r>
              <a:rPr lang="en-US" dirty="0"/>
              <a:t>highlights, not all analyses can be trusted without scrutiny. It underscores the importance of maintaining a critical perspective and carefully evaluating the results of any data analysis.</a:t>
            </a:r>
            <a:endParaRPr lang="de-DE" dirty="0"/>
          </a:p>
        </p:txBody>
      </p:sp>
      <p:sp>
        <p:nvSpPr>
          <p:cNvPr id="4" name="Datumsplatzhalter 3">
            <a:extLst>
              <a:ext uri="{FF2B5EF4-FFF2-40B4-BE49-F238E27FC236}">
                <a16:creationId xmlns:a16="http://schemas.microsoft.com/office/drawing/2014/main" id="{400BF2B6-3570-4CE9-B947-2601BD1B8EBD}"/>
              </a:ext>
            </a:extLst>
          </p:cNvPr>
          <p:cNvSpPr>
            <a:spLocks noGrp="1"/>
          </p:cNvSpPr>
          <p:nvPr>
            <p:ph type="dt" sz="half" idx="10"/>
          </p:nvPr>
        </p:nvSpPr>
        <p:spPr/>
        <p:txBody>
          <a:bodyPr/>
          <a:lstStyle/>
          <a:p>
            <a:fld id="{EA7637B8-D6A9-430F-8486-CC23B7714CD8}" type="datetime4">
              <a:rPr lang="de-DE" smtClean="0"/>
              <a:t>23. September 2024</a:t>
            </a:fld>
            <a:endParaRPr lang="de-DE"/>
          </a:p>
        </p:txBody>
      </p:sp>
      <p:sp>
        <p:nvSpPr>
          <p:cNvPr id="5" name="Fußzeilenplatzhalter 4">
            <a:extLst>
              <a:ext uri="{FF2B5EF4-FFF2-40B4-BE49-F238E27FC236}">
                <a16:creationId xmlns:a16="http://schemas.microsoft.com/office/drawing/2014/main" id="{5ECE7939-1B3E-42DE-BF23-086D938DF279}"/>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7" name="Foliennummernplatzhalter 6">
            <a:extLst>
              <a:ext uri="{FF2B5EF4-FFF2-40B4-BE49-F238E27FC236}">
                <a16:creationId xmlns:a16="http://schemas.microsoft.com/office/drawing/2014/main" id="{78ECB407-1A8F-4BA6-AB7A-657BB0C7A555}"/>
              </a:ext>
            </a:extLst>
          </p:cNvPr>
          <p:cNvSpPr>
            <a:spLocks noGrp="1"/>
          </p:cNvSpPr>
          <p:nvPr>
            <p:ph type="sldNum" sz="quarter" idx="12"/>
          </p:nvPr>
        </p:nvSpPr>
        <p:spPr/>
        <p:txBody>
          <a:bodyPr/>
          <a:lstStyle/>
          <a:p>
            <a:fld id="{2155E1C8-C15B-4C47-AD9F-B8F50D129449}" type="slidenum">
              <a:rPr lang="de-DE" smtClean="0"/>
              <a:pPr/>
              <a:t>16</a:t>
            </a:fld>
            <a:endParaRPr lang="de-DE"/>
          </a:p>
        </p:txBody>
      </p:sp>
      <p:sp>
        <p:nvSpPr>
          <p:cNvPr id="11" name="Textplatzhalter 10">
            <a:extLst>
              <a:ext uri="{FF2B5EF4-FFF2-40B4-BE49-F238E27FC236}">
                <a16:creationId xmlns:a16="http://schemas.microsoft.com/office/drawing/2014/main" id="{2BBD042B-14D6-4982-8174-A35FF494C638}"/>
              </a:ext>
            </a:extLst>
          </p:cNvPr>
          <p:cNvSpPr>
            <a:spLocks noGrp="1"/>
          </p:cNvSpPr>
          <p:nvPr>
            <p:ph type="body" sz="quarter" idx="4294967295"/>
          </p:nvPr>
        </p:nvSpPr>
        <p:spPr>
          <a:xfrm>
            <a:off x="552616" y="260648"/>
            <a:ext cx="11088000" cy="288000"/>
          </a:xfrm>
        </p:spPr>
        <p:txBody>
          <a:bodyPr/>
          <a:lstStyle/>
          <a:p>
            <a:r>
              <a:rPr lang="en-US" dirty="0"/>
              <a:t>Conclusion</a:t>
            </a:r>
            <a:endParaRPr lang="de-DE" dirty="0"/>
          </a:p>
        </p:txBody>
      </p:sp>
    </p:spTree>
    <p:extLst>
      <p:ext uri="{BB962C8B-B14F-4D97-AF65-F5344CB8AC3E}">
        <p14:creationId xmlns:p14="http://schemas.microsoft.com/office/powerpoint/2010/main" val="2022269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217983-39AD-48D4-BE01-315C3E7F9D60}"/>
              </a:ext>
            </a:extLst>
          </p:cNvPr>
          <p:cNvSpPr>
            <a:spLocks noGrp="1"/>
          </p:cNvSpPr>
          <p:nvPr>
            <p:ph type="title"/>
          </p:nvPr>
        </p:nvSpPr>
        <p:spPr/>
        <p:txBody>
          <a:bodyPr/>
          <a:lstStyle/>
          <a:p>
            <a:r>
              <a:rPr lang="de-DE" dirty="0" err="1"/>
              <a:t>Thank</a:t>
            </a:r>
            <a:r>
              <a:rPr lang="de-DE" dirty="0"/>
              <a:t> </a:t>
            </a:r>
            <a:r>
              <a:rPr lang="de-DE" dirty="0" err="1"/>
              <a:t>You</a:t>
            </a:r>
            <a:r>
              <a:rPr lang="de-DE" dirty="0"/>
              <a:t>!</a:t>
            </a:r>
          </a:p>
        </p:txBody>
      </p:sp>
      <p:sp>
        <p:nvSpPr>
          <p:cNvPr id="3" name="Inhaltsplatzhalter 2">
            <a:extLst>
              <a:ext uri="{FF2B5EF4-FFF2-40B4-BE49-F238E27FC236}">
                <a16:creationId xmlns:a16="http://schemas.microsoft.com/office/drawing/2014/main" id="{7EC2DAFD-AB12-4524-8959-35BFAE3BF229}"/>
              </a:ext>
            </a:extLst>
          </p:cNvPr>
          <p:cNvSpPr>
            <a:spLocks noGrp="1"/>
          </p:cNvSpPr>
          <p:nvPr>
            <p:ph idx="1"/>
          </p:nvPr>
        </p:nvSpPr>
        <p:spPr/>
        <p:txBody>
          <a:bodyPr/>
          <a:lstStyle/>
          <a:p>
            <a:r>
              <a:rPr lang="de-DE" sz="4800" dirty="0"/>
              <a:t>Any Questions?</a:t>
            </a:r>
          </a:p>
        </p:txBody>
      </p:sp>
      <p:sp>
        <p:nvSpPr>
          <p:cNvPr id="4" name="Datumsplatzhalter 3">
            <a:extLst>
              <a:ext uri="{FF2B5EF4-FFF2-40B4-BE49-F238E27FC236}">
                <a16:creationId xmlns:a16="http://schemas.microsoft.com/office/drawing/2014/main" id="{8B06E1E2-39FC-47A6-95B5-27D287C904B4}"/>
              </a:ext>
            </a:extLst>
          </p:cNvPr>
          <p:cNvSpPr>
            <a:spLocks noGrp="1"/>
          </p:cNvSpPr>
          <p:nvPr>
            <p:ph type="dt" sz="half" idx="10"/>
          </p:nvPr>
        </p:nvSpPr>
        <p:spPr/>
        <p:txBody>
          <a:bodyPr/>
          <a:lstStyle/>
          <a:p>
            <a:fld id="{F56C8231-9C48-41F0-94E0-8D7ABE02DE67}" type="datetime4">
              <a:rPr lang="de-DE" smtClean="0"/>
              <a:t>23. September 2024</a:t>
            </a:fld>
            <a:endParaRPr lang="de-DE"/>
          </a:p>
        </p:txBody>
      </p:sp>
      <p:sp>
        <p:nvSpPr>
          <p:cNvPr id="5" name="Fußzeilenplatzhalter 4">
            <a:extLst>
              <a:ext uri="{FF2B5EF4-FFF2-40B4-BE49-F238E27FC236}">
                <a16:creationId xmlns:a16="http://schemas.microsoft.com/office/drawing/2014/main" id="{BB610818-F590-4631-ACDA-A32E26353A0F}"/>
              </a:ext>
            </a:extLst>
          </p:cNvPr>
          <p:cNvSpPr>
            <a:spLocks noGrp="1"/>
          </p:cNvSpPr>
          <p:nvPr>
            <p:ph type="ftr" sz="quarter" idx="11"/>
          </p:nvPr>
        </p:nvSpPr>
        <p:spPr/>
        <p:txBody>
          <a:bodyPr/>
          <a:lstStyle/>
          <a:p>
            <a:r>
              <a:rPr lang="en-US"/>
              <a:t>Mining of Massive Datasets - Summary Chapter 1 | Sotirios Patsos</a:t>
            </a:r>
            <a:endParaRPr lang="de-DE"/>
          </a:p>
        </p:txBody>
      </p:sp>
      <p:sp>
        <p:nvSpPr>
          <p:cNvPr id="6" name="Foliennummernplatzhalter 5">
            <a:extLst>
              <a:ext uri="{FF2B5EF4-FFF2-40B4-BE49-F238E27FC236}">
                <a16:creationId xmlns:a16="http://schemas.microsoft.com/office/drawing/2014/main" id="{94CEDA2E-7AB9-45A0-9CE0-B06B3F78E6E6}"/>
              </a:ext>
            </a:extLst>
          </p:cNvPr>
          <p:cNvSpPr>
            <a:spLocks noGrp="1"/>
          </p:cNvSpPr>
          <p:nvPr>
            <p:ph type="sldNum" sz="quarter" idx="12"/>
          </p:nvPr>
        </p:nvSpPr>
        <p:spPr/>
        <p:txBody>
          <a:bodyPr/>
          <a:lstStyle/>
          <a:p>
            <a:fld id="{2155E1C8-C15B-4C47-AD9F-B8F50D129449}" type="slidenum">
              <a:rPr lang="de-DE" smtClean="0"/>
              <a:pPr/>
              <a:t>17</a:t>
            </a:fld>
            <a:endParaRPr lang="de-DE"/>
          </a:p>
        </p:txBody>
      </p:sp>
    </p:spTree>
    <p:extLst>
      <p:ext uri="{BB962C8B-B14F-4D97-AF65-F5344CB8AC3E}">
        <p14:creationId xmlns:p14="http://schemas.microsoft.com/office/powerpoint/2010/main" val="2756182861"/>
      </p:ext>
    </p:extLst>
  </p:cSld>
  <p:clrMapOvr>
    <a:masterClrMapping/>
  </p:clrMapOvr>
</p:sld>
</file>

<file path=ppt/theme/theme1.xml><?xml version="1.0" encoding="utf-8"?>
<a:theme xmlns:a="http://schemas.openxmlformats.org/drawingml/2006/main" name="Office">
  <a:themeElements>
    <a:clrScheme name="Fakultät_III 1">
      <a:dk1>
        <a:srgbClr val="00385F"/>
      </a:dk1>
      <a:lt1>
        <a:srgbClr val="FFFFFF"/>
      </a:lt1>
      <a:dk2>
        <a:srgbClr val="FFFFFF"/>
      </a:dk2>
      <a:lt2>
        <a:srgbClr val="E7E6E6"/>
      </a:lt2>
      <a:accent1>
        <a:srgbClr val="00385F"/>
      </a:accent1>
      <a:accent2>
        <a:srgbClr val="008570"/>
      </a:accent2>
      <a:accent3>
        <a:srgbClr val="90C685"/>
      </a:accent3>
      <a:accent4>
        <a:srgbClr val="657280"/>
      </a:accent4>
      <a:accent5>
        <a:srgbClr val="008570"/>
      </a:accent5>
      <a:accent6>
        <a:srgbClr val="657280"/>
      </a:accent6>
      <a:hlink>
        <a:srgbClr val="000000"/>
      </a:hlink>
      <a:folHlink>
        <a:srgbClr val="000000"/>
      </a:folHlink>
    </a:clrScheme>
    <a:fontScheme name="UNIS - Fonts - 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s_16x9_002-000-002.potx" id="{DBB2CE38-7E84-4B6D-8FDA-A0BF717DDC6A}" vid="{C99ECCFC-BE6B-47A7-AA96-A95A4C7C866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Template>
  <TotalTime>0</TotalTime>
  <Words>1502</Words>
  <Application>Microsoft Office PowerPoint</Application>
  <PresentationFormat>Breitbild</PresentationFormat>
  <Paragraphs>178</Paragraphs>
  <Slides>17</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17</vt:i4>
      </vt:variant>
    </vt:vector>
  </HeadingPairs>
  <TitlesOfParts>
    <vt:vector size="20" baseType="lpstr">
      <vt:lpstr>Arial</vt:lpstr>
      <vt:lpstr>Calibri</vt:lpstr>
      <vt:lpstr>Office</vt:lpstr>
      <vt:lpstr>Mining of Massive Datasets</vt:lpstr>
      <vt:lpstr>Agenda</vt:lpstr>
      <vt:lpstr>Introduction</vt:lpstr>
      <vt:lpstr>Data Mining, Big Data, Data Science, …</vt:lpstr>
      <vt:lpstr>What is Data Mining</vt:lpstr>
      <vt:lpstr>1.1.1. Modeling</vt:lpstr>
      <vt:lpstr>1.1.2. Statistical Modeling</vt:lpstr>
      <vt:lpstr>1.1.3. Machine Learning </vt:lpstr>
      <vt:lpstr>1.1.4. Computational Approaches</vt:lpstr>
      <vt:lpstr>1.1.5. Summarization</vt:lpstr>
      <vt:lpstr>1.1.6. Feature Extraction</vt:lpstr>
      <vt:lpstr>Statistical Limits  of Data Mining</vt:lpstr>
      <vt:lpstr>Bonferroni's principle 1/2</vt:lpstr>
      <vt:lpstr>Bonferroni's principle 2/2</vt:lpstr>
      <vt:lpstr>Conclusion</vt:lpstr>
      <vt:lpstr>Summary of the most important findings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 steht eine  Überschrift lorem</dc:title>
  <dc:creator>Sarah Kühn</dc:creator>
  <dc:description>PowerPoint Vorlage Offive 2019 | Format: 16:9 - quer</dc:description>
  <cp:lastModifiedBy>Sotirios Patsos</cp:lastModifiedBy>
  <cp:revision>30</cp:revision>
  <dcterms:created xsi:type="dcterms:W3CDTF">2020-11-06T14:48:06Z</dcterms:created>
  <dcterms:modified xsi:type="dcterms:W3CDTF">2024-09-23T07:36:05Z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1.1.0</vt:lpwstr>
  </property>
  <property fmtid="{D5CDD505-2E9C-101B-9397-08002B2CF9AE}" pid="3" name="Build">
    <vt:lpwstr>002-000-002</vt:lpwstr>
  </property>
  <property fmtid="{D5CDD505-2E9C-101B-9397-08002B2CF9AE}" pid="4" name="Erstellt von">
    <vt:lpwstr>morfeld-softwareentwicklung</vt:lpwstr>
  </property>
  <property fmtid="{D5CDD505-2E9C-101B-9397-08002B2CF9AE}" pid="5" name="Autor">
    <vt:lpwstr>clemens morfeld</vt:lpwstr>
  </property>
  <property fmtid="{D5CDD505-2E9C-101B-9397-08002B2CF9AE}" pid="6" name="Erstellt am">
    <vt:lpwstr>29.10.2020</vt:lpwstr>
  </property>
  <property fmtid="{D5CDD505-2E9C-101B-9397-08002B2CF9AE}" pid="7" name="Stand">
    <vt:lpwstr>29.10.2020</vt:lpwstr>
  </property>
</Properties>
</file>