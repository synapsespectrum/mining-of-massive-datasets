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8"/>
  </p:notesMasterIdLst>
  <p:sldIdLst>
    <p:sldId id="256" r:id="rId2"/>
    <p:sldId id="258" r:id="rId3"/>
    <p:sldId id="260" r:id="rId4"/>
    <p:sldId id="308" r:id="rId5"/>
    <p:sldId id="309" r:id="rId6"/>
    <p:sldId id="310" r:id="rId7"/>
    <p:sldId id="311" r:id="rId8"/>
    <p:sldId id="261" r:id="rId9"/>
    <p:sldId id="312" r:id="rId10"/>
    <p:sldId id="313" r:id="rId11"/>
    <p:sldId id="262" r:id="rId12"/>
    <p:sldId id="314" r:id="rId13"/>
    <p:sldId id="315" r:id="rId14"/>
    <p:sldId id="316" r:id="rId15"/>
    <p:sldId id="265" r:id="rId16"/>
    <p:sldId id="264" r:id="rId17"/>
  </p:sldIdLst>
  <p:sldSz cx="9144000" cy="5143500" type="screen16x9"/>
  <p:notesSz cx="6858000" cy="9144000"/>
  <p:embeddedFontLst>
    <p:embeddedFont>
      <p:font typeface="Black Han Sans"/>
      <p:regular r:id="rId19"/>
    </p:embeddedFont>
    <p:embeddedFont>
      <p:font typeface="ABeeZee"/>
      <p:regular r:id="rId20"/>
      <p:italic r:id="rId21"/>
    </p:embeddedFont>
    <p:embeddedFont>
      <p:font typeface="Cambria Math" panose="02040503050406030204" pitchFamily="18"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0C0C"/>
    <a:srgbClr val="FFFFFF"/>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F0BCAD-A4DF-4C60-971B-6CCA8056A23B}">
  <a:tblStyle styleId="{76F0BCAD-A4DF-4C60-971B-6CCA8056A23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2"/>
        <p:cNvGrpSpPr/>
        <p:nvPr/>
      </p:nvGrpSpPr>
      <p:grpSpPr>
        <a:xfrm>
          <a:off x="0" y="0"/>
          <a:ext cx="0" cy="0"/>
          <a:chOff x="0" y="0"/>
          <a:chExt cx="0" cy="0"/>
        </a:xfrm>
      </p:grpSpPr>
      <p:sp>
        <p:nvSpPr>
          <p:cNvPr id="4333" name="Google Shape;4333;g100fd3d694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4" name="Google Shape;4334;g100fd3d694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6"/>
        <p:cNvGrpSpPr/>
        <p:nvPr/>
      </p:nvGrpSpPr>
      <p:grpSpPr>
        <a:xfrm>
          <a:off x="0" y="0"/>
          <a:ext cx="0" cy="0"/>
          <a:chOff x="0" y="0"/>
          <a:chExt cx="0" cy="0"/>
        </a:xfrm>
      </p:grpSpPr>
      <p:sp>
        <p:nvSpPr>
          <p:cNvPr id="4347" name="Google Shape;4347;gf23b9993d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8" name="Google Shape;4348;gf23b9993d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7"/>
        <p:cNvGrpSpPr/>
        <p:nvPr/>
      </p:nvGrpSpPr>
      <p:grpSpPr>
        <a:xfrm>
          <a:off x="0" y="0"/>
          <a:ext cx="0" cy="0"/>
          <a:chOff x="0" y="0"/>
          <a:chExt cx="0" cy="0"/>
        </a:xfrm>
      </p:grpSpPr>
      <p:sp>
        <p:nvSpPr>
          <p:cNvPr id="4378" name="Google Shape;4378;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9" name="Google Shape;4379;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5">
          <a:extLst>
            <a:ext uri="{FF2B5EF4-FFF2-40B4-BE49-F238E27FC236}">
              <a16:creationId xmlns:a16="http://schemas.microsoft.com/office/drawing/2014/main" id="{414661F1-C8F7-F649-4AC7-CBECD39534CA}"/>
            </a:ext>
          </a:extLst>
        </p:cNvPr>
        <p:cNvGrpSpPr/>
        <p:nvPr/>
      </p:nvGrpSpPr>
      <p:grpSpPr>
        <a:xfrm>
          <a:off x="0" y="0"/>
          <a:ext cx="0" cy="0"/>
          <a:chOff x="0" y="0"/>
          <a:chExt cx="0" cy="0"/>
        </a:xfrm>
      </p:grpSpPr>
      <p:sp>
        <p:nvSpPr>
          <p:cNvPr id="4576" name="Google Shape;4576;g1012d73dd0b_0_198:notes">
            <a:extLst>
              <a:ext uri="{FF2B5EF4-FFF2-40B4-BE49-F238E27FC236}">
                <a16:creationId xmlns:a16="http://schemas.microsoft.com/office/drawing/2014/main" id="{81ADE1B5-051B-6C69-E9DF-C1C92F06A4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7" name="Google Shape;4577;g1012d73dd0b_0_198:notes">
            <a:extLst>
              <a:ext uri="{FF2B5EF4-FFF2-40B4-BE49-F238E27FC236}">
                <a16:creationId xmlns:a16="http://schemas.microsoft.com/office/drawing/2014/main" id="{DF0BAD23-72A6-726A-D71C-5FE30A36BC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5006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5">
          <a:extLst>
            <a:ext uri="{FF2B5EF4-FFF2-40B4-BE49-F238E27FC236}">
              <a16:creationId xmlns:a16="http://schemas.microsoft.com/office/drawing/2014/main" id="{8085F5C0-9BD5-798E-0D30-AE5EBCD14E21}"/>
            </a:ext>
          </a:extLst>
        </p:cNvPr>
        <p:cNvGrpSpPr/>
        <p:nvPr/>
      </p:nvGrpSpPr>
      <p:grpSpPr>
        <a:xfrm>
          <a:off x="0" y="0"/>
          <a:ext cx="0" cy="0"/>
          <a:chOff x="0" y="0"/>
          <a:chExt cx="0" cy="0"/>
        </a:xfrm>
      </p:grpSpPr>
      <p:sp>
        <p:nvSpPr>
          <p:cNvPr id="4576" name="Google Shape;4576;g1012d73dd0b_0_198:notes">
            <a:extLst>
              <a:ext uri="{FF2B5EF4-FFF2-40B4-BE49-F238E27FC236}">
                <a16:creationId xmlns:a16="http://schemas.microsoft.com/office/drawing/2014/main" id="{D4BDD928-F862-C181-0E85-A16A72C841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7" name="Google Shape;4577;g1012d73dd0b_0_198:notes">
            <a:extLst>
              <a:ext uri="{FF2B5EF4-FFF2-40B4-BE49-F238E27FC236}">
                <a16:creationId xmlns:a16="http://schemas.microsoft.com/office/drawing/2014/main" id="{76906DA8-6525-8068-4D20-893BDC039F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4894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7">
          <a:extLst>
            <a:ext uri="{FF2B5EF4-FFF2-40B4-BE49-F238E27FC236}">
              <a16:creationId xmlns:a16="http://schemas.microsoft.com/office/drawing/2014/main" id="{6366C74B-E48D-95C5-FB9B-57D9BABB381D}"/>
            </a:ext>
          </a:extLst>
        </p:cNvPr>
        <p:cNvGrpSpPr/>
        <p:nvPr/>
      </p:nvGrpSpPr>
      <p:grpSpPr>
        <a:xfrm>
          <a:off x="0" y="0"/>
          <a:ext cx="0" cy="0"/>
          <a:chOff x="0" y="0"/>
          <a:chExt cx="0" cy="0"/>
        </a:xfrm>
      </p:grpSpPr>
      <p:sp>
        <p:nvSpPr>
          <p:cNvPr id="4378" name="Google Shape;4378;g99f2f57a71_0_207:notes">
            <a:extLst>
              <a:ext uri="{FF2B5EF4-FFF2-40B4-BE49-F238E27FC236}">
                <a16:creationId xmlns:a16="http://schemas.microsoft.com/office/drawing/2014/main" id="{1A9DB027-4A41-2A04-34DF-2745A92CF3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9" name="Google Shape;4379;g99f2f57a71_0_207:notes">
            <a:extLst>
              <a:ext uri="{FF2B5EF4-FFF2-40B4-BE49-F238E27FC236}">
                <a16:creationId xmlns:a16="http://schemas.microsoft.com/office/drawing/2014/main" id="{AECD75D6-842A-6511-FDC4-ED1FE2AC4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5892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6">
          <a:extLst>
            <a:ext uri="{FF2B5EF4-FFF2-40B4-BE49-F238E27FC236}">
              <a16:creationId xmlns:a16="http://schemas.microsoft.com/office/drawing/2014/main" id="{83827D70-3D37-F6BD-5231-00B1EADD0544}"/>
            </a:ext>
          </a:extLst>
        </p:cNvPr>
        <p:cNvGrpSpPr/>
        <p:nvPr/>
      </p:nvGrpSpPr>
      <p:grpSpPr>
        <a:xfrm>
          <a:off x="0" y="0"/>
          <a:ext cx="0" cy="0"/>
          <a:chOff x="0" y="0"/>
          <a:chExt cx="0" cy="0"/>
        </a:xfrm>
      </p:grpSpPr>
      <p:sp>
        <p:nvSpPr>
          <p:cNvPr id="4387" name="Google Shape;4387;gbd6c00e730_0_205:notes">
            <a:extLst>
              <a:ext uri="{FF2B5EF4-FFF2-40B4-BE49-F238E27FC236}">
                <a16:creationId xmlns:a16="http://schemas.microsoft.com/office/drawing/2014/main" id="{6DA10EA2-8C96-C9B2-D282-139F8F468A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8" name="Google Shape;4388;gbd6c00e730_0_205:notes">
            <a:extLst>
              <a:ext uri="{FF2B5EF4-FFF2-40B4-BE49-F238E27FC236}">
                <a16:creationId xmlns:a16="http://schemas.microsoft.com/office/drawing/2014/main" id="{029F9CBF-F1E4-561A-1677-49A49F2D89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5698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6"/>
        <p:cNvGrpSpPr/>
        <p:nvPr/>
      </p:nvGrpSpPr>
      <p:grpSpPr>
        <a:xfrm>
          <a:off x="0" y="0"/>
          <a:ext cx="0" cy="0"/>
          <a:chOff x="0" y="0"/>
          <a:chExt cx="0" cy="0"/>
        </a:xfrm>
      </p:grpSpPr>
      <p:sp>
        <p:nvSpPr>
          <p:cNvPr id="4387" name="Google Shape;4387;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8" name="Google Shape;4388;gbd6c00e73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6">
          <a:extLst>
            <a:ext uri="{FF2B5EF4-FFF2-40B4-BE49-F238E27FC236}">
              <a16:creationId xmlns:a16="http://schemas.microsoft.com/office/drawing/2014/main" id="{EC16E492-8B03-582A-8991-D91284DD485B}"/>
            </a:ext>
          </a:extLst>
        </p:cNvPr>
        <p:cNvGrpSpPr/>
        <p:nvPr/>
      </p:nvGrpSpPr>
      <p:grpSpPr>
        <a:xfrm>
          <a:off x="0" y="0"/>
          <a:ext cx="0" cy="0"/>
          <a:chOff x="0" y="0"/>
          <a:chExt cx="0" cy="0"/>
        </a:xfrm>
      </p:grpSpPr>
      <p:sp>
        <p:nvSpPr>
          <p:cNvPr id="4387" name="Google Shape;4387;gbd6c00e730_0_205:notes">
            <a:extLst>
              <a:ext uri="{FF2B5EF4-FFF2-40B4-BE49-F238E27FC236}">
                <a16:creationId xmlns:a16="http://schemas.microsoft.com/office/drawing/2014/main" id="{5C6B5542-4DDD-B358-CC6B-522ED5A05A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8" name="Google Shape;4388;gbd6c00e730_0_205:notes">
            <a:extLst>
              <a:ext uri="{FF2B5EF4-FFF2-40B4-BE49-F238E27FC236}">
                <a16:creationId xmlns:a16="http://schemas.microsoft.com/office/drawing/2014/main" id="{F3F9EC6D-0411-67D9-C564-B094804CFF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7208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7">
          <a:extLst>
            <a:ext uri="{FF2B5EF4-FFF2-40B4-BE49-F238E27FC236}">
              <a16:creationId xmlns:a16="http://schemas.microsoft.com/office/drawing/2014/main" id="{4F201B5F-76E1-E8A2-08ED-E6027C5E27CE}"/>
            </a:ext>
          </a:extLst>
        </p:cNvPr>
        <p:cNvGrpSpPr/>
        <p:nvPr/>
      </p:nvGrpSpPr>
      <p:grpSpPr>
        <a:xfrm>
          <a:off x="0" y="0"/>
          <a:ext cx="0" cy="0"/>
          <a:chOff x="0" y="0"/>
          <a:chExt cx="0" cy="0"/>
        </a:xfrm>
      </p:grpSpPr>
      <p:sp>
        <p:nvSpPr>
          <p:cNvPr id="4378" name="Google Shape;4378;g99f2f57a71_0_207:notes">
            <a:extLst>
              <a:ext uri="{FF2B5EF4-FFF2-40B4-BE49-F238E27FC236}">
                <a16:creationId xmlns:a16="http://schemas.microsoft.com/office/drawing/2014/main" id="{3B3EABBD-1C4F-3A15-49FC-73A9ED9BD2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9" name="Google Shape;4379;g99f2f57a71_0_207:notes">
            <a:extLst>
              <a:ext uri="{FF2B5EF4-FFF2-40B4-BE49-F238E27FC236}">
                <a16:creationId xmlns:a16="http://schemas.microsoft.com/office/drawing/2014/main" id="{0F8FB412-49D3-CDBB-6902-047E572E5D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8404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6"/>
        <p:cNvGrpSpPr/>
        <p:nvPr/>
      </p:nvGrpSpPr>
      <p:grpSpPr>
        <a:xfrm>
          <a:off x="0" y="0"/>
          <a:ext cx="0" cy="0"/>
          <a:chOff x="0" y="0"/>
          <a:chExt cx="0" cy="0"/>
        </a:xfrm>
      </p:grpSpPr>
      <p:sp>
        <p:nvSpPr>
          <p:cNvPr id="4427" name="Google Shape;4427;gbd6c00e730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8" name="Google Shape;4428;gbd6c00e730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7">
          <a:extLst>
            <a:ext uri="{FF2B5EF4-FFF2-40B4-BE49-F238E27FC236}">
              <a16:creationId xmlns:a16="http://schemas.microsoft.com/office/drawing/2014/main" id="{B2E5D3F7-0C4F-6FC9-1035-7587C6B2540E}"/>
            </a:ext>
          </a:extLst>
        </p:cNvPr>
        <p:cNvGrpSpPr/>
        <p:nvPr/>
      </p:nvGrpSpPr>
      <p:grpSpPr>
        <a:xfrm>
          <a:off x="0" y="0"/>
          <a:ext cx="0" cy="0"/>
          <a:chOff x="0" y="0"/>
          <a:chExt cx="0" cy="0"/>
        </a:xfrm>
      </p:grpSpPr>
      <p:sp>
        <p:nvSpPr>
          <p:cNvPr id="4378" name="Google Shape;4378;g99f2f57a71_0_207:notes">
            <a:extLst>
              <a:ext uri="{FF2B5EF4-FFF2-40B4-BE49-F238E27FC236}">
                <a16:creationId xmlns:a16="http://schemas.microsoft.com/office/drawing/2014/main" id="{4ADCE590-113B-E233-2B9C-7C847B94A7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9" name="Google Shape;4379;g99f2f57a71_0_207:notes">
            <a:extLst>
              <a:ext uri="{FF2B5EF4-FFF2-40B4-BE49-F238E27FC236}">
                <a16:creationId xmlns:a16="http://schemas.microsoft.com/office/drawing/2014/main" id="{6B90C37E-46F4-AFDC-E303-478DD80B2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35548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3">
          <a:extLst>
            <a:ext uri="{FF2B5EF4-FFF2-40B4-BE49-F238E27FC236}">
              <a16:creationId xmlns:a16="http://schemas.microsoft.com/office/drawing/2014/main" id="{B2909942-035E-C566-6914-CFCB5B8F01A1}"/>
            </a:ext>
          </a:extLst>
        </p:cNvPr>
        <p:cNvGrpSpPr/>
        <p:nvPr/>
      </p:nvGrpSpPr>
      <p:grpSpPr>
        <a:xfrm>
          <a:off x="0" y="0"/>
          <a:ext cx="0" cy="0"/>
          <a:chOff x="0" y="0"/>
          <a:chExt cx="0" cy="0"/>
        </a:xfrm>
      </p:grpSpPr>
      <p:sp>
        <p:nvSpPr>
          <p:cNvPr id="5734" name="Google Shape;5734;gf35096e3b1_0_13:notes">
            <a:extLst>
              <a:ext uri="{FF2B5EF4-FFF2-40B4-BE49-F238E27FC236}">
                <a16:creationId xmlns:a16="http://schemas.microsoft.com/office/drawing/2014/main" id="{27022F3F-D0BA-9452-EDA1-E52FE6033A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5" name="Google Shape;5735;gf35096e3b1_0_13:notes">
            <a:extLst>
              <a:ext uri="{FF2B5EF4-FFF2-40B4-BE49-F238E27FC236}">
                <a16:creationId xmlns:a16="http://schemas.microsoft.com/office/drawing/2014/main" id="{975D977B-3864-F783-284B-5803F5C2AD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6994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7">
          <a:extLst>
            <a:ext uri="{FF2B5EF4-FFF2-40B4-BE49-F238E27FC236}">
              <a16:creationId xmlns:a16="http://schemas.microsoft.com/office/drawing/2014/main" id="{DAC8E0FC-CBB2-B8CE-619B-2D3DF0AC10F0}"/>
            </a:ext>
          </a:extLst>
        </p:cNvPr>
        <p:cNvGrpSpPr/>
        <p:nvPr/>
      </p:nvGrpSpPr>
      <p:grpSpPr>
        <a:xfrm>
          <a:off x="0" y="0"/>
          <a:ext cx="0" cy="0"/>
          <a:chOff x="0" y="0"/>
          <a:chExt cx="0" cy="0"/>
        </a:xfrm>
      </p:grpSpPr>
      <p:sp>
        <p:nvSpPr>
          <p:cNvPr id="4378" name="Google Shape;4378;g99f2f57a71_0_207:notes">
            <a:extLst>
              <a:ext uri="{FF2B5EF4-FFF2-40B4-BE49-F238E27FC236}">
                <a16:creationId xmlns:a16="http://schemas.microsoft.com/office/drawing/2014/main" id="{7B745FE7-B25F-925C-1D18-E149DB74CE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9" name="Google Shape;4379;g99f2f57a71_0_207:notes">
            <a:extLst>
              <a:ext uri="{FF2B5EF4-FFF2-40B4-BE49-F238E27FC236}">
                <a16:creationId xmlns:a16="http://schemas.microsoft.com/office/drawing/2014/main" id="{75546F8E-AE40-6491-76ED-C7C1B77581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6324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8"/>
        <p:cNvGrpSpPr/>
        <p:nvPr/>
      </p:nvGrpSpPr>
      <p:grpSpPr>
        <a:xfrm>
          <a:off x="0" y="0"/>
          <a:ext cx="0" cy="0"/>
          <a:chOff x="0" y="0"/>
          <a:chExt cx="0" cy="0"/>
        </a:xfrm>
      </p:grpSpPr>
      <p:sp>
        <p:nvSpPr>
          <p:cNvPr id="4479" name="Google Shape;4479;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0" name="Google Shape;4480;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2"/>
        <p:cNvGrpSpPr/>
        <p:nvPr/>
      </p:nvGrpSpPr>
      <p:grpSpPr>
        <a:xfrm>
          <a:off x="0" y="0"/>
          <a:ext cx="0" cy="0"/>
          <a:chOff x="0" y="0"/>
          <a:chExt cx="0" cy="0"/>
        </a:xfrm>
      </p:grpSpPr>
      <p:sp>
        <p:nvSpPr>
          <p:cNvPr id="4473" name="Google Shape;4473;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4" name="Google Shape;4474;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rot="10800000" flipH="1">
            <a:off x="4945033" y="3106601"/>
            <a:ext cx="4198961" cy="2036907"/>
            <a:chOff x="4643125" y="3610400"/>
            <a:chExt cx="2050875" cy="994875"/>
          </a:xfrm>
        </p:grpSpPr>
        <p:sp>
          <p:nvSpPr>
            <p:cNvPr id="10" name="Google Shape;10;p2"/>
            <p:cNvSpPr/>
            <p:nvPr/>
          </p:nvSpPr>
          <p:spPr>
            <a:xfrm>
              <a:off x="5600100" y="3665175"/>
              <a:ext cx="147050" cy="30375"/>
            </a:xfrm>
            <a:custGeom>
              <a:avLst/>
              <a:gdLst/>
              <a:ahLst/>
              <a:cxnLst/>
              <a:rect l="l" t="t" r="r" b="b"/>
              <a:pathLst>
                <a:path w="5882" h="1215" extrusionOk="0">
                  <a:moveTo>
                    <a:pt x="5810" y="0"/>
                  </a:moveTo>
                  <a:lnTo>
                    <a:pt x="72" y="905"/>
                  </a:lnTo>
                  <a:lnTo>
                    <a:pt x="0" y="1214"/>
                  </a:lnTo>
                  <a:lnTo>
                    <a:pt x="5882" y="286"/>
                  </a:lnTo>
                  <a:cubicBezTo>
                    <a:pt x="5834" y="191"/>
                    <a:pt x="5799" y="107"/>
                    <a:pt x="581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1;p2"/>
            <p:cNvSpPr/>
            <p:nvPr/>
          </p:nvSpPr>
          <p:spPr>
            <a:xfrm>
              <a:off x="5504550" y="3688675"/>
              <a:ext cx="89625" cy="20275"/>
            </a:xfrm>
            <a:custGeom>
              <a:avLst/>
              <a:gdLst/>
              <a:ahLst/>
              <a:cxnLst/>
              <a:rect l="l" t="t" r="r" b="b"/>
              <a:pathLst>
                <a:path w="3585" h="811" extrusionOk="0">
                  <a:moveTo>
                    <a:pt x="3584" y="1"/>
                  </a:moveTo>
                  <a:lnTo>
                    <a:pt x="0" y="560"/>
                  </a:lnTo>
                  <a:lnTo>
                    <a:pt x="0" y="655"/>
                  </a:lnTo>
                  <a:lnTo>
                    <a:pt x="262" y="810"/>
                  </a:lnTo>
                  <a:lnTo>
                    <a:pt x="3513" y="310"/>
                  </a:lnTo>
                  <a:lnTo>
                    <a:pt x="358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2;p2"/>
            <p:cNvSpPr/>
            <p:nvPr/>
          </p:nvSpPr>
          <p:spPr>
            <a:xfrm>
              <a:off x="5497700" y="3708925"/>
              <a:ext cx="25" cy="625"/>
            </a:xfrm>
            <a:custGeom>
              <a:avLst/>
              <a:gdLst/>
              <a:ahLst/>
              <a:cxnLst/>
              <a:rect l="l" t="t" r="r" b="b"/>
              <a:pathLst>
                <a:path w="1" h="25" extrusionOk="0">
                  <a:moveTo>
                    <a:pt x="0" y="0"/>
                  </a:moveTo>
                  <a:cubicBezTo>
                    <a:pt x="0" y="0"/>
                    <a:pt x="0" y="24"/>
                    <a:pt x="0" y="0"/>
                  </a:cubicBezTo>
                  <a:cubicBezTo>
                    <a:pt x="0" y="24"/>
                    <a:pt x="0"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3;p2"/>
            <p:cNvSpPr/>
            <p:nvPr/>
          </p:nvSpPr>
          <p:spPr>
            <a:xfrm>
              <a:off x="5498600" y="371010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2"/>
            <p:cNvSpPr/>
            <p:nvPr/>
          </p:nvSpPr>
          <p:spPr>
            <a:xfrm>
              <a:off x="5497400" y="3708925"/>
              <a:ext cx="325" cy="25"/>
            </a:xfrm>
            <a:custGeom>
              <a:avLst/>
              <a:gdLst/>
              <a:ahLst/>
              <a:cxnLst/>
              <a:rect l="l" t="t" r="r" b="b"/>
              <a:pathLst>
                <a:path w="13" h="1" extrusionOk="0">
                  <a:moveTo>
                    <a:pt x="1" y="0"/>
                  </a:moveTo>
                  <a:cubicBezTo>
                    <a:pt x="12" y="0"/>
                    <a:pt x="12" y="0"/>
                    <a:pt x="1" y="0"/>
                  </a:cubicBezTo>
                  <a:cubicBezTo>
                    <a:pt x="12" y="0"/>
                    <a:pt x="12" y="0"/>
                    <a:pt x="1" y="0"/>
                  </a:cubicBezTo>
                  <a:cubicBezTo>
                    <a:pt x="12" y="0"/>
                    <a:pt x="1" y="0"/>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5;p2"/>
            <p:cNvSpPr/>
            <p:nvPr/>
          </p:nvSpPr>
          <p:spPr>
            <a:xfrm>
              <a:off x="5498000" y="3709525"/>
              <a:ext cx="925" cy="300"/>
            </a:xfrm>
            <a:custGeom>
              <a:avLst/>
              <a:gdLst/>
              <a:ahLst/>
              <a:cxnLst/>
              <a:rect l="l" t="t" r="r" b="b"/>
              <a:pathLst>
                <a:path w="37" h="12" extrusionOk="0">
                  <a:moveTo>
                    <a:pt x="0" y="0"/>
                  </a:moveTo>
                  <a:cubicBezTo>
                    <a:pt x="0" y="12"/>
                    <a:pt x="24" y="12"/>
                    <a:pt x="36" y="12"/>
                  </a:cubicBezTo>
                  <a:lnTo>
                    <a:pt x="36" y="12"/>
                  </a:lnTo>
                  <a:cubicBezTo>
                    <a:pt x="24" y="12"/>
                    <a:pt x="0" y="12"/>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2"/>
            <p:cNvSpPr/>
            <p:nvPr/>
          </p:nvSpPr>
          <p:spPr>
            <a:xfrm>
              <a:off x="5497100" y="3707125"/>
              <a:ext cx="25" cy="325"/>
            </a:xfrm>
            <a:custGeom>
              <a:avLst/>
              <a:gdLst/>
              <a:ahLst/>
              <a:cxnLst/>
              <a:rect l="l" t="t" r="r" b="b"/>
              <a:pathLst>
                <a:path w="1" h="13" extrusionOk="0">
                  <a:moveTo>
                    <a:pt x="1" y="1"/>
                  </a:moveTo>
                  <a:cubicBezTo>
                    <a:pt x="1" y="13"/>
                    <a:pt x="1" y="13"/>
                    <a:pt x="1" y="1"/>
                  </a:cubicBezTo>
                  <a:lnTo>
                    <a:pt x="1" y="13"/>
                  </a:lnTo>
                  <a:lnTo>
                    <a:pt x="1" y="13"/>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2"/>
            <p:cNvSpPr/>
            <p:nvPr/>
          </p:nvSpPr>
          <p:spPr>
            <a:xfrm>
              <a:off x="5695050" y="3824700"/>
              <a:ext cx="212250" cy="130700"/>
            </a:xfrm>
            <a:custGeom>
              <a:avLst/>
              <a:gdLst/>
              <a:ahLst/>
              <a:cxnLst/>
              <a:rect l="l" t="t" r="r" b="b"/>
              <a:pathLst>
                <a:path w="8490" h="5228" extrusionOk="0">
                  <a:moveTo>
                    <a:pt x="298" y="1"/>
                  </a:moveTo>
                  <a:lnTo>
                    <a:pt x="0" y="167"/>
                  </a:lnTo>
                  <a:lnTo>
                    <a:pt x="8370" y="5228"/>
                  </a:lnTo>
                  <a:cubicBezTo>
                    <a:pt x="8382" y="5132"/>
                    <a:pt x="8430" y="5061"/>
                    <a:pt x="8489" y="4989"/>
                  </a:cubicBezTo>
                  <a:lnTo>
                    <a:pt x="8466" y="4930"/>
                  </a:lnTo>
                  <a:lnTo>
                    <a:pt x="29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8;p2"/>
            <p:cNvSpPr/>
            <p:nvPr/>
          </p:nvSpPr>
          <p:spPr>
            <a:xfrm>
              <a:off x="5583725" y="3754175"/>
              <a:ext cx="111650" cy="70250"/>
            </a:xfrm>
            <a:custGeom>
              <a:avLst/>
              <a:gdLst/>
              <a:ahLst/>
              <a:cxnLst/>
              <a:rect l="l" t="t" r="r" b="b"/>
              <a:pathLst>
                <a:path w="4466" h="2810" extrusionOk="0">
                  <a:moveTo>
                    <a:pt x="72" y="0"/>
                  </a:moveTo>
                  <a:lnTo>
                    <a:pt x="0" y="298"/>
                  </a:lnTo>
                  <a:lnTo>
                    <a:pt x="4168" y="2810"/>
                  </a:lnTo>
                  <a:lnTo>
                    <a:pt x="4465" y="2643"/>
                  </a:lnTo>
                  <a:lnTo>
                    <a:pt x="7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9;p2"/>
            <p:cNvSpPr/>
            <p:nvPr/>
          </p:nvSpPr>
          <p:spPr>
            <a:xfrm>
              <a:off x="5498600" y="3705050"/>
              <a:ext cx="80375" cy="52400"/>
            </a:xfrm>
            <a:custGeom>
              <a:avLst/>
              <a:gdLst/>
              <a:ahLst/>
              <a:cxnLst/>
              <a:rect l="l" t="t" r="r" b="b"/>
              <a:pathLst>
                <a:path w="3215" h="2096" extrusionOk="0">
                  <a:moveTo>
                    <a:pt x="0" y="203"/>
                  </a:moveTo>
                  <a:cubicBezTo>
                    <a:pt x="18" y="212"/>
                    <a:pt x="44" y="228"/>
                    <a:pt x="65" y="235"/>
                  </a:cubicBezTo>
                  <a:lnTo>
                    <a:pt x="65" y="235"/>
                  </a:lnTo>
                  <a:lnTo>
                    <a:pt x="12" y="203"/>
                  </a:lnTo>
                  <a:close/>
                  <a:moveTo>
                    <a:pt x="238" y="0"/>
                  </a:moveTo>
                  <a:lnTo>
                    <a:pt x="238" y="84"/>
                  </a:lnTo>
                  <a:cubicBezTo>
                    <a:pt x="238" y="155"/>
                    <a:pt x="179" y="239"/>
                    <a:pt x="84" y="239"/>
                  </a:cubicBezTo>
                  <a:cubicBezTo>
                    <a:pt x="78" y="239"/>
                    <a:pt x="72" y="237"/>
                    <a:pt x="65" y="235"/>
                  </a:cubicBezTo>
                  <a:lnTo>
                    <a:pt x="65" y="235"/>
                  </a:lnTo>
                  <a:lnTo>
                    <a:pt x="3132" y="2096"/>
                  </a:lnTo>
                  <a:lnTo>
                    <a:pt x="3215" y="1798"/>
                  </a:lnTo>
                  <a:lnTo>
                    <a:pt x="500" y="155"/>
                  </a:lnTo>
                  <a:lnTo>
                    <a:pt x="23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0;p2"/>
            <p:cNvSpPr/>
            <p:nvPr/>
          </p:nvSpPr>
          <p:spPr>
            <a:xfrm>
              <a:off x="5497100" y="3708025"/>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21;p2"/>
            <p:cNvSpPr/>
            <p:nvPr/>
          </p:nvSpPr>
          <p:spPr>
            <a:xfrm>
              <a:off x="5498600" y="371010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22;p2"/>
            <p:cNvSpPr/>
            <p:nvPr/>
          </p:nvSpPr>
          <p:spPr>
            <a:xfrm>
              <a:off x="5497700" y="3708925"/>
              <a:ext cx="25" cy="25"/>
            </a:xfrm>
            <a:custGeom>
              <a:avLst/>
              <a:gdLst/>
              <a:ahLst/>
              <a:cxnLst/>
              <a:rect l="l" t="t" r="r" b="b"/>
              <a:pathLst>
                <a:path w="1" h="1" extrusionOk="0">
                  <a:moveTo>
                    <a:pt x="0" y="0"/>
                  </a:moveTo>
                  <a:lnTo>
                    <a:pt x="0" y="0"/>
                  </a:ln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3;p2"/>
            <p:cNvSpPr/>
            <p:nvPr/>
          </p:nvSpPr>
          <p:spPr>
            <a:xfrm>
              <a:off x="4643125" y="3610700"/>
              <a:ext cx="30400" cy="48250"/>
            </a:xfrm>
            <a:custGeom>
              <a:avLst/>
              <a:gdLst/>
              <a:ahLst/>
              <a:cxnLst/>
              <a:rect l="l" t="t" r="r" b="b"/>
              <a:pathLst>
                <a:path w="1216" h="1930" extrusionOk="0">
                  <a:moveTo>
                    <a:pt x="1" y="0"/>
                  </a:moveTo>
                  <a:lnTo>
                    <a:pt x="953" y="1929"/>
                  </a:lnTo>
                  <a:lnTo>
                    <a:pt x="1215" y="1810"/>
                  </a:ln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4;p2"/>
            <p:cNvSpPr/>
            <p:nvPr/>
          </p:nvSpPr>
          <p:spPr>
            <a:xfrm>
              <a:off x="4743450" y="3642850"/>
              <a:ext cx="94675" cy="72950"/>
            </a:xfrm>
            <a:custGeom>
              <a:avLst/>
              <a:gdLst/>
              <a:ahLst/>
              <a:cxnLst/>
              <a:rect l="l" t="t" r="r" b="b"/>
              <a:pathLst>
                <a:path w="3787" h="2918" extrusionOk="0">
                  <a:moveTo>
                    <a:pt x="179" y="0"/>
                  </a:moveTo>
                  <a:cubicBezTo>
                    <a:pt x="155" y="107"/>
                    <a:pt x="95" y="179"/>
                    <a:pt x="0" y="238"/>
                  </a:cubicBezTo>
                  <a:lnTo>
                    <a:pt x="3627" y="2879"/>
                  </a:lnTo>
                  <a:lnTo>
                    <a:pt x="3627" y="2879"/>
                  </a:lnTo>
                  <a:cubicBezTo>
                    <a:pt x="3622" y="2872"/>
                    <a:pt x="3620" y="2864"/>
                    <a:pt x="3620" y="2858"/>
                  </a:cubicBezTo>
                  <a:cubicBezTo>
                    <a:pt x="3596" y="2786"/>
                    <a:pt x="3631" y="2691"/>
                    <a:pt x="3715" y="2667"/>
                  </a:cubicBezTo>
                  <a:lnTo>
                    <a:pt x="3786" y="2631"/>
                  </a:lnTo>
                  <a:lnTo>
                    <a:pt x="179" y="0"/>
                  </a:lnTo>
                  <a:close/>
                  <a:moveTo>
                    <a:pt x="3627" y="2879"/>
                  </a:moveTo>
                  <a:lnTo>
                    <a:pt x="3627" y="2879"/>
                  </a:lnTo>
                  <a:cubicBezTo>
                    <a:pt x="3638" y="2898"/>
                    <a:pt x="3662" y="2917"/>
                    <a:pt x="3679" y="2917"/>
                  </a:cubicBezTo>
                  <a:lnTo>
                    <a:pt x="3627" y="2879"/>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25;p2"/>
            <p:cNvSpPr/>
            <p:nvPr/>
          </p:nvSpPr>
          <p:spPr>
            <a:xfrm>
              <a:off x="4835125" y="3716075"/>
              <a:ext cx="600" cy="300"/>
            </a:xfrm>
            <a:custGeom>
              <a:avLst/>
              <a:gdLst/>
              <a:ahLst/>
              <a:cxnLst/>
              <a:rect l="l" t="t" r="r" b="b"/>
              <a:pathLst>
                <a:path w="24" h="12" extrusionOk="0">
                  <a:moveTo>
                    <a:pt x="0" y="0"/>
                  </a:moveTo>
                  <a:cubicBezTo>
                    <a:pt x="12" y="0"/>
                    <a:pt x="12" y="12"/>
                    <a:pt x="24" y="12"/>
                  </a:cubicBezTo>
                  <a:cubicBezTo>
                    <a:pt x="12" y="12"/>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6;p2"/>
            <p:cNvSpPr/>
            <p:nvPr/>
          </p:nvSpPr>
          <p:spPr>
            <a:xfrm>
              <a:off x="4833325" y="3649975"/>
              <a:ext cx="176825" cy="67000"/>
            </a:xfrm>
            <a:custGeom>
              <a:avLst/>
              <a:gdLst/>
              <a:ahLst/>
              <a:cxnLst/>
              <a:rect l="l" t="t" r="r" b="b"/>
              <a:pathLst>
                <a:path w="7073" h="2680" extrusionOk="0">
                  <a:moveTo>
                    <a:pt x="7049" y="1"/>
                  </a:moveTo>
                  <a:lnTo>
                    <a:pt x="191" y="2358"/>
                  </a:lnTo>
                  <a:lnTo>
                    <a:pt x="120" y="2394"/>
                  </a:lnTo>
                  <a:cubicBezTo>
                    <a:pt x="36" y="2418"/>
                    <a:pt x="1" y="2501"/>
                    <a:pt x="25" y="2584"/>
                  </a:cubicBezTo>
                  <a:cubicBezTo>
                    <a:pt x="36" y="2620"/>
                    <a:pt x="60" y="2644"/>
                    <a:pt x="84" y="2656"/>
                  </a:cubicBezTo>
                  <a:cubicBezTo>
                    <a:pt x="96" y="2656"/>
                    <a:pt x="96" y="2680"/>
                    <a:pt x="120" y="2680"/>
                  </a:cubicBezTo>
                  <a:lnTo>
                    <a:pt x="215" y="2680"/>
                  </a:lnTo>
                  <a:lnTo>
                    <a:pt x="7073" y="310"/>
                  </a:lnTo>
                  <a:cubicBezTo>
                    <a:pt x="7025" y="239"/>
                    <a:pt x="7002" y="156"/>
                    <a:pt x="7025" y="72"/>
                  </a:cubicBezTo>
                  <a:cubicBezTo>
                    <a:pt x="7025" y="37"/>
                    <a:pt x="7037" y="25"/>
                    <a:pt x="704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7;p2"/>
            <p:cNvSpPr/>
            <p:nvPr/>
          </p:nvSpPr>
          <p:spPr>
            <a:xfrm>
              <a:off x="4694925" y="3610700"/>
              <a:ext cx="34250" cy="24725"/>
            </a:xfrm>
            <a:custGeom>
              <a:avLst/>
              <a:gdLst/>
              <a:ahLst/>
              <a:cxnLst/>
              <a:rect l="l" t="t" r="r" b="b"/>
              <a:pathLst>
                <a:path w="1370" h="989" extrusionOk="0">
                  <a:moveTo>
                    <a:pt x="0" y="0"/>
                  </a:moveTo>
                  <a:lnTo>
                    <a:pt x="1119" y="988"/>
                  </a:lnTo>
                  <a:lnTo>
                    <a:pt x="1262" y="929"/>
                  </a:lnTo>
                  <a:cubicBezTo>
                    <a:pt x="1274" y="881"/>
                    <a:pt x="1322" y="834"/>
                    <a:pt x="1370" y="798"/>
                  </a:cubicBezTo>
                  <a:lnTo>
                    <a:pt x="44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8;p2"/>
            <p:cNvSpPr/>
            <p:nvPr/>
          </p:nvSpPr>
          <p:spPr>
            <a:xfrm>
              <a:off x="4663675" y="3633900"/>
              <a:ext cx="62525" cy="32775"/>
            </a:xfrm>
            <a:custGeom>
              <a:avLst/>
              <a:gdLst/>
              <a:ahLst/>
              <a:cxnLst/>
              <a:rect l="l" t="t" r="r" b="b"/>
              <a:pathLst>
                <a:path w="2501" h="1311" extrusionOk="0">
                  <a:moveTo>
                    <a:pt x="2500" y="1"/>
                  </a:moveTo>
                  <a:lnTo>
                    <a:pt x="2358" y="60"/>
                  </a:lnTo>
                  <a:lnTo>
                    <a:pt x="381" y="894"/>
                  </a:lnTo>
                  <a:lnTo>
                    <a:pt x="119" y="1013"/>
                  </a:lnTo>
                  <a:lnTo>
                    <a:pt x="95" y="1025"/>
                  </a:lnTo>
                  <a:cubicBezTo>
                    <a:pt x="24" y="1061"/>
                    <a:pt x="0" y="1144"/>
                    <a:pt x="24" y="1215"/>
                  </a:cubicBezTo>
                  <a:cubicBezTo>
                    <a:pt x="36" y="1251"/>
                    <a:pt x="60" y="1263"/>
                    <a:pt x="72" y="1275"/>
                  </a:cubicBezTo>
                  <a:cubicBezTo>
                    <a:pt x="95" y="1299"/>
                    <a:pt x="119" y="1311"/>
                    <a:pt x="143" y="1311"/>
                  </a:cubicBezTo>
                  <a:cubicBezTo>
                    <a:pt x="131" y="1263"/>
                    <a:pt x="119" y="1215"/>
                    <a:pt x="131" y="1156"/>
                  </a:cubicBezTo>
                  <a:cubicBezTo>
                    <a:pt x="142" y="1040"/>
                    <a:pt x="245" y="961"/>
                    <a:pt x="352" y="961"/>
                  </a:cubicBezTo>
                  <a:cubicBezTo>
                    <a:pt x="366" y="961"/>
                    <a:pt x="379" y="963"/>
                    <a:pt x="393" y="965"/>
                  </a:cubicBezTo>
                  <a:cubicBezTo>
                    <a:pt x="488" y="977"/>
                    <a:pt x="560" y="1061"/>
                    <a:pt x="572" y="1132"/>
                  </a:cubicBezTo>
                  <a:lnTo>
                    <a:pt x="2453" y="346"/>
                  </a:lnTo>
                  <a:cubicBezTo>
                    <a:pt x="2453" y="287"/>
                    <a:pt x="2441" y="203"/>
                    <a:pt x="2453" y="132"/>
                  </a:cubicBezTo>
                  <a:cubicBezTo>
                    <a:pt x="2453" y="84"/>
                    <a:pt x="2477" y="49"/>
                    <a:pt x="250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9;p2"/>
            <p:cNvSpPr/>
            <p:nvPr/>
          </p:nvSpPr>
          <p:spPr>
            <a:xfrm>
              <a:off x="4740175" y="3610700"/>
              <a:ext cx="60725" cy="22925"/>
            </a:xfrm>
            <a:custGeom>
              <a:avLst/>
              <a:gdLst/>
              <a:ahLst/>
              <a:cxnLst/>
              <a:rect l="l" t="t" r="r" b="b"/>
              <a:pathLst>
                <a:path w="2429" h="917" extrusionOk="0">
                  <a:moveTo>
                    <a:pt x="1667" y="0"/>
                  </a:moveTo>
                  <a:lnTo>
                    <a:pt x="0" y="703"/>
                  </a:lnTo>
                  <a:cubicBezTo>
                    <a:pt x="107" y="738"/>
                    <a:pt x="214" y="810"/>
                    <a:pt x="274" y="917"/>
                  </a:cubicBezTo>
                  <a:lnTo>
                    <a:pt x="242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0;p2"/>
            <p:cNvSpPr/>
            <p:nvPr/>
          </p:nvSpPr>
          <p:spPr>
            <a:xfrm>
              <a:off x="4999125" y="3610700"/>
              <a:ext cx="19375" cy="36925"/>
            </a:xfrm>
            <a:custGeom>
              <a:avLst/>
              <a:gdLst/>
              <a:ahLst/>
              <a:cxnLst/>
              <a:rect l="l" t="t" r="r" b="b"/>
              <a:pathLst>
                <a:path w="775" h="1477" extrusionOk="0">
                  <a:moveTo>
                    <a:pt x="0" y="0"/>
                  </a:moveTo>
                  <a:lnTo>
                    <a:pt x="477" y="1477"/>
                  </a:lnTo>
                  <a:cubicBezTo>
                    <a:pt x="526" y="1437"/>
                    <a:pt x="584" y="1414"/>
                    <a:pt x="656" y="1414"/>
                  </a:cubicBezTo>
                  <a:cubicBezTo>
                    <a:pt x="671" y="1414"/>
                    <a:pt x="687" y="1415"/>
                    <a:pt x="703" y="1417"/>
                  </a:cubicBezTo>
                  <a:cubicBezTo>
                    <a:pt x="727" y="1417"/>
                    <a:pt x="762" y="1429"/>
                    <a:pt x="774" y="1453"/>
                  </a:cubicBezTo>
                  <a:lnTo>
                    <a:pt x="31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p2"/>
            <p:cNvSpPr/>
            <p:nvPr/>
          </p:nvSpPr>
          <p:spPr>
            <a:xfrm>
              <a:off x="5014900" y="3656825"/>
              <a:ext cx="92900" cy="270000"/>
            </a:xfrm>
            <a:custGeom>
              <a:avLst/>
              <a:gdLst/>
              <a:ahLst/>
              <a:cxnLst/>
              <a:rect l="l" t="t" r="r" b="b"/>
              <a:pathLst>
                <a:path w="3716" h="10800" extrusionOk="0">
                  <a:moveTo>
                    <a:pt x="239" y="1"/>
                  </a:moveTo>
                  <a:cubicBezTo>
                    <a:pt x="187" y="74"/>
                    <a:pt x="116" y="110"/>
                    <a:pt x="36" y="110"/>
                  </a:cubicBezTo>
                  <a:cubicBezTo>
                    <a:pt x="24" y="110"/>
                    <a:pt x="12" y="109"/>
                    <a:pt x="1" y="108"/>
                  </a:cubicBezTo>
                  <a:lnTo>
                    <a:pt x="1" y="108"/>
                  </a:lnTo>
                  <a:lnTo>
                    <a:pt x="3430" y="10800"/>
                  </a:lnTo>
                  <a:cubicBezTo>
                    <a:pt x="3513" y="10740"/>
                    <a:pt x="3608" y="10704"/>
                    <a:pt x="3715" y="10704"/>
                  </a:cubicBezTo>
                  <a:lnTo>
                    <a:pt x="274" y="24"/>
                  </a:lnTo>
                  <a:cubicBezTo>
                    <a:pt x="262" y="24"/>
                    <a:pt x="251" y="1"/>
                    <a:pt x="23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32;p2"/>
            <p:cNvSpPr/>
            <p:nvPr/>
          </p:nvSpPr>
          <p:spPr>
            <a:xfrm>
              <a:off x="5021150" y="3610400"/>
              <a:ext cx="159875" cy="46900"/>
            </a:xfrm>
            <a:custGeom>
              <a:avLst/>
              <a:gdLst/>
              <a:ahLst/>
              <a:cxnLst/>
              <a:rect l="l" t="t" r="r" b="b"/>
              <a:pathLst>
                <a:path w="6395" h="1876" extrusionOk="0">
                  <a:moveTo>
                    <a:pt x="5370" y="0"/>
                  </a:moveTo>
                  <a:lnTo>
                    <a:pt x="60" y="1584"/>
                  </a:lnTo>
                  <a:lnTo>
                    <a:pt x="36" y="1584"/>
                  </a:lnTo>
                  <a:lnTo>
                    <a:pt x="48" y="1739"/>
                  </a:lnTo>
                  <a:cubicBezTo>
                    <a:pt x="48" y="1786"/>
                    <a:pt x="12" y="1822"/>
                    <a:pt x="1" y="1846"/>
                  </a:cubicBezTo>
                  <a:cubicBezTo>
                    <a:pt x="12" y="1858"/>
                    <a:pt x="24" y="1858"/>
                    <a:pt x="48" y="1858"/>
                  </a:cubicBezTo>
                  <a:cubicBezTo>
                    <a:pt x="60" y="1870"/>
                    <a:pt x="75" y="1876"/>
                    <a:pt x="90" y="1876"/>
                  </a:cubicBezTo>
                  <a:cubicBezTo>
                    <a:pt x="105" y="1876"/>
                    <a:pt x="120" y="1870"/>
                    <a:pt x="132" y="1858"/>
                  </a:cubicBezTo>
                  <a:lnTo>
                    <a:pt x="639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2"/>
            <p:cNvSpPr/>
            <p:nvPr/>
          </p:nvSpPr>
          <p:spPr>
            <a:xfrm>
              <a:off x="5109250" y="3610700"/>
              <a:ext cx="133375" cy="317625"/>
            </a:xfrm>
            <a:custGeom>
              <a:avLst/>
              <a:gdLst/>
              <a:ahLst/>
              <a:cxnLst/>
              <a:rect l="l" t="t" r="r" b="b"/>
              <a:pathLst>
                <a:path w="5335" h="12705" extrusionOk="0">
                  <a:moveTo>
                    <a:pt x="5013" y="0"/>
                  </a:moveTo>
                  <a:lnTo>
                    <a:pt x="1" y="12561"/>
                  </a:lnTo>
                  <a:lnTo>
                    <a:pt x="13" y="12561"/>
                  </a:lnTo>
                  <a:cubicBezTo>
                    <a:pt x="120" y="12585"/>
                    <a:pt x="203" y="12621"/>
                    <a:pt x="275" y="12704"/>
                  </a:cubicBezTo>
                  <a:lnTo>
                    <a:pt x="533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34;p2"/>
            <p:cNvSpPr/>
            <p:nvPr/>
          </p:nvSpPr>
          <p:spPr>
            <a:xfrm>
              <a:off x="5497100" y="3610700"/>
              <a:ext cx="7475" cy="100325"/>
            </a:xfrm>
            <a:custGeom>
              <a:avLst/>
              <a:gdLst/>
              <a:ahLst/>
              <a:cxnLst/>
              <a:rect l="l" t="t" r="r" b="b"/>
              <a:pathLst>
                <a:path w="299" h="4013" extrusionOk="0">
                  <a:moveTo>
                    <a:pt x="1" y="0"/>
                  </a:moveTo>
                  <a:lnTo>
                    <a:pt x="1" y="3858"/>
                  </a:lnTo>
                  <a:lnTo>
                    <a:pt x="1" y="3870"/>
                  </a:lnTo>
                  <a:lnTo>
                    <a:pt x="1" y="3882"/>
                  </a:lnTo>
                  <a:lnTo>
                    <a:pt x="1" y="3905"/>
                  </a:lnTo>
                  <a:lnTo>
                    <a:pt x="1" y="3917"/>
                  </a:lnTo>
                  <a:lnTo>
                    <a:pt x="1" y="3929"/>
                  </a:lnTo>
                  <a:lnTo>
                    <a:pt x="1" y="3953"/>
                  </a:lnTo>
                  <a:lnTo>
                    <a:pt x="1" y="3965"/>
                  </a:lnTo>
                  <a:cubicBezTo>
                    <a:pt x="1" y="3977"/>
                    <a:pt x="13" y="3977"/>
                    <a:pt x="24" y="3977"/>
                  </a:cubicBezTo>
                  <a:cubicBezTo>
                    <a:pt x="60" y="3989"/>
                    <a:pt x="84" y="4013"/>
                    <a:pt x="120" y="4013"/>
                  </a:cubicBezTo>
                  <a:cubicBezTo>
                    <a:pt x="239" y="4013"/>
                    <a:pt x="298" y="3929"/>
                    <a:pt x="298" y="3858"/>
                  </a:cubicBezTo>
                  <a:lnTo>
                    <a:pt x="298" y="3774"/>
                  </a:lnTo>
                  <a:lnTo>
                    <a:pt x="298" y="3679"/>
                  </a:lnTo>
                  <a:lnTo>
                    <a:pt x="29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35;p2"/>
            <p:cNvSpPr/>
            <p:nvPr/>
          </p:nvSpPr>
          <p:spPr>
            <a:xfrm>
              <a:off x="5539175" y="3610700"/>
              <a:ext cx="82375" cy="297075"/>
            </a:xfrm>
            <a:custGeom>
              <a:avLst/>
              <a:gdLst/>
              <a:ahLst/>
              <a:cxnLst/>
              <a:rect l="l" t="t" r="r" b="b"/>
              <a:pathLst>
                <a:path w="3295" h="11883" extrusionOk="0">
                  <a:moveTo>
                    <a:pt x="2997" y="0"/>
                  </a:moveTo>
                  <a:lnTo>
                    <a:pt x="2211" y="3120"/>
                  </a:lnTo>
                  <a:lnTo>
                    <a:pt x="2140" y="3429"/>
                  </a:lnTo>
                  <a:lnTo>
                    <a:pt x="1604" y="5572"/>
                  </a:lnTo>
                  <a:lnTo>
                    <a:pt x="1532" y="5870"/>
                  </a:lnTo>
                  <a:lnTo>
                    <a:pt x="30" y="11797"/>
                  </a:lnTo>
                  <a:lnTo>
                    <a:pt x="30" y="11797"/>
                  </a:lnTo>
                  <a:cubicBezTo>
                    <a:pt x="42" y="11783"/>
                    <a:pt x="59" y="11772"/>
                    <a:pt x="80" y="11764"/>
                  </a:cubicBezTo>
                  <a:lnTo>
                    <a:pt x="377" y="11597"/>
                  </a:lnTo>
                  <a:lnTo>
                    <a:pt x="1782" y="6037"/>
                  </a:lnTo>
                  <a:lnTo>
                    <a:pt x="1854" y="5739"/>
                  </a:lnTo>
                  <a:lnTo>
                    <a:pt x="2449" y="3382"/>
                  </a:lnTo>
                  <a:lnTo>
                    <a:pt x="2521" y="3072"/>
                  </a:lnTo>
                  <a:lnTo>
                    <a:pt x="3294" y="0"/>
                  </a:lnTo>
                  <a:close/>
                  <a:moveTo>
                    <a:pt x="30" y="11797"/>
                  </a:moveTo>
                  <a:cubicBezTo>
                    <a:pt x="8" y="11821"/>
                    <a:pt x="1" y="11852"/>
                    <a:pt x="8" y="11883"/>
                  </a:cubicBezTo>
                  <a:lnTo>
                    <a:pt x="30" y="11797"/>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6;p2"/>
            <p:cNvSpPr/>
            <p:nvPr/>
          </p:nvSpPr>
          <p:spPr>
            <a:xfrm>
              <a:off x="5722725" y="3610700"/>
              <a:ext cx="32775" cy="47350"/>
            </a:xfrm>
            <a:custGeom>
              <a:avLst/>
              <a:gdLst/>
              <a:ahLst/>
              <a:cxnLst/>
              <a:rect l="l" t="t" r="r" b="b"/>
              <a:pathLst>
                <a:path w="1311" h="1894" extrusionOk="0">
                  <a:moveTo>
                    <a:pt x="1" y="0"/>
                  </a:moveTo>
                  <a:lnTo>
                    <a:pt x="1048" y="1893"/>
                  </a:lnTo>
                  <a:cubicBezTo>
                    <a:pt x="1120" y="1822"/>
                    <a:pt x="1215" y="1774"/>
                    <a:pt x="1310" y="1762"/>
                  </a:cubicBez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2"/>
            <p:cNvSpPr/>
            <p:nvPr/>
          </p:nvSpPr>
          <p:spPr>
            <a:xfrm>
              <a:off x="5759625" y="3674100"/>
              <a:ext cx="51525" cy="86350"/>
            </a:xfrm>
            <a:custGeom>
              <a:avLst/>
              <a:gdLst/>
              <a:ahLst/>
              <a:cxnLst/>
              <a:rect l="l" t="t" r="r" b="b"/>
              <a:pathLst>
                <a:path w="2061" h="3454" extrusionOk="0">
                  <a:moveTo>
                    <a:pt x="251" y="0"/>
                  </a:moveTo>
                  <a:cubicBezTo>
                    <a:pt x="191" y="72"/>
                    <a:pt x="108" y="131"/>
                    <a:pt x="1" y="143"/>
                  </a:cubicBezTo>
                  <a:lnTo>
                    <a:pt x="1799" y="3453"/>
                  </a:lnTo>
                  <a:lnTo>
                    <a:pt x="2061" y="3298"/>
                  </a:lnTo>
                  <a:lnTo>
                    <a:pt x="25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38;p2"/>
            <p:cNvSpPr/>
            <p:nvPr/>
          </p:nvSpPr>
          <p:spPr>
            <a:xfrm>
              <a:off x="5811425" y="3763100"/>
              <a:ext cx="102425" cy="186350"/>
            </a:xfrm>
            <a:custGeom>
              <a:avLst/>
              <a:gdLst/>
              <a:ahLst/>
              <a:cxnLst/>
              <a:rect l="l" t="t" r="r" b="b"/>
              <a:pathLst>
                <a:path w="4097" h="7454" extrusionOk="0">
                  <a:moveTo>
                    <a:pt x="120" y="0"/>
                  </a:moveTo>
                  <a:lnTo>
                    <a:pt x="1" y="84"/>
                  </a:lnTo>
                  <a:cubicBezTo>
                    <a:pt x="132" y="119"/>
                    <a:pt x="227" y="250"/>
                    <a:pt x="203" y="393"/>
                  </a:cubicBezTo>
                  <a:cubicBezTo>
                    <a:pt x="191" y="476"/>
                    <a:pt x="167" y="536"/>
                    <a:pt x="108" y="560"/>
                  </a:cubicBezTo>
                  <a:lnTo>
                    <a:pt x="3811" y="7394"/>
                  </a:lnTo>
                  <a:lnTo>
                    <a:pt x="3834" y="7453"/>
                  </a:lnTo>
                  <a:cubicBezTo>
                    <a:pt x="3894" y="7382"/>
                    <a:pt x="4001" y="7334"/>
                    <a:pt x="4096" y="7299"/>
                  </a:cubicBezTo>
                  <a:lnTo>
                    <a:pt x="12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39;p2"/>
            <p:cNvSpPr/>
            <p:nvPr/>
          </p:nvSpPr>
          <p:spPr>
            <a:xfrm>
              <a:off x="5767375" y="3647600"/>
              <a:ext cx="243200" cy="24725"/>
            </a:xfrm>
            <a:custGeom>
              <a:avLst/>
              <a:gdLst/>
              <a:ahLst/>
              <a:cxnLst/>
              <a:rect l="l" t="t" r="r" b="b"/>
              <a:pathLst>
                <a:path w="9728" h="989" extrusionOk="0">
                  <a:moveTo>
                    <a:pt x="9728" y="1"/>
                  </a:moveTo>
                  <a:lnTo>
                    <a:pt x="60" y="691"/>
                  </a:lnTo>
                  <a:cubicBezTo>
                    <a:pt x="84" y="727"/>
                    <a:pt x="84" y="774"/>
                    <a:pt x="60" y="822"/>
                  </a:cubicBezTo>
                  <a:cubicBezTo>
                    <a:pt x="48" y="882"/>
                    <a:pt x="36" y="929"/>
                    <a:pt x="1" y="965"/>
                  </a:cubicBezTo>
                  <a:cubicBezTo>
                    <a:pt x="12" y="965"/>
                    <a:pt x="36" y="989"/>
                    <a:pt x="60" y="989"/>
                  </a:cubicBezTo>
                  <a:lnTo>
                    <a:pt x="9097" y="346"/>
                  </a:lnTo>
                  <a:lnTo>
                    <a:pt x="972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40;p2"/>
            <p:cNvSpPr/>
            <p:nvPr/>
          </p:nvSpPr>
          <p:spPr>
            <a:xfrm>
              <a:off x="6011150" y="3652075"/>
              <a:ext cx="80100" cy="97650"/>
            </a:xfrm>
            <a:custGeom>
              <a:avLst/>
              <a:gdLst/>
              <a:ahLst/>
              <a:cxnLst/>
              <a:rect l="l" t="t" r="r" b="b"/>
              <a:pathLst>
                <a:path w="3204" h="3906" extrusionOk="0">
                  <a:moveTo>
                    <a:pt x="251" y="0"/>
                  </a:moveTo>
                  <a:lnTo>
                    <a:pt x="1" y="155"/>
                  </a:lnTo>
                  <a:lnTo>
                    <a:pt x="3013" y="3905"/>
                  </a:lnTo>
                  <a:lnTo>
                    <a:pt x="3204" y="3667"/>
                  </a:lnTo>
                  <a:lnTo>
                    <a:pt x="25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41;p2"/>
            <p:cNvSpPr/>
            <p:nvPr/>
          </p:nvSpPr>
          <p:spPr>
            <a:xfrm>
              <a:off x="6091225" y="3749700"/>
              <a:ext cx="73550" cy="93200"/>
            </a:xfrm>
            <a:custGeom>
              <a:avLst/>
              <a:gdLst/>
              <a:ahLst/>
              <a:cxnLst/>
              <a:rect l="l" t="t" r="r" b="b"/>
              <a:pathLst>
                <a:path w="2942" h="3728" extrusionOk="0">
                  <a:moveTo>
                    <a:pt x="191" y="0"/>
                  </a:moveTo>
                  <a:lnTo>
                    <a:pt x="1" y="239"/>
                  </a:lnTo>
                  <a:lnTo>
                    <a:pt x="2810" y="3727"/>
                  </a:lnTo>
                  <a:cubicBezTo>
                    <a:pt x="2798" y="3691"/>
                    <a:pt x="2798" y="3656"/>
                    <a:pt x="2810" y="3608"/>
                  </a:cubicBezTo>
                  <a:cubicBezTo>
                    <a:pt x="2822" y="3525"/>
                    <a:pt x="2870" y="3465"/>
                    <a:pt x="2941" y="3418"/>
                  </a:cubicBezTo>
                  <a:lnTo>
                    <a:pt x="19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42;p2"/>
            <p:cNvSpPr/>
            <p:nvPr/>
          </p:nvSpPr>
          <p:spPr>
            <a:xfrm>
              <a:off x="6167125" y="3845850"/>
              <a:ext cx="108675" cy="131575"/>
            </a:xfrm>
            <a:custGeom>
              <a:avLst/>
              <a:gdLst/>
              <a:ahLst/>
              <a:cxnLst/>
              <a:rect l="l" t="t" r="r" b="b"/>
              <a:pathLst>
                <a:path w="4347" h="5263" extrusionOk="0">
                  <a:moveTo>
                    <a:pt x="263" y="0"/>
                  </a:moveTo>
                  <a:lnTo>
                    <a:pt x="215" y="36"/>
                  </a:lnTo>
                  <a:cubicBezTo>
                    <a:pt x="191" y="48"/>
                    <a:pt x="155" y="60"/>
                    <a:pt x="120" y="72"/>
                  </a:cubicBezTo>
                  <a:lnTo>
                    <a:pt x="1" y="131"/>
                  </a:lnTo>
                  <a:lnTo>
                    <a:pt x="4108" y="5263"/>
                  </a:lnTo>
                  <a:cubicBezTo>
                    <a:pt x="4168" y="5179"/>
                    <a:pt x="4251" y="5120"/>
                    <a:pt x="4346" y="5084"/>
                  </a:cubicBezTo>
                  <a:lnTo>
                    <a:pt x="26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43;p2"/>
            <p:cNvSpPr/>
            <p:nvPr/>
          </p:nvSpPr>
          <p:spPr>
            <a:xfrm>
              <a:off x="5539375" y="3610700"/>
              <a:ext cx="553650" cy="299750"/>
            </a:xfrm>
            <a:custGeom>
              <a:avLst/>
              <a:gdLst/>
              <a:ahLst/>
              <a:cxnLst/>
              <a:rect l="l" t="t" r="r" b="b"/>
              <a:pathLst>
                <a:path w="22146" h="11990" extrusionOk="0">
                  <a:moveTo>
                    <a:pt x="21539" y="0"/>
                  </a:moveTo>
                  <a:lnTo>
                    <a:pt x="18848" y="1477"/>
                  </a:lnTo>
                  <a:lnTo>
                    <a:pt x="18217" y="1822"/>
                  </a:lnTo>
                  <a:lnTo>
                    <a:pt x="10859" y="5834"/>
                  </a:lnTo>
                  <a:lnTo>
                    <a:pt x="10609" y="5989"/>
                  </a:lnTo>
                  <a:lnTo>
                    <a:pt x="6239" y="8382"/>
                  </a:lnTo>
                  <a:lnTo>
                    <a:pt x="5942" y="8549"/>
                  </a:lnTo>
                  <a:lnTo>
                    <a:pt x="369" y="11597"/>
                  </a:lnTo>
                  <a:lnTo>
                    <a:pt x="72" y="11764"/>
                  </a:lnTo>
                  <a:cubicBezTo>
                    <a:pt x="24" y="11787"/>
                    <a:pt x="0" y="11835"/>
                    <a:pt x="0" y="11895"/>
                  </a:cubicBezTo>
                  <a:lnTo>
                    <a:pt x="84" y="11895"/>
                  </a:lnTo>
                  <a:cubicBezTo>
                    <a:pt x="167" y="11906"/>
                    <a:pt x="238" y="11942"/>
                    <a:pt x="298" y="11990"/>
                  </a:cubicBezTo>
                  <a:lnTo>
                    <a:pt x="6251" y="8727"/>
                  </a:lnTo>
                  <a:lnTo>
                    <a:pt x="6549" y="8561"/>
                  </a:lnTo>
                  <a:lnTo>
                    <a:pt x="7073" y="8263"/>
                  </a:lnTo>
                  <a:lnTo>
                    <a:pt x="7073" y="8239"/>
                  </a:lnTo>
                  <a:cubicBezTo>
                    <a:pt x="7093" y="8105"/>
                    <a:pt x="7213" y="8006"/>
                    <a:pt x="7330" y="8006"/>
                  </a:cubicBezTo>
                  <a:cubicBezTo>
                    <a:pt x="7348" y="8006"/>
                    <a:pt x="7365" y="8008"/>
                    <a:pt x="7382" y="8013"/>
                  </a:cubicBezTo>
                  <a:cubicBezTo>
                    <a:pt x="7418" y="8013"/>
                    <a:pt x="7442" y="8025"/>
                    <a:pt x="7454" y="8037"/>
                  </a:cubicBezTo>
                  <a:lnTo>
                    <a:pt x="10537" y="6358"/>
                  </a:lnTo>
                  <a:cubicBezTo>
                    <a:pt x="10579" y="6244"/>
                    <a:pt x="10684" y="6175"/>
                    <a:pt x="10797" y="6175"/>
                  </a:cubicBezTo>
                  <a:cubicBezTo>
                    <a:pt x="10813" y="6175"/>
                    <a:pt x="10830" y="6176"/>
                    <a:pt x="10847" y="6180"/>
                  </a:cubicBezTo>
                  <a:lnTo>
                    <a:pt x="10859" y="6180"/>
                  </a:lnTo>
                  <a:lnTo>
                    <a:pt x="11002" y="6108"/>
                  </a:lnTo>
                  <a:lnTo>
                    <a:pt x="18860" y="1810"/>
                  </a:lnTo>
                  <a:lnTo>
                    <a:pt x="19122" y="1655"/>
                  </a:lnTo>
                  <a:lnTo>
                    <a:pt x="221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44;p2"/>
            <p:cNvSpPr/>
            <p:nvPr/>
          </p:nvSpPr>
          <p:spPr>
            <a:xfrm>
              <a:off x="5910250" y="3967875"/>
              <a:ext cx="8650" cy="4525"/>
            </a:xfrm>
            <a:custGeom>
              <a:avLst/>
              <a:gdLst/>
              <a:ahLst/>
              <a:cxnLst/>
              <a:rect l="l" t="t" r="r" b="b"/>
              <a:pathLst>
                <a:path w="346" h="181" extrusionOk="0">
                  <a:moveTo>
                    <a:pt x="24" y="1"/>
                  </a:moveTo>
                  <a:lnTo>
                    <a:pt x="24" y="1"/>
                  </a:lnTo>
                  <a:cubicBezTo>
                    <a:pt x="1" y="60"/>
                    <a:pt x="24" y="120"/>
                    <a:pt x="60" y="155"/>
                  </a:cubicBezTo>
                  <a:cubicBezTo>
                    <a:pt x="82" y="173"/>
                    <a:pt x="109" y="181"/>
                    <a:pt x="136" y="181"/>
                  </a:cubicBezTo>
                  <a:cubicBezTo>
                    <a:pt x="185" y="181"/>
                    <a:pt x="237" y="157"/>
                    <a:pt x="274" y="120"/>
                  </a:cubicBezTo>
                  <a:lnTo>
                    <a:pt x="346" y="24"/>
                  </a:lnTo>
                  <a:lnTo>
                    <a:pt x="346" y="24"/>
                  </a:lnTo>
                  <a:cubicBezTo>
                    <a:pt x="311" y="42"/>
                    <a:pt x="263" y="53"/>
                    <a:pt x="212" y="53"/>
                  </a:cubicBezTo>
                  <a:cubicBezTo>
                    <a:pt x="194" y="53"/>
                    <a:pt x="174" y="51"/>
                    <a:pt x="155" y="48"/>
                  </a:cubicBezTo>
                  <a:lnTo>
                    <a:pt x="2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45;p2"/>
            <p:cNvSpPr/>
            <p:nvPr/>
          </p:nvSpPr>
          <p:spPr>
            <a:xfrm>
              <a:off x="5925125" y="3610700"/>
              <a:ext cx="282500" cy="339050"/>
            </a:xfrm>
            <a:custGeom>
              <a:avLst/>
              <a:gdLst/>
              <a:ahLst/>
              <a:cxnLst/>
              <a:rect l="l" t="t" r="r" b="b"/>
              <a:pathLst>
                <a:path w="11300" h="13562" extrusionOk="0">
                  <a:moveTo>
                    <a:pt x="10931" y="0"/>
                  </a:moveTo>
                  <a:lnTo>
                    <a:pt x="6645" y="5322"/>
                  </a:lnTo>
                  <a:lnTo>
                    <a:pt x="6454" y="5560"/>
                  </a:lnTo>
                  <a:lnTo>
                    <a:pt x="1" y="13561"/>
                  </a:lnTo>
                  <a:lnTo>
                    <a:pt x="584" y="13311"/>
                  </a:lnTo>
                  <a:lnTo>
                    <a:pt x="6645" y="5799"/>
                  </a:lnTo>
                  <a:lnTo>
                    <a:pt x="6835" y="5560"/>
                  </a:lnTo>
                  <a:lnTo>
                    <a:pt x="1130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46;p2"/>
            <p:cNvSpPr/>
            <p:nvPr/>
          </p:nvSpPr>
          <p:spPr>
            <a:xfrm>
              <a:off x="6413300" y="3610700"/>
              <a:ext cx="111625" cy="99125"/>
            </a:xfrm>
            <a:custGeom>
              <a:avLst/>
              <a:gdLst/>
              <a:ahLst/>
              <a:cxnLst/>
              <a:rect l="l" t="t" r="r" b="b"/>
              <a:pathLst>
                <a:path w="4465" h="3965" extrusionOk="0">
                  <a:moveTo>
                    <a:pt x="0" y="0"/>
                  </a:moveTo>
                  <a:lnTo>
                    <a:pt x="4263" y="3965"/>
                  </a:lnTo>
                  <a:cubicBezTo>
                    <a:pt x="4310" y="3894"/>
                    <a:pt x="4382" y="3810"/>
                    <a:pt x="4465" y="3774"/>
                  </a:cubicBezTo>
                  <a:lnTo>
                    <a:pt x="44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47;p2"/>
            <p:cNvSpPr/>
            <p:nvPr/>
          </p:nvSpPr>
          <p:spPr>
            <a:xfrm>
              <a:off x="6404950" y="3728850"/>
              <a:ext cx="119975" cy="132500"/>
            </a:xfrm>
            <a:custGeom>
              <a:avLst/>
              <a:gdLst/>
              <a:ahLst/>
              <a:cxnLst/>
              <a:rect l="l" t="t" r="r" b="b"/>
              <a:pathLst>
                <a:path w="4799" h="5300" extrusionOk="0">
                  <a:moveTo>
                    <a:pt x="4585" y="1"/>
                  </a:moveTo>
                  <a:lnTo>
                    <a:pt x="1" y="4918"/>
                  </a:lnTo>
                  <a:lnTo>
                    <a:pt x="36" y="5299"/>
                  </a:lnTo>
                  <a:lnTo>
                    <a:pt x="4799" y="191"/>
                  </a:lnTo>
                  <a:cubicBezTo>
                    <a:pt x="4716" y="144"/>
                    <a:pt x="4644" y="72"/>
                    <a:pt x="458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48;p2"/>
            <p:cNvSpPr/>
            <p:nvPr/>
          </p:nvSpPr>
          <p:spPr>
            <a:xfrm>
              <a:off x="6291250" y="3858950"/>
              <a:ext cx="108375" cy="119975"/>
            </a:xfrm>
            <a:custGeom>
              <a:avLst/>
              <a:gdLst/>
              <a:ahLst/>
              <a:cxnLst/>
              <a:rect l="l" t="t" r="r" b="b"/>
              <a:pathLst>
                <a:path w="4335" h="4799" extrusionOk="0">
                  <a:moveTo>
                    <a:pt x="4287" y="0"/>
                  </a:moveTo>
                  <a:lnTo>
                    <a:pt x="1" y="4596"/>
                  </a:lnTo>
                  <a:cubicBezTo>
                    <a:pt x="84" y="4643"/>
                    <a:pt x="155" y="4715"/>
                    <a:pt x="203" y="4798"/>
                  </a:cubicBezTo>
                  <a:lnTo>
                    <a:pt x="262" y="4762"/>
                  </a:lnTo>
                  <a:lnTo>
                    <a:pt x="4334" y="369"/>
                  </a:lnTo>
                  <a:lnTo>
                    <a:pt x="428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49;p2"/>
            <p:cNvSpPr/>
            <p:nvPr/>
          </p:nvSpPr>
          <p:spPr>
            <a:xfrm>
              <a:off x="6172200" y="3745825"/>
              <a:ext cx="206875" cy="100625"/>
            </a:xfrm>
            <a:custGeom>
              <a:avLst/>
              <a:gdLst/>
              <a:ahLst/>
              <a:cxnLst/>
              <a:rect l="l" t="t" r="r" b="b"/>
              <a:pathLst>
                <a:path w="8275" h="4025" extrusionOk="0">
                  <a:moveTo>
                    <a:pt x="8168" y="1"/>
                  </a:moveTo>
                  <a:lnTo>
                    <a:pt x="4893" y="1477"/>
                  </a:lnTo>
                  <a:cubicBezTo>
                    <a:pt x="4917" y="1525"/>
                    <a:pt x="4917" y="1548"/>
                    <a:pt x="4893" y="1596"/>
                  </a:cubicBezTo>
                  <a:cubicBezTo>
                    <a:pt x="4871" y="1731"/>
                    <a:pt x="4753" y="1823"/>
                    <a:pt x="4610" y="1823"/>
                  </a:cubicBezTo>
                  <a:cubicBezTo>
                    <a:pt x="4601" y="1823"/>
                    <a:pt x="4593" y="1823"/>
                    <a:pt x="4584" y="1822"/>
                  </a:cubicBezTo>
                  <a:cubicBezTo>
                    <a:pt x="4512" y="1798"/>
                    <a:pt x="4441" y="1763"/>
                    <a:pt x="4405" y="1703"/>
                  </a:cubicBezTo>
                  <a:lnTo>
                    <a:pt x="60" y="3668"/>
                  </a:lnTo>
                  <a:cubicBezTo>
                    <a:pt x="95" y="3727"/>
                    <a:pt x="107" y="3787"/>
                    <a:pt x="107" y="3858"/>
                  </a:cubicBezTo>
                  <a:cubicBezTo>
                    <a:pt x="98" y="3914"/>
                    <a:pt x="74" y="3963"/>
                    <a:pt x="36" y="3998"/>
                  </a:cubicBezTo>
                  <a:lnTo>
                    <a:pt x="36" y="3998"/>
                  </a:lnTo>
                  <a:lnTo>
                    <a:pt x="48" y="3989"/>
                  </a:lnTo>
                  <a:lnTo>
                    <a:pt x="8275" y="274"/>
                  </a:lnTo>
                  <a:cubicBezTo>
                    <a:pt x="8215" y="191"/>
                    <a:pt x="8168" y="96"/>
                    <a:pt x="8168" y="1"/>
                  </a:cubicBezTo>
                  <a:close/>
                  <a:moveTo>
                    <a:pt x="36" y="3998"/>
                  </a:moveTo>
                  <a:lnTo>
                    <a:pt x="0" y="4025"/>
                  </a:lnTo>
                  <a:cubicBezTo>
                    <a:pt x="13" y="4017"/>
                    <a:pt x="25" y="4008"/>
                    <a:pt x="36" y="3998"/>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50;p2"/>
            <p:cNvSpPr/>
            <p:nvPr/>
          </p:nvSpPr>
          <p:spPr>
            <a:xfrm>
              <a:off x="5924825" y="3842875"/>
              <a:ext cx="244400" cy="112525"/>
            </a:xfrm>
            <a:custGeom>
              <a:avLst/>
              <a:gdLst/>
              <a:ahLst/>
              <a:cxnLst/>
              <a:rect l="l" t="t" r="r" b="b"/>
              <a:pathLst>
                <a:path w="9776" h="4501" extrusionOk="0">
                  <a:moveTo>
                    <a:pt x="9776" y="179"/>
                  </a:moveTo>
                  <a:lnTo>
                    <a:pt x="9744" y="195"/>
                  </a:lnTo>
                  <a:lnTo>
                    <a:pt x="9744" y="195"/>
                  </a:lnTo>
                  <a:cubicBezTo>
                    <a:pt x="9757" y="192"/>
                    <a:pt x="9768" y="187"/>
                    <a:pt x="9776" y="179"/>
                  </a:cubicBezTo>
                  <a:close/>
                  <a:moveTo>
                    <a:pt x="9454" y="0"/>
                  </a:moveTo>
                  <a:lnTo>
                    <a:pt x="584" y="4024"/>
                  </a:lnTo>
                  <a:lnTo>
                    <a:pt x="1" y="4274"/>
                  </a:lnTo>
                  <a:cubicBezTo>
                    <a:pt x="49" y="4334"/>
                    <a:pt x="84" y="4405"/>
                    <a:pt x="108" y="4489"/>
                  </a:cubicBezTo>
                  <a:lnTo>
                    <a:pt x="227" y="4501"/>
                  </a:lnTo>
                  <a:lnTo>
                    <a:pt x="9657" y="238"/>
                  </a:lnTo>
                  <a:lnTo>
                    <a:pt x="9744" y="195"/>
                  </a:lnTo>
                  <a:lnTo>
                    <a:pt x="9744" y="195"/>
                  </a:lnTo>
                  <a:cubicBezTo>
                    <a:pt x="9738" y="196"/>
                    <a:pt x="9732" y="197"/>
                    <a:pt x="9725" y="197"/>
                  </a:cubicBezTo>
                  <a:cubicBezTo>
                    <a:pt x="9705" y="197"/>
                    <a:pt x="9681" y="191"/>
                    <a:pt x="9657" y="179"/>
                  </a:cubicBezTo>
                  <a:cubicBezTo>
                    <a:pt x="9562" y="167"/>
                    <a:pt x="9478" y="95"/>
                    <a:pt x="945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51;p2"/>
            <p:cNvSpPr/>
            <p:nvPr/>
          </p:nvSpPr>
          <p:spPr>
            <a:xfrm>
              <a:off x="5926625" y="3955375"/>
              <a:ext cx="339650" cy="35450"/>
            </a:xfrm>
            <a:custGeom>
              <a:avLst/>
              <a:gdLst/>
              <a:ahLst/>
              <a:cxnLst/>
              <a:rect l="l" t="t" r="r" b="b"/>
              <a:pathLst>
                <a:path w="13586" h="1418" extrusionOk="0">
                  <a:moveTo>
                    <a:pt x="48" y="1"/>
                  </a:moveTo>
                  <a:lnTo>
                    <a:pt x="48" y="1"/>
                  </a:lnTo>
                  <a:cubicBezTo>
                    <a:pt x="60" y="60"/>
                    <a:pt x="60" y="108"/>
                    <a:pt x="48" y="167"/>
                  </a:cubicBezTo>
                  <a:lnTo>
                    <a:pt x="0" y="298"/>
                  </a:lnTo>
                  <a:lnTo>
                    <a:pt x="13573" y="1417"/>
                  </a:lnTo>
                  <a:cubicBezTo>
                    <a:pt x="13562" y="1334"/>
                    <a:pt x="13562" y="1263"/>
                    <a:pt x="13573" y="1191"/>
                  </a:cubicBezTo>
                  <a:cubicBezTo>
                    <a:pt x="13573" y="1156"/>
                    <a:pt x="13585" y="1144"/>
                    <a:pt x="13585" y="1120"/>
                  </a:cubicBezTo>
                  <a:lnTo>
                    <a:pt x="167" y="13"/>
                  </a:ln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52;p2"/>
            <p:cNvSpPr/>
            <p:nvPr/>
          </p:nvSpPr>
          <p:spPr>
            <a:xfrm>
              <a:off x="5920375" y="3963425"/>
              <a:ext cx="554850" cy="615875"/>
            </a:xfrm>
            <a:custGeom>
              <a:avLst/>
              <a:gdLst/>
              <a:ahLst/>
              <a:cxnLst/>
              <a:rect l="l" t="t" r="r" b="b"/>
              <a:pathLst>
                <a:path w="22194" h="24635" extrusionOk="0">
                  <a:moveTo>
                    <a:pt x="227" y="0"/>
                  </a:moveTo>
                  <a:cubicBezTo>
                    <a:pt x="167" y="95"/>
                    <a:pt x="96" y="155"/>
                    <a:pt x="0" y="202"/>
                  </a:cubicBezTo>
                  <a:lnTo>
                    <a:pt x="21967" y="24634"/>
                  </a:lnTo>
                  <a:cubicBezTo>
                    <a:pt x="22027" y="24563"/>
                    <a:pt x="22098" y="24491"/>
                    <a:pt x="22194" y="24444"/>
                  </a:cubicBezTo>
                  <a:lnTo>
                    <a:pt x="22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53;p2"/>
            <p:cNvSpPr/>
            <p:nvPr/>
          </p:nvSpPr>
          <p:spPr>
            <a:xfrm>
              <a:off x="6287975" y="3999125"/>
              <a:ext cx="141700" cy="223275"/>
            </a:xfrm>
            <a:custGeom>
              <a:avLst/>
              <a:gdLst/>
              <a:ahLst/>
              <a:cxnLst/>
              <a:rect l="l" t="t" r="r" b="b"/>
              <a:pathLst>
                <a:path w="5668" h="8931" extrusionOk="0">
                  <a:moveTo>
                    <a:pt x="251" y="1"/>
                  </a:moveTo>
                  <a:cubicBezTo>
                    <a:pt x="179" y="84"/>
                    <a:pt x="108" y="120"/>
                    <a:pt x="1" y="168"/>
                  </a:cubicBezTo>
                  <a:lnTo>
                    <a:pt x="5418" y="8931"/>
                  </a:lnTo>
                  <a:cubicBezTo>
                    <a:pt x="5489" y="8871"/>
                    <a:pt x="5585" y="8811"/>
                    <a:pt x="5668" y="8788"/>
                  </a:cubicBezTo>
                  <a:lnTo>
                    <a:pt x="25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54;p2"/>
            <p:cNvSpPr/>
            <p:nvPr/>
          </p:nvSpPr>
          <p:spPr>
            <a:xfrm>
              <a:off x="6385000" y="3756250"/>
              <a:ext cx="29800" cy="175050"/>
            </a:xfrm>
            <a:custGeom>
              <a:avLst/>
              <a:gdLst/>
              <a:ahLst/>
              <a:cxnLst/>
              <a:rect l="l" t="t" r="r" b="b"/>
              <a:pathLst>
                <a:path w="1192" h="7002" extrusionOk="0">
                  <a:moveTo>
                    <a:pt x="287" y="0"/>
                  </a:moveTo>
                  <a:cubicBezTo>
                    <a:pt x="233" y="27"/>
                    <a:pt x="180" y="41"/>
                    <a:pt x="116" y="41"/>
                  </a:cubicBezTo>
                  <a:cubicBezTo>
                    <a:pt x="95" y="41"/>
                    <a:pt x="72" y="39"/>
                    <a:pt x="49" y="36"/>
                  </a:cubicBezTo>
                  <a:cubicBezTo>
                    <a:pt x="37" y="36"/>
                    <a:pt x="25" y="12"/>
                    <a:pt x="1" y="12"/>
                  </a:cubicBezTo>
                  <a:lnTo>
                    <a:pt x="537" y="4108"/>
                  </a:lnTo>
                  <a:lnTo>
                    <a:pt x="584" y="4477"/>
                  </a:lnTo>
                  <a:lnTo>
                    <a:pt x="918" y="7001"/>
                  </a:lnTo>
                  <a:lnTo>
                    <a:pt x="1192" y="6882"/>
                  </a:lnTo>
                  <a:lnTo>
                    <a:pt x="834" y="4203"/>
                  </a:lnTo>
                  <a:lnTo>
                    <a:pt x="799" y="3822"/>
                  </a:lnTo>
                  <a:lnTo>
                    <a:pt x="28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55;p2"/>
            <p:cNvSpPr/>
            <p:nvPr/>
          </p:nvSpPr>
          <p:spPr>
            <a:xfrm>
              <a:off x="6414775" y="3936025"/>
              <a:ext cx="1525" cy="1825"/>
            </a:xfrm>
            <a:custGeom>
              <a:avLst/>
              <a:gdLst/>
              <a:ahLst/>
              <a:cxnLst/>
              <a:rect l="l" t="t" r="r" b="b"/>
              <a:pathLst>
                <a:path w="61" h="73" extrusionOk="0">
                  <a:moveTo>
                    <a:pt x="48" y="1"/>
                  </a:moveTo>
                  <a:lnTo>
                    <a:pt x="1" y="13"/>
                  </a:lnTo>
                  <a:cubicBezTo>
                    <a:pt x="24" y="25"/>
                    <a:pt x="48" y="48"/>
                    <a:pt x="60" y="72"/>
                  </a:cubicBez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6;p2"/>
            <p:cNvSpPr/>
            <p:nvPr/>
          </p:nvSpPr>
          <p:spPr>
            <a:xfrm>
              <a:off x="6410025" y="3943775"/>
              <a:ext cx="42875" cy="272675"/>
            </a:xfrm>
            <a:custGeom>
              <a:avLst/>
              <a:gdLst/>
              <a:ahLst/>
              <a:cxnLst/>
              <a:rect l="l" t="t" r="r" b="b"/>
              <a:pathLst>
                <a:path w="1715" h="10907" extrusionOk="0">
                  <a:moveTo>
                    <a:pt x="298" y="0"/>
                  </a:moveTo>
                  <a:cubicBezTo>
                    <a:pt x="243" y="111"/>
                    <a:pt x="146" y="180"/>
                    <a:pt x="28" y="180"/>
                  </a:cubicBezTo>
                  <a:cubicBezTo>
                    <a:pt x="19" y="180"/>
                    <a:pt x="10" y="180"/>
                    <a:pt x="0" y="179"/>
                  </a:cubicBezTo>
                  <a:lnTo>
                    <a:pt x="0" y="179"/>
                  </a:lnTo>
                  <a:lnTo>
                    <a:pt x="1405" y="10871"/>
                  </a:lnTo>
                  <a:cubicBezTo>
                    <a:pt x="1465" y="10871"/>
                    <a:pt x="1524" y="10871"/>
                    <a:pt x="1596" y="10883"/>
                  </a:cubicBezTo>
                  <a:cubicBezTo>
                    <a:pt x="1619" y="10883"/>
                    <a:pt x="1655" y="10894"/>
                    <a:pt x="1703" y="10906"/>
                  </a:cubicBezTo>
                  <a:cubicBezTo>
                    <a:pt x="1715" y="10894"/>
                    <a:pt x="1715" y="10871"/>
                    <a:pt x="1715" y="10835"/>
                  </a:cubicBezTo>
                  <a:lnTo>
                    <a:pt x="29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7;p2"/>
            <p:cNvSpPr/>
            <p:nvPr/>
          </p:nvSpPr>
          <p:spPr>
            <a:xfrm>
              <a:off x="6296300" y="3868175"/>
              <a:ext cx="262875" cy="117600"/>
            </a:xfrm>
            <a:custGeom>
              <a:avLst/>
              <a:gdLst/>
              <a:ahLst/>
              <a:cxnLst/>
              <a:rect l="l" t="t" r="r" b="b"/>
              <a:pathLst>
                <a:path w="10515" h="4704" extrusionOk="0">
                  <a:moveTo>
                    <a:pt x="10395" y="0"/>
                  </a:moveTo>
                  <a:lnTo>
                    <a:pt x="4763" y="2381"/>
                  </a:lnTo>
                  <a:lnTo>
                    <a:pt x="4478" y="2500"/>
                  </a:lnTo>
                  <a:lnTo>
                    <a:pt x="60" y="4382"/>
                  </a:lnTo>
                  <a:lnTo>
                    <a:pt x="1" y="4429"/>
                  </a:lnTo>
                  <a:cubicBezTo>
                    <a:pt x="60" y="4513"/>
                    <a:pt x="84" y="4608"/>
                    <a:pt x="96" y="4703"/>
                  </a:cubicBezTo>
                  <a:lnTo>
                    <a:pt x="4299" y="2917"/>
                  </a:lnTo>
                  <a:lnTo>
                    <a:pt x="4299" y="2893"/>
                  </a:lnTo>
                  <a:cubicBezTo>
                    <a:pt x="4321" y="2748"/>
                    <a:pt x="4459" y="2666"/>
                    <a:pt x="4584" y="2666"/>
                  </a:cubicBezTo>
                  <a:cubicBezTo>
                    <a:pt x="4592" y="2666"/>
                    <a:pt x="4600" y="2666"/>
                    <a:pt x="4609" y="2667"/>
                  </a:cubicBezTo>
                  <a:cubicBezTo>
                    <a:pt x="4656" y="2679"/>
                    <a:pt x="4704" y="2703"/>
                    <a:pt x="4728" y="2727"/>
                  </a:cubicBezTo>
                  <a:lnTo>
                    <a:pt x="4775" y="2715"/>
                  </a:lnTo>
                  <a:lnTo>
                    <a:pt x="10514" y="274"/>
                  </a:lnTo>
                  <a:lnTo>
                    <a:pt x="10443" y="226"/>
                  </a:lnTo>
                  <a:cubicBezTo>
                    <a:pt x="10431" y="226"/>
                    <a:pt x="10431" y="214"/>
                    <a:pt x="10431" y="214"/>
                  </a:cubicBezTo>
                  <a:lnTo>
                    <a:pt x="10431" y="191"/>
                  </a:lnTo>
                  <a:cubicBezTo>
                    <a:pt x="10431" y="191"/>
                    <a:pt x="10431" y="179"/>
                    <a:pt x="10419" y="179"/>
                  </a:cubicBezTo>
                  <a:lnTo>
                    <a:pt x="10419" y="167"/>
                  </a:lnTo>
                  <a:lnTo>
                    <a:pt x="10419" y="155"/>
                  </a:lnTo>
                  <a:lnTo>
                    <a:pt x="10419" y="131"/>
                  </a:lnTo>
                  <a:lnTo>
                    <a:pt x="10419" y="119"/>
                  </a:lnTo>
                  <a:lnTo>
                    <a:pt x="1039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8;p2"/>
            <p:cNvSpPr/>
            <p:nvPr/>
          </p:nvSpPr>
          <p:spPr>
            <a:xfrm>
              <a:off x="6562125" y="3681225"/>
              <a:ext cx="131575" cy="189050"/>
            </a:xfrm>
            <a:custGeom>
              <a:avLst/>
              <a:gdLst/>
              <a:ahLst/>
              <a:cxnLst/>
              <a:rect l="l" t="t" r="r" b="b"/>
              <a:pathLst>
                <a:path w="5263" h="7562" extrusionOk="0">
                  <a:moveTo>
                    <a:pt x="5263" y="1"/>
                  </a:moveTo>
                  <a:lnTo>
                    <a:pt x="0" y="7216"/>
                  </a:lnTo>
                  <a:lnTo>
                    <a:pt x="48" y="7502"/>
                  </a:lnTo>
                  <a:lnTo>
                    <a:pt x="119" y="7561"/>
                  </a:lnTo>
                  <a:lnTo>
                    <a:pt x="5263" y="501"/>
                  </a:lnTo>
                  <a:lnTo>
                    <a:pt x="526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59;p2"/>
            <p:cNvSpPr/>
            <p:nvPr/>
          </p:nvSpPr>
          <p:spPr>
            <a:xfrm>
              <a:off x="6533550" y="3734225"/>
              <a:ext cx="29775" cy="137825"/>
            </a:xfrm>
            <a:custGeom>
              <a:avLst/>
              <a:gdLst/>
              <a:ahLst/>
              <a:cxnLst/>
              <a:rect l="l" t="t" r="r" b="b"/>
              <a:pathLst>
                <a:path w="1191" h="5513" extrusionOk="0">
                  <a:moveTo>
                    <a:pt x="286" y="0"/>
                  </a:moveTo>
                  <a:cubicBezTo>
                    <a:pt x="191" y="48"/>
                    <a:pt x="107" y="84"/>
                    <a:pt x="0" y="84"/>
                  </a:cubicBezTo>
                  <a:lnTo>
                    <a:pt x="893" y="5382"/>
                  </a:lnTo>
                  <a:lnTo>
                    <a:pt x="901" y="5464"/>
                  </a:lnTo>
                  <a:lnTo>
                    <a:pt x="901" y="5464"/>
                  </a:lnTo>
                  <a:cubicBezTo>
                    <a:pt x="904" y="5435"/>
                    <a:pt x="918" y="5409"/>
                    <a:pt x="941" y="5394"/>
                  </a:cubicBezTo>
                  <a:cubicBezTo>
                    <a:pt x="971" y="5356"/>
                    <a:pt x="1016" y="5327"/>
                    <a:pt x="1063" y="5327"/>
                  </a:cubicBezTo>
                  <a:cubicBezTo>
                    <a:pt x="1090" y="5327"/>
                    <a:pt x="1117" y="5337"/>
                    <a:pt x="1143" y="5358"/>
                  </a:cubicBezTo>
                  <a:lnTo>
                    <a:pt x="1191" y="5394"/>
                  </a:lnTo>
                  <a:lnTo>
                    <a:pt x="1143" y="5108"/>
                  </a:lnTo>
                  <a:lnTo>
                    <a:pt x="286" y="0"/>
                  </a:lnTo>
                  <a:close/>
                  <a:moveTo>
                    <a:pt x="901" y="5464"/>
                  </a:moveTo>
                  <a:lnTo>
                    <a:pt x="901" y="5464"/>
                  </a:lnTo>
                  <a:cubicBezTo>
                    <a:pt x="900" y="5479"/>
                    <a:pt x="901" y="5496"/>
                    <a:pt x="905" y="5513"/>
                  </a:cubicBezTo>
                  <a:lnTo>
                    <a:pt x="905" y="5501"/>
                  </a:lnTo>
                  <a:lnTo>
                    <a:pt x="901" y="5464"/>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60;p2"/>
            <p:cNvSpPr/>
            <p:nvPr/>
          </p:nvSpPr>
          <p:spPr>
            <a:xfrm>
              <a:off x="6557650" y="3873825"/>
              <a:ext cx="25" cy="25"/>
            </a:xfrm>
            <a:custGeom>
              <a:avLst/>
              <a:gdLst/>
              <a:ahLst/>
              <a:cxnLst/>
              <a:rect l="l" t="t" r="r" b="b"/>
              <a:pathLst>
                <a:path w="1" h="1" extrusionOk="0">
                  <a:moveTo>
                    <a:pt x="1"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61;p2"/>
            <p:cNvSpPr/>
            <p:nvPr/>
          </p:nvSpPr>
          <p:spPr>
            <a:xfrm>
              <a:off x="6679700" y="3952700"/>
              <a:ext cx="14000" cy="17300"/>
            </a:xfrm>
            <a:custGeom>
              <a:avLst/>
              <a:gdLst/>
              <a:ahLst/>
              <a:cxnLst/>
              <a:rect l="l" t="t" r="r" b="b"/>
              <a:pathLst>
                <a:path w="560" h="692" extrusionOk="0">
                  <a:moveTo>
                    <a:pt x="84" y="0"/>
                  </a:moveTo>
                  <a:lnTo>
                    <a:pt x="0" y="298"/>
                  </a:lnTo>
                  <a:lnTo>
                    <a:pt x="560" y="691"/>
                  </a:lnTo>
                  <a:lnTo>
                    <a:pt x="560" y="334"/>
                  </a:lnTo>
                  <a:lnTo>
                    <a:pt x="8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62;p2"/>
            <p:cNvSpPr/>
            <p:nvPr/>
          </p:nvSpPr>
          <p:spPr>
            <a:xfrm>
              <a:off x="6555875" y="3867675"/>
              <a:ext cx="119375" cy="88025"/>
            </a:xfrm>
            <a:custGeom>
              <a:avLst/>
              <a:gdLst/>
              <a:ahLst/>
              <a:cxnLst/>
              <a:rect l="l" t="t" r="r" b="b"/>
              <a:pathLst>
                <a:path w="4775" h="3521" extrusionOk="0">
                  <a:moveTo>
                    <a:pt x="157" y="0"/>
                  </a:moveTo>
                  <a:cubicBezTo>
                    <a:pt x="107" y="0"/>
                    <a:pt x="54" y="19"/>
                    <a:pt x="24" y="56"/>
                  </a:cubicBezTo>
                  <a:cubicBezTo>
                    <a:pt x="0" y="80"/>
                    <a:pt x="0" y="127"/>
                    <a:pt x="0" y="175"/>
                  </a:cubicBezTo>
                  <a:cubicBezTo>
                    <a:pt x="4" y="171"/>
                    <a:pt x="6" y="170"/>
                    <a:pt x="8" y="170"/>
                  </a:cubicBezTo>
                  <a:cubicBezTo>
                    <a:pt x="12" y="170"/>
                    <a:pt x="12" y="178"/>
                    <a:pt x="12" y="187"/>
                  </a:cubicBezTo>
                  <a:cubicBezTo>
                    <a:pt x="24" y="199"/>
                    <a:pt x="24" y="199"/>
                    <a:pt x="24" y="222"/>
                  </a:cubicBezTo>
                  <a:cubicBezTo>
                    <a:pt x="24" y="222"/>
                    <a:pt x="24" y="234"/>
                    <a:pt x="48" y="234"/>
                  </a:cubicBezTo>
                  <a:lnTo>
                    <a:pt x="48" y="246"/>
                  </a:lnTo>
                  <a:lnTo>
                    <a:pt x="60" y="258"/>
                  </a:lnTo>
                  <a:lnTo>
                    <a:pt x="131" y="306"/>
                  </a:lnTo>
                  <a:lnTo>
                    <a:pt x="4691" y="3521"/>
                  </a:lnTo>
                  <a:lnTo>
                    <a:pt x="4775" y="3223"/>
                  </a:lnTo>
                  <a:lnTo>
                    <a:pt x="357" y="103"/>
                  </a:lnTo>
                  <a:lnTo>
                    <a:pt x="286" y="56"/>
                  </a:lnTo>
                  <a:lnTo>
                    <a:pt x="238" y="20"/>
                  </a:lnTo>
                  <a:cubicBezTo>
                    <a:pt x="216" y="7"/>
                    <a:pt x="187" y="0"/>
                    <a:pt x="15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2"/>
            <p:cNvSpPr/>
            <p:nvPr/>
          </p:nvSpPr>
          <p:spPr>
            <a:xfrm>
              <a:off x="6604375" y="4211350"/>
              <a:ext cx="3600" cy="2725"/>
            </a:xfrm>
            <a:custGeom>
              <a:avLst/>
              <a:gdLst/>
              <a:ahLst/>
              <a:cxnLst/>
              <a:rect l="l" t="t" r="r" b="b"/>
              <a:pathLst>
                <a:path w="144" h="109" extrusionOk="0">
                  <a:moveTo>
                    <a:pt x="25" y="1"/>
                  </a:moveTo>
                  <a:lnTo>
                    <a:pt x="1" y="108"/>
                  </a:lnTo>
                  <a:cubicBezTo>
                    <a:pt x="60" y="108"/>
                    <a:pt x="120" y="72"/>
                    <a:pt x="144" y="13"/>
                  </a:cubicBezTo>
                  <a:cubicBezTo>
                    <a:pt x="96" y="1"/>
                    <a:pt x="72" y="1"/>
                    <a:pt x="2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64;p2"/>
            <p:cNvSpPr/>
            <p:nvPr/>
          </p:nvSpPr>
          <p:spPr>
            <a:xfrm>
              <a:off x="6613600" y="3885425"/>
              <a:ext cx="80400" cy="282800"/>
            </a:xfrm>
            <a:custGeom>
              <a:avLst/>
              <a:gdLst/>
              <a:ahLst/>
              <a:cxnLst/>
              <a:rect l="l" t="t" r="r" b="b"/>
              <a:pathLst>
                <a:path w="3216" h="11312" extrusionOk="0">
                  <a:moveTo>
                    <a:pt x="3216" y="1"/>
                  </a:moveTo>
                  <a:lnTo>
                    <a:pt x="2489" y="2525"/>
                  </a:lnTo>
                  <a:lnTo>
                    <a:pt x="2394" y="2811"/>
                  </a:lnTo>
                  <a:lnTo>
                    <a:pt x="1" y="11204"/>
                  </a:lnTo>
                  <a:cubicBezTo>
                    <a:pt x="108" y="11216"/>
                    <a:pt x="191" y="11252"/>
                    <a:pt x="287" y="11312"/>
                  </a:cubicBezTo>
                  <a:lnTo>
                    <a:pt x="2644" y="3001"/>
                  </a:lnTo>
                  <a:lnTo>
                    <a:pt x="2739" y="2703"/>
                  </a:lnTo>
                  <a:lnTo>
                    <a:pt x="3216" y="1072"/>
                  </a:lnTo>
                  <a:lnTo>
                    <a:pt x="321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2"/>
            <p:cNvSpPr/>
            <p:nvPr/>
          </p:nvSpPr>
          <p:spPr>
            <a:xfrm>
              <a:off x="6443950" y="4280425"/>
              <a:ext cx="42875" cy="292625"/>
            </a:xfrm>
            <a:custGeom>
              <a:avLst/>
              <a:gdLst/>
              <a:ahLst/>
              <a:cxnLst/>
              <a:rect l="l" t="t" r="r" b="b"/>
              <a:pathLst>
                <a:path w="1715" h="11705" extrusionOk="0">
                  <a:moveTo>
                    <a:pt x="298" y="0"/>
                  </a:moveTo>
                  <a:cubicBezTo>
                    <a:pt x="191" y="36"/>
                    <a:pt x="108" y="48"/>
                    <a:pt x="0" y="48"/>
                  </a:cubicBezTo>
                  <a:lnTo>
                    <a:pt x="1417" y="11704"/>
                  </a:lnTo>
                  <a:cubicBezTo>
                    <a:pt x="1475" y="11696"/>
                    <a:pt x="1538" y="11682"/>
                    <a:pt x="1599" y="11682"/>
                  </a:cubicBezTo>
                  <a:cubicBezTo>
                    <a:pt x="1626" y="11682"/>
                    <a:pt x="1653" y="11685"/>
                    <a:pt x="1679" y="11692"/>
                  </a:cubicBezTo>
                  <a:lnTo>
                    <a:pt x="1715" y="11692"/>
                  </a:lnTo>
                  <a:lnTo>
                    <a:pt x="29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2"/>
            <p:cNvSpPr/>
            <p:nvPr/>
          </p:nvSpPr>
          <p:spPr>
            <a:xfrm>
              <a:off x="6486800" y="4208675"/>
              <a:ext cx="118200" cy="365250"/>
            </a:xfrm>
            <a:custGeom>
              <a:avLst/>
              <a:gdLst/>
              <a:ahLst/>
              <a:cxnLst/>
              <a:rect l="l" t="t" r="r" b="b"/>
              <a:pathLst>
                <a:path w="4728" h="14610" extrusionOk="0">
                  <a:moveTo>
                    <a:pt x="4442" y="1"/>
                  </a:moveTo>
                  <a:lnTo>
                    <a:pt x="1" y="14574"/>
                  </a:lnTo>
                  <a:cubicBezTo>
                    <a:pt x="37" y="14586"/>
                    <a:pt x="84" y="14586"/>
                    <a:pt x="108" y="14610"/>
                  </a:cubicBezTo>
                  <a:lnTo>
                    <a:pt x="430" y="14181"/>
                  </a:lnTo>
                  <a:lnTo>
                    <a:pt x="4704" y="215"/>
                  </a:lnTo>
                  <a:lnTo>
                    <a:pt x="4728" y="108"/>
                  </a:lnTo>
                  <a:cubicBezTo>
                    <a:pt x="4621" y="96"/>
                    <a:pt x="4537" y="48"/>
                    <a:pt x="4442"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67;p2"/>
            <p:cNvSpPr/>
            <p:nvPr/>
          </p:nvSpPr>
          <p:spPr>
            <a:xfrm>
              <a:off x="6475500" y="4189625"/>
              <a:ext cx="112550" cy="56575"/>
            </a:xfrm>
            <a:custGeom>
              <a:avLst/>
              <a:gdLst/>
              <a:ahLst/>
              <a:cxnLst/>
              <a:rect l="l" t="t" r="r" b="b"/>
              <a:pathLst>
                <a:path w="4502" h="2263" extrusionOk="0">
                  <a:moveTo>
                    <a:pt x="4418" y="1"/>
                  </a:moveTo>
                  <a:lnTo>
                    <a:pt x="0" y="1965"/>
                  </a:lnTo>
                  <a:cubicBezTo>
                    <a:pt x="36" y="2061"/>
                    <a:pt x="48" y="2168"/>
                    <a:pt x="60" y="2263"/>
                  </a:cubicBezTo>
                  <a:lnTo>
                    <a:pt x="4501" y="298"/>
                  </a:lnTo>
                  <a:cubicBezTo>
                    <a:pt x="4453" y="215"/>
                    <a:pt x="4442" y="108"/>
                    <a:pt x="4418"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68;p2"/>
            <p:cNvSpPr/>
            <p:nvPr/>
          </p:nvSpPr>
          <p:spPr>
            <a:xfrm>
              <a:off x="6626125" y="4142000"/>
              <a:ext cx="67575" cy="36350"/>
            </a:xfrm>
            <a:custGeom>
              <a:avLst/>
              <a:gdLst/>
              <a:ahLst/>
              <a:cxnLst/>
              <a:rect l="l" t="t" r="r" b="b"/>
              <a:pathLst>
                <a:path w="2703" h="1454" extrusionOk="0">
                  <a:moveTo>
                    <a:pt x="2703" y="1"/>
                  </a:moveTo>
                  <a:lnTo>
                    <a:pt x="0" y="1191"/>
                  </a:lnTo>
                  <a:cubicBezTo>
                    <a:pt x="60" y="1287"/>
                    <a:pt x="119" y="1358"/>
                    <a:pt x="167" y="1453"/>
                  </a:cubicBezTo>
                  <a:lnTo>
                    <a:pt x="2703" y="334"/>
                  </a:lnTo>
                  <a:lnTo>
                    <a:pt x="27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69;p2"/>
            <p:cNvSpPr/>
            <p:nvPr/>
          </p:nvSpPr>
          <p:spPr>
            <a:xfrm>
              <a:off x="6489775" y="4289950"/>
              <a:ext cx="203925" cy="288750"/>
            </a:xfrm>
            <a:custGeom>
              <a:avLst/>
              <a:gdLst/>
              <a:ahLst/>
              <a:cxnLst/>
              <a:rect l="l" t="t" r="r" b="b"/>
              <a:pathLst>
                <a:path w="8157" h="11550" extrusionOk="0">
                  <a:moveTo>
                    <a:pt x="8157" y="0"/>
                  </a:moveTo>
                  <a:lnTo>
                    <a:pt x="311" y="10930"/>
                  </a:lnTo>
                  <a:lnTo>
                    <a:pt x="1" y="11371"/>
                  </a:lnTo>
                  <a:cubicBezTo>
                    <a:pt x="84" y="11406"/>
                    <a:pt x="180" y="11466"/>
                    <a:pt x="239" y="11549"/>
                  </a:cubicBezTo>
                  <a:lnTo>
                    <a:pt x="8157" y="500"/>
                  </a:lnTo>
                  <a:lnTo>
                    <a:pt x="815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70;p2"/>
            <p:cNvSpPr/>
            <p:nvPr/>
          </p:nvSpPr>
          <p:spPr>
            <a:xfrm>
              <a:off x="6585925" y="4164825"/>
              <a:ext cx="47350" cy="46925"/>
            </a:xfrm>
            <a:custGeom>
              <a:avLst/>
              <a:gdLst/>
              <a:ahLst/>
              <a:cxnLst/>
              <a:rect l="l" t="t" r="r" b="b"/>
              <a:pathLst>
                <a:path w="1894" h="1877" extrusionOk="0">
                  <a:moveTo>
                    <a:pt x="941" y="0"/>
                  </a:moveTo>
                  <a:cubicBezTo>
                    <a:pt x="489" y="0"/>
                    <a:pt x="98" y="315"/>
                    <a:pt x="25" y="779"/>
                  </a:cubicBezTo>
                  <a:cubicBezTo>
                    <a:pt x="1" y="850"/>
                    <a:pt x="1" y="921"/>
                    <a:pt x="1" y="993"/>
                  </a:cubicBezTo>
                  <a:cubicBezTo>
                    <a:pt x="1" y="1100"/>
                    <a:pt x="36" y="1195"/>
                    <a:pt x="84" y="1290"/>
                  </a:cubicBezTo>
                  <a:cubicBezTo>
                    <a:pt x="155" y="1493"/>
                    <a:pt x="298" y="1648"/>
                    <a:pt x="501" y="1755"/>
                  </a:cubicBezTo>
                  <a:cubicBezTo>
                    <a:pt x="584" y="1802"/>
                    <a:pt x="679" y="1826"/>
                    <a:pt x="775" y="1862"/>
                  </a:cubicBezTo>
                  <a:cubicBezTo>
                    <a:pt x="810" y="1862"/>
                    <a:pt x="858" y="1874"/>
                    <a:pt x="882" y="1874"/>
                  </a:cubicBezTo>
                  <a:cubicBezTo>
                    <a:pt x="905" y="1876"/>
                    <a:pt x="927" y="1876"/>
                    <a:pt x="950" y="1876"/>
                  </a:cubicBezTo>
                  <a:cubicBezTo>
                    <a:pt x="1387" y="1876"/>
                    <a:pt x="1779" y="1553"/>
                    <a:pt x="1870" y="1112"/>
                  </a:cubicBezTo>
                  <a:cubicBezTo>
                    <a:pt x="1894" y="921"/>
                    <a:pt x="1870" y="719"/>
                    <a:pt x="1787" y="552"/>
                  </a:cubicBezTo>
                  <a:cubicBezTo>
                    <a:pt x="1751" y="457"/>
                    <a:pt x="1691" y="374"/>
                    <a:pt x="1632" y="302"/>
                  </a:cubicBezTo>
                  <a:cubicBezTo>
                    <a:pt x="1572" y="219"/>
                    <a:pt x="1477" y="159"/>
                    <a:pt x="1406" y="124"/>
                  </a:cubicBezTo>
                  <a:cubicBezTo>
                    <a:pt x="1310" y="76"/>
                    <a:pt x="1227" y="40"/>
                    <a:pt x="1120" y="17"/>
                  </a:cubicBezTo>
                  <a:cubicBezTo>
                    <a:pt x="1060" y="6"/>
                    <a:pt x="1000" y="0"/>
                    <a:pt x="9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71;p2"/>
            <p:cNvSpPr/>
            <p:nvPr/>
          </p:nvSpPr>
          <p:spPr>
            <a:xfrm>
              <a:off x="6407925" y="4215525"/>
              <a:ext cx="69375" cy="65800"/>
            </a:xfrm>
            <a:custGeom>
              <a:avLst/>
              <a:gdLst/>
              <a:ahLst/>
              <a:cxnLst/>
              <a:rect l="l" t="t" r="r" b="b"/>
              <a:pathLst>
                <a:path w="2775" h="2632" extrusionOk="0">
                  <a:moveTo>
                    <a:pt x="1489" y="1"/>
                  </a:moveTo>
                  <a:cubicBezTo>
                    <a:pt x="1263" y="1"/>
                    <a:pt x="1049" y="36"/>
                    <a:pt x="870" y="120"/>
                  </a:cubicBezTo>
                  <a:cubicBezTo>
                    <a:pt x="787" y="155"/>
                    <a:pt x="691" y="203"/>
                    <a:pt x="620" y="263"/>
                  </a:cubicBezTo>
                  <a:cubicBezTo>
                    <a:pt x="370" y="453"/>
                    <a:pt x="191" y="739"/>
                    <a:pt x="132" y="1060"/>
                  </a:cubicBezTo>
                  <a:cubicBezTo>
                    <a:pt x="1" y="1775"/>
                    <a:pt x="477" y="2477"/>
                    <a:pt x="1203" y="2608"/>
                  </a:cubicBezTo>
                  <a:cubicBezTo>
                    <a:pt x="1275" y="2632"/>
                    <a:pt x="1370" y="2632"/>
                    <a:pt x="1441" y="2632"/>
                  </a:cubicBezTo>
                  <a:cubicBezTo>
                    <a:pt x="1549" y="2632"/>
                    <a:pt x="1632" y="2608"/>
                    <a:pt x="1739" y="2596"/>
                  </a:cubicBezTo>
                  <a:cubicBezTo>
                    <a:pt x="2239" y="2477"/>
                    <a:pt x="2644" y="2072"/>
                    <a:pt x="2751" y="1537"/>
                  </a:cubicBezTo>
                  <a:cubicBezTo>
                    <a:pt x="2763" y="1441"/>
                    <a:pt x="2775" y="1322"/>
                    <a:pt x="2763" y="1215"/>
                  </a:cubicBezTo>
                  <a:cubicBezTo>
                    <a:pt x="2763" y="1108"/>
                    <a:pt x="2739" y="1001"/>
                    <a:pt x="2703" y="917"/>
                  </a:cubicBezTo>
                  <a:cubicBezTo>
                    <a:pt x="2573" y="501"/>
                    <a:pt x="2227" y="155"/>
                    <a:pt x="1787" y="36"/>
                  </a:cubicBezTo>
                  <a:cubicBezTo>
                    <a:pt x="1751" y="24"/>
                    <a:pt x="1727" y="24"/>
                    <a:pt x="1680" y="13"/>
                  </a:cubicBezTo>
                  <a:cubicBezTo>
                    <a:pt x="1620" y="1"/>
                    <a:pt x="1560" y="1"/>
                    <a:pt x="148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72;p2"/>
            <p:cNvSpPr/>
            <p:nvPr/>
          </p:nvSpPr>
          <p:spPr>
            <a:xfrm>
              <a:off x="4666950" y="3657525"/>
              <a:ext cx="11925" cy="12150"/>
            </a:xfrm>
            <a:custGeom>
              <a:avLst/>
              <a:gdLst/>
              <a:ahLst/>
              <a:cxnLst/>
              <a:rect l="l" t="t" r="r" b="b"/>
              <a:pathLst>
                <a:path w="477" h="486" extrusionOk="0">
                  <a:moveTo>
                    <a:pt x="233" y="1"/>
                  </a:moveTo>
                  <a:cubicBezTo>
                    <a:pt x="128" y="1"/>
                    <a:pt x="22" y="87"/>
                    <a:pt x="12" y="199"/>
                  </a:cubicBezTo>
                  <a:cubicBezTo>
                    <a:pt x="0" y="247"/>
                    <a:pt x="12" y="306"/>
                    <a:pt x="24" y="354"/>
                  </a:cubicBezTo>
                  <a:cubicBezTo>
                    <a:pt x="60" y="413"/>
                    <a:pt x="119" y="461"/>
                    <a:pt x="203" y="485"/>
                  </a:cubicBezTo>
                  <a:cubicBezTo>
                    <a:pt x="213" y="486"/>
                    <a:pt x="223" y="486"/>
                    <a:pt x="233" y="486"/>
                  </a:cubicBezTo>
                  <a:cubicBezTo>
                    <a:pt x="362" y="486"/>
                    <a:pt x="465" y="416"/>
                    <a:pt x="476" y="294"/>
                  </a:cubicBezTo>
                  <a:lnTo>
                    <a:pt x="476" y="187"/>
                  </a:lnTo>
                  <a:cubicBezTo>
                    <a:pt x="429" y="92"/>
                    <a:pt x="369" y="20"/>
                    <a:pt x="286" y="8"/>
                  </a:cubicBezTo>
                  <a:cubicBezTo>
                    <a:pt x="269" y="3"/>
                    <a:pt x="251" y="1"/>
                    <a:pt x="23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2"/>
            <p:cNvSpPr/>
            <p:nvPr/>
          </p:nvSpPr>
          <p:spPr>
            <a:xfrm>
              <a:off x="5526275" y="3907750"/>
              <a:ext cx="25325" cy="23650"/>
            </a:xfrm>
            <a:custGeom>
              <a:avLst/>
              <a:gdLst/>
              <a:ahLst/>
              <a:cxnLst/>
              <a:rect l="l" t="t" r="r" b="b"/>
              <a:pathLst>
                <a:path w="1013" h="946" extrusionOk="0">
                  <a:moveTo>
                    <a:pt x="512" y="1"/>
                  </a:moveTo>
                  <a:cubicBezTo>
                    <a:pt x="286" y="13"/>
                    <a:pt x="84" y="167"/>
                    <a:pt x="48" y="382"/>
                  </a:cubicBezTo>
                  <a:cubicBezTo>
                    <a:pt x="0" y="644"/>
                    <a:pt x="179" y="894"/>
                    <a:pt x="441" y="941"/>
                  </a:cubicBezTo>
                  <a:cubicBezTo>
                    <a:pt x="462" y="944"/>
                    <a:pt x="484" y="946"/>
                    <a:pt x="505" y="946"/>
                  </a:cubicBezTo>
                  <a:cubicBezTo>
                    <a:pt x="732" y="946"/>
                    <a:pt x="945" y="777"/>
                    <a:pt x="989" y="548"/>
                  </a:cubicBezTo>
                  <a:cubicBezTo>
                    <a:pt x="1012" y="370"/>
                    <a:pt x="941" y="191"/>
                    <a:pt x="798" y="84"/>
                  </a:cubicBezTo>
                  <a:cubicBezTo>
                    <a:pt x="739" y="48"/>
                    <a:pt x="679" y="13"/>
                    <a:pt x="58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74;p2"/>
            <p:cNvSpPr/>
            <p:nvPr/>
          </p:nvSpPr>
          <p:spPr>
            <a:xfrm>
              <a:off x="6515675" y="3702325"/>
              <a:ext cx="35450" cy="33100"/>
            </a:xfrm>
            <a:custGeom>
              <a:avLst/>
              <a:gdLst/>
              <a:ahLst/>
              <a:cxnLst/>
              <a:rect l="l" t="t" r="r" b="b"/>
              <a:pathLst>
                <a:path w="1418" h="1324" extrusionOk="0">
                  <a:moveTo>
                    <a:pt x="679" y="0"/>
                  </a:moveTo>
                  <a:cubicBezTo>
                    <a:pt x="563" y="0"/>
                    <a:pt x="454" y="33"/>
                    <a:pt x="358" y="86"/>
                  </a:cubicBezTo>
                  <a:cubicBezTo>
                    <a:pt x="275" y="133"/>
                    <a:pt x="191" y="205"/>
                    <a:pt x="132" y="276"/>
                  </a:cubicBezTo>
                  <a:cubicBezTo>
                    <a:pt x="96" y="360"/>
                    <a:pt x="48" y="443"/>
                    <a:pt x="37" y="538"/>
                  </a:cubicBezTo>
                  <a:cubicBezTo>
                    <a:pt x="1" y="717"/>
                    <a:pt x="48" y="907"/>
                    <a:pt x="156" y="1038"/>
                  </a:cubicBezTo>
                  <a:cubicBezTo>
                    <a:pt x="215" y="1145"/>
                    <a:pt x="287" y="1205"/>
                    <a:pt x="370" y="1252"/>
                  </a:cubicBezTo>
                  <a:cubicBezTo>
                    <a:pt x="429" y="1276"/>
                    <a:pt x="513" y="1312"/>
                    <a:pt x="572" y="1312"/>
                  </a:cubicBezTo>
                  <a:cubicBezTo>
                    <a:pt x="608" y="1324"/>
                    <a:pt x="656" y="1324"/>
                    <a:pt x="703" y="1324"/>
                  </a:cubicBezTo>
                  <a:cubicBezTo>
                    <a:pt x="810" y="1324"/>
                    <a:pt x="894" y="1300"/>
                    <a:pt x="989" y="1252"/>
                  </a:cubicBezTo>
                  <a:cubicBezTo>
                    <a:pt x="1168" y="1157"/>
                    <a:pt x="1299" y="979"/>
                    <a:pt x="1346" y="776"/>
                  </a:cubicBezTo>
                  <a:cubicBezTo>
                    <a:pt x="1418" y="419"/>
                    <a:pt x="1168" y="62"/>
                    <a:pt x="810" y="14"/>
                  </a:cubicBezTo>
                  <a:cubicBezTo>
                    <a:pt x="766" y="5"/>
                    <a:pt x="722" y="0"/>
                    <a:pt x="679"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2"/>
            <p:cNvSpPr/>
            <p:nvPr/>
          </p:nvSpPr>
          <p:spPr>
            <a:xfrm>
              <a:off x="6265350" y="3971075"/>
              <a:ext cx="33375" cy="33075"/>
            </a:xfrm>
            <a:custGeom>
              <a:avLst/>
              <a:gdLst/>
              <a:ahLst/>
              <a:cxnLst/>
              <a:rect l="l" t="t" r="r" b="b"/>
              <a:pathLst>
                <a:path w="1335" h="1323" extrusionOk="0">
                  <a:moveTo>
                    <a:pt x="652" y="1"/>
                  </a:moveTo>
                  <a:cubicBezTo>
                    <a:pt x="556" y="1"/>
                    <a:pt x="466" y="26"/>
                    <a:pt x="382" y="51"/>
                  </a:cubicBezTo>
                  <a:cubicBezTo>
                    <a:pt x="298" y="99"/>
                    <a:pt x="227" y="158"/>
                    <a:pt x="144" y="230"/>
                  </a:cubicBezTo>
                  <a:cubicBezTo>
                    <a:pt x="84" y="289"/>
                    <a:pt x="48" y="385"/>
                    <a:pt x="24" y="468"/>
                  </a:cubicBezTo>
                  <a:cubicBezTo>
                    <a:pt x="24" y="504"/>
                    <a:pt x="13" y="516"/>
                    <a:pt x="13" y="551"/>
                  </a:cubicBezTo>
                  <a:cubicBezTo>
                    <a:pt x="1" y="623"/>
                    <a:pt x="1" y="694"/>
                    <a:pt x="13" y="766"/>
                  </a:cubicBezTo>
                  <a:cubicBezTo>
                    <a:pt x="60" y="1039"/>
                    <a:pt x="263" y="1278"/>
                    <a:pt x="548" y="1301"/>
                  </a:cubicBezTo>
                  <a:cubicBezTo>
                    <a:pt x="595" y="1316"/>
                    <a:pt x="642" y="1322"/>
                    <a:pt x="689" y="1322"/>
                  </a:cubicBezTo>
                  <a:cubicBezTo>
                    <a:pt x="759" y="1322"/>
                    <a:pt x="829" y="1306"/>
                    <a:pt x="894" y="1278"/>
                  </a:cubicBezTo>
                  <a:cubicBezTo>
                    <a:pt x="977" y="1242"/>
                    <a:pt x="1072" y="1182"/>
                    <a:pt x="1144" y="1111"/>
                  </a:cubicBezTo>
                  <a:cubicBezTo>
                    <a:pt x="1251" y="1039"/>
                    <a:pt x="1310" y="920"/>
                    <a:pt x="1322" y="789"/>
                  </a:cubicBezTo>
                  <a:cubicBezTo>
                    <a:pt x="1334" y="706"/>
                    <a:pt x="1334" y="647"/>
                    <a:pt x="1322" y="575"/>
                  </a:cubicBezTo>
                  <a:cubicBezTo>
                    <a:pt x="1310" y="468"/>
                    <a:pt x="1275" y="385"/>
                    <a:pt x="1215" y="289"/>
                  </a:cubicBezTo>
                  <a:cubicBezTo>
                    <a:pt x="1179" y="218"/>
                    <a:pt x="1096" y="147"/>
                    <a:pt x="1025" y="99"/>
                  </a:cubicBezTo>
                  <a:cubicBezTo>
                    <a:pt x="953" y="51"/>
                    <a:pt x="858" y="27"/>
                    <a:pt x="775" y="16"/>
                  </a:cubicBezTo>
                  <a:cubicBezTo>
                    <a:pt x="733" y="5"/>
                    <a:pt x="692" y="1"/>
                    <a:pt x="65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2"/>
            <p:cNvSpPr/>
            <p:nvPr/>
          </p:nvSpPr>
          <p:spPr>
            <a:xfrm>
              <a:off x="6376075" y="3733725"/>
              <a:ext cx="25025" cy="23625"/>
            </a:xfrm>
            <a:custGeom>
              <a:avLst/>
              <a:gdLst/>
              <a:ahLst/>
              <a:cxnLst/>
              <a:rect l="l" t="t" r="r" b="b"/>
              <a:pathLst>
                <a:path w="1001" h="945" extrusionOk="0">
                  <a:moveTo>
                    <a:pt x="490" y="1"/>
                  </a:moveTo>
                  <a:cubicBezTo>
                    <a:pt x="268" y="1"/>
                    <a:pt x="56" y="168"/>
                    <a:pt x="25" y="401"/>
                  </a:cubicBezTo>
                  <a:cubicBezTo>
                    <a:pt x="25" y="425"/>
                    <a:pt x="1" y="473"/>
                    <a:pt x="1" y="497"/>
                  </a:cubicBezTo>
                  <a:cubicBezTo>
                    <a:pt x="1" y="604"/>
                    <a:pt x="48" y="699"/>
                    <a:pt x="108" y="770"/>
                  </a:cubicBezTo>
                  <a:cubicBezTo>
                    <a:pt x="179" y="830"/>
                    <a:pt x="263" y="889"/>
                    <a:pt x="358" y="913"/>
                  </a:cubicBezTo>
                  <a:cubicBezTo>
                    <a:pt x="370" y="913"/>
                    <a:pt x="394" y="937"/>
                    <a:pt x="406" y="937"/>
                  </a:cubicBezTo>
                  <a:cubicBezTo>
                    <a:pt x="436" y="941"/>
                    <a:pt x="467" y="944"/>
                    <a:pt x="497" y="944"/>
                  </a:cubicBezTo>
                  <a:cubicBezTo>
                    <a:pt x="550" y="944"/>
                    <a:pt x="603" y="936"/>
                    <a:pt x="656" y="913"/>
                  </a:cubicBezTo>
                  <a:cubicBezTo>
                    <a:pt x="810" y="854"/>
                    <a:pt x="929" y="723"/>
                    <a:pt x="953" y="556"/>
                  </a:cubicBezTo>
                  <a:cubicBezTo>
                    <a:pt x="1001" y="306"/>
                    <a:pt x="834" y="56"/>
                    <a:pt x="572" y="8"/>
                  </a:cubicBezTo>
                  <a:cubicBezTo>
                    <a:pt x="545" y="3"/>
                    <a:pt x="518" y="1"/>
                    <a:pt x="49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2"/>
            <p:cNvSpPr/>
            <p:nvPr/>
          </p:nvSpPr>
          <p:spPr>
            <a:xfrm>
              <a:off x="6507050" y="3935025"/>
              <a:ext cx="26225" cy="23850"/>
            </a:xfrm>
            <a:custGeom>
              <a:avLst/>
              <a:gdLst/>
              <a:ahLst/>
              <a:cxnLst/>
              <a:rect l="l" t="t" r="r" b="b"/>
              <a:pathLst>
                <a:path w="1049" h="954" extrusionOk="0">
                  <a:moveTo>
                    <a:pt x="532" y="0"/>
                  </a:moveTo>
                  <a:cubicBezTo>
                    <a:pt x="306" y="0"/>
                    <a:pt x="103" y="169"/>
                    <a:pt x="48" y="398"/>
                  </a:cubicBezTo>
                  <a:cubicBezTo>
                    <a:pt x="1" y="648"/>
                    <a:pt x="167" y="898"/>
                    <a:pt x="441" y="946"/>
                  </a:cubicBezTo>
                  <a:cubicBezTo>
                    <a:pt x="470" y="951"/>
                    <a:pt x="498" y="954"/>
                    <a:pt x="527" y="954"/>
                  </a:cubicBezTo>
                  <a:cubicBezTo>
                    <a:pt x="746" y="954"/>
                    <a:pt x="947" y="796"/>
                    <a:pt x="989" y="565"/>
                  </a:cubicBezTo>
                  <a:cubicBezTo>
                    <a:pt x="1048" y="291"/>
                    <a:pt x="870" y="53"/>
                    <a:pt x="596" y="5"/>
                  </a:cubicBezTo>
                  <a:cubicBezTo>
                    <a:pt x="574" y="2"/>
                    <a:pt x="553" y="0"/>
                    <a:pt x="532"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78;p2"/>
            <p:cNvSpPr/>
            <p:nvPr/>
          </p:nvSpPr>
          <p:spPr>
            <a:xfrm>
              <a:off x="5903100" y="3945425"/>
              <a:ext cx="25025" cy="23875"/>
            </a:xfrm>
            <a:custGeom>
              <a:avLst/>
              <a:gdLst/>
              <a:ahLst/>
              <a:cxnLst/>
              <a:rect l="l" t="t" r="r" b="b"/>
              <a:pathLst>
                <a:path w="1001" h="955" extrusionOk="0">
                  <a:moveTo>
                    <a:pt x="537" y="0"/>
                  </a:moveTo>
                  <a:cubicBezTo>
                    <a:pt x="497" y="0"/>
                    <a:pt x="457" y="6"/>
                    <a:pt x="417" y="6"/>
                  </a:cubicBezTo>
                  <a:cubicBezTo>
                    <a:pt x="322" y="30"/>
                    <a:pt x="227" y="89"/>
                    <a:pt x="167" y="160"/>
                  </a:cubicBezTo>
                  <a:cubicBezTo>
                    <a:pt x="108" y="220"/>
                    <a:pt x="60" y="303"/>
                    <a:pt x="48" y="399"/>
                  </a:cubicBezTo>
                  <a:cubicBezTo>
                    <a:pt x="1" y="601"/>
                    <a:pt x="120" y="815"/>
                    <a:pt x="298" y="899"/>
                  </a:cubicBezTo>
                  <a:cubicBezTo>
                    <a:pt x="346" y="922"/>
                    <a:pt x="382" y="934"/>
                    <a:pt x="441" y="946"/>
                  </a:cubicBezTo>
                  <a:cubicBezTo>
                    <a:pt x="471" y="951"/>
                    <a:pt x="500" y="954"/>
                    <a:pt x="529" y="954"/>
                  </a:cubicBezTo>
                  <a:cubicBezTo>
                    <a:pt x="570" y="954"/>
                    <a:pt x="609" y="948"/>
                    <a:pt x="644" y="934"/>
                  </a:cubicBezTo>
                  <a:cubicBezTo>
                    <a:pt x="656" y="934"/>
                    <a:pt x="679" y="922"/>
                    <a:pt x="691" y="922"/>
                  </a:cubicBezTo>
                  <a:cubicBezTo>
                    <a:pt x="798" y="887"/>
                    <a:pt x="870" y="815"/>
                    <a:pt x="929" y="720"/>
                  </a:cubicBezTo>
                  <a:cubicBezTo>
                    <a:pt x="929" y="708"/>
                    <a:pt x="941" y="696"/>
                    <a:pt x="941" y="684"/>
                  </a:cubicBezTo>
                  <a:cubicBezTo>
                    <a:pt x="953" y="637"/>
                    <a:pt x="977" y="601"/>
                    <a:pt x="989" y="541"/>
                  </a:cubicBezTo>
                  <a:cubicBezTo>
                    <a:pt x="1001" y="482"/>
                    <a:pt x="1001" y="446"/>
                    <a:pt x="989" y="387"/>
                  </a:cubicBezTo>
                  <a:cubicBezTo>
                    <a:pt x="977" y="303"/>
                    <a:pt x="941" y="232"/>
                    <a:pt x="882" y="172"/>
                  </a:cubicBezTo>
                  <a:cubicBezTo>
                    <a:pt x="810" y="101"/>
                    <a:pt x="727" y="41"/>
                    <a:pt x="596" y="6"/>
                  </a:cubicBezTo>
                  <a:cubicBezTo>
                    <a:pt x="576" y="2"/>
                    <a:pt x="556" y="0"/>
                    <a:pt x="53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79;p2"/>
            <p:cNvSpPr/>
            <p:nvPr/>
          </p:nvSpPr>
          <p:spPr>
            <a:xfrm>
              <a:off x="5745650" y="3654300"/>
              <a:ext cx="23825" cy="23825"/>
            </a:xfrm>
            <a:custGeom>
              <a:avLst/>
              <a:gdLst/>
              <a:ahLst/>
              <a:cxnLst/>
              <a:rect l="l" t="t" r="r" b="b"/>
              <a:pathLst>
                <a:path w="953" h="953" extrusionOk="0">
                  <a:moveTo>
                    <a:pt x="471" y="0"/>
                  </a:moveTo>
                  <a:cubicBezTo>
                    <a:pt x="444" y="0"/>
                    <a:pt x="417" y="6"/>
                    <a:pt x="393" y="18"/>
                  </a:cubicBezTo>
                  <a:cubicBezTo>
                    <a:pt x="298" y="30"/>
                    <a:pt x="203" y="78"/>
                    <a:pt x="131" y="149"/>
                  </a:cubicBezTo>
                  <a:cubicBezTo>
                    <a:pt x="72" y="209"/>
                    <a:pt x="24" y="292"/>
                    <a:pt x="0" y="387"/>
                  </a:cubicBezTo>
                  <a:lnTo>
                    <a:pt x="0" y="423"/>
                  </a:lnTo>
                  <a:cubicBezTo>
                    <a:pt x="0" y="518"/>
                    <a:pt x="12" y="626"/>
                    <a:pt x="60" y="721"/>
                  </a:cubicBezTo>
                  <a:cubicBezTo>
                    <a:pt x="131" y="840"/>
                    <a:pt x="238" y="923"/>
                    <a:pt x="381" y="935"/>
                  </a:cubicBezTo>
                  <a:cubicBezTo>
                    <a:pt x="411" y="947"/>
                    <a:pt x="441" y="953"/>
                    <a:pt x="471" y="953"/>
                  </a:cubicBezTo>
                  <a:cubicBezTo>
                    <a:pt x="500" y="953"/>
                    <a:pt x="530" y="947"/>
                    <a:pt x="560" y="935"/>
                  </a:cubicBezTo>
                  <a:cubicBezTo>
                    <a:pt x="667" y="923"/>
                    <a:pt x="750" y="864"/>
                    <a:pt x="810" y="792"/>
                  </a:cubicBezTo>
                  <a:cubicBezTo>
                    <a:pt x="846" y="757"/>
                    <a:pt x="858" y="733"/>
                    <a:pt x="870" y="697"/>
                  </a:cubicBezTo>
                  <a:cubicBezTo>
                    <a:pt x="905" y="661"/>
                    <a:pt x="917" y="614"/>
                    <a:pt x="929" y="554"/>
                  </a:cubicBezTo>
                  <a:cubicBezTo>
                    <a:pt x="953" y="506"/>
                    <a:pt x="953" y="459"/>
                    <a:pt x="929" y="423"/>
                  </a:cubicBezTo>
                  <a:cubicBezTo>
                    <a:pt x="905" y="221"/>
                    <a:pt x="750" y="42"/>
                    <a:pt x="548" y="18"/>
                  </a:cubicBezTo>
                  <a:cubicBezTo>
                    <a:pt x="524" y="6"/>
                    <a:pt x="497" y="0"/>
                    <a:pt x="47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80;p2"/>
            <p:cNvSpPr/>
            <p:nvPr/>
          </p:nvSpPr>
          <p:spPr>
            <a:xfrm>
              <a:off x="4724975" y="3627350"/>
              <a:ext cx="23850" cy="23175"/>
            </a:xfrm>
            <a:custGeom>
              <a:avLst/>
              <a:gdLst/>
              <a:ahLst/>
              <a:cxnLst/>
              <a:rect l="l" t="t" r="r" b="b"/>
              <a:pathLst>
                <a:path w="954" h="927" extrusionOk="0">
                  <a:moveTo>
                    <a:pt x="446" y="1"/>
                  </a:moveTo>
                  <a:cubicBezTo>
                    <a:pt x="336" y="1"/>
                    <a:pt x="241" y="44"/>
                    <a:pt x="168" y="108"/>
                  </a:cubicBezTo>
                  <a:cubicBezTo>
                    <a:pt x="120" y="144"/>
                    <a:pt x="84" y="191"/>
                    <a:pt x="60" y="251"/>
                  </a:cubicBezTo>
                  <a:cubicBezTo>
                    <a:pt x="48" y="287"/>
                    <a:pt x="13" y="334"/>
                    <a:pt x="13" y="382"/>
                  </a:cubicBezTo>
                  <a:cubicBezTo>
                    <a:pt x="1" y="453"/>
                    <a:pt x="1" y="513"/>
                    <a:pt x="13" y="572"/>
                  </a:cubicBezTo>
                  <a:cubicBezTo>
                    <a:pt x="60" y="751"/>
                    <a:pt x="191" y="882"/>
                    <a:pt x="382" y="918"/>
                  </a:cubicBezTo>
                  <a:cubicBezTo>
                    <a:pt x="416" y="924"/>
                    <a:pt x="450" y="926"/>
                    <a:pt x="482" y="926"/>
                  </a:cubicBezTo>
                  <a:cubicBezTo>
                    <a:pt x="581" y="926"/>
                    <a:pt x="667" y="898"/>
                    <a:pt x="739" y="834"/>
                  </a:cubicBezTo>
                  <a:cubicBezTo>
                    <a:pt x="822" y="811"/>
                    <a:pt x="882" y="739"/>
                    <a:pt x="906" y="632"/>
                  </a:cubicBezTo>
                  <a:cubicBezTo>
                    <a:pt x="918" y="608"/>
                    <a:pt x="918" y="584"/>
                    <a:pt x="918" y="561"/>
                  </a:cubicBezTo>
                  <a:cubicBezTo>
                    <a:pt x="953" y="441"/>
                    <a:pt x="918" y="334"/>
                    <a:pt x="858" y="227"/>
                  </a:cubicBezTo>
                  <a:cubicBezTo>
                    <a:pt x="799" y="132"/>
                    <a:pt x="715" y="49"/>
                    <a:pt x="596" y="25"/>
                  </a:cubicBezTo>
                  <a:cubicBezTo>
                    <a:pt x="584" y="25"/>
                    <a:pt x="560" y="13"/>
                    <a:pt x="549" y="13"/>
                  </a:cubicBezTo>
                  <a:cubicBezTo>
                    <a:pt x="513" y="5"/>
                    <a:pt x="479" y="1"/>
                    <a:pt x="44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81;p2"/>
            <p:cNvSpPr/>
            <p:nvPr/>
          </p:nvSpPr>
          <p:spPr>
            <a:xfrm>
              <a:off x="5094675" y="3924725"/>
              <a:ext cx="25325" cy="23725"/>
            </a:xfrm>
            <a:custGeom>
              <a:avLst/>
              <a:gdLst/>
              <a:ahLst/>
              <a:cxnLst/>
              <a:rect l="l" t="t" r="r" b="b"/>
              <a:pathLst>
                <a:path w="1013" h="949" extrusionOk="0">
                  <a:moveTo>
                    <a:pt x="524" y="0"/>
                  </a:moveTo>
                  <a:cubicBezTo>
                    <a:pt x="417" y="0"/>
                    <a:pt x="334" y="36"/>
                    <a:pt x="239" y="96"/>
                  </a:cubicBezTo>
                  <a:cubicBezTo>
                    <a:pt x="131" y="167"/>
                    <a:pt x="60" y="274"/>
                    <a:pt x="48" y="393"/>
                  </a:cubicBezTo>
                  <a:cubicBezTo>
                    <a:pt x="0" y="643"/>
                    <a:pt x="167" y="893"/>
                    <a:pt x="429" y="941"/>
                  </a:cubicBezTo>
                  <a:cubicBezTo>
                    <a:pt x="459" y="946"/>
                    <a:pt x="489" y="949"/>
                    <a:pt x="518" y="949"/>
                  </a:cubicBezTo>
                  <a:cubicBezTo>
                    <a:pt x="746" y="949"/>
                    <a:pt x="946" y="792"/>
                    <a:pt x="989" y="560"/>
                  </a:cubicBezTo>
                  <a:cubicBezTo>
                    <a:pt x="1012" y="405"/>
                    <a:pt x="977" y="238"/>
                    <a:pt x="870" y="143"/>
                  </a:cubicBezTo>
                  <a:cubicBezTo>
                    <a:pt x="774" y="84"/>
                    <a:pt x="691" y="24"/>
                    <a:pt x="58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82;p2"/>
            <p:cNvSpPr/>
            <p:nvPr/>
          </p:nvSpPr>
          <p:spPr>
            <a:xfrm>
              <a:off x="6464775" y="4572300"/>
              <a:ext cx="35450" cy="32975"/>
            </a:xfrm>
            <a:custGeom>
              <a:avLst/>
              <a:gdLst/>
              <a:ahLst/>
              <a:cxnLst/>
              <a:rect l="l" t="t" r="r" b="b"/>
              <a:pathLst>
                <a:path w="1418" h="1319" extrusionOk="0">
                  <a:moveTo>
                    <a:pt x="729" y="1"/>
                  </a:moveTo>
                  <a:cubicBezTo>
                    <a:pt x="680" y="1"/>
                    <a:pt x="630" y="9"/>
                    <a:pt x="584" y="29"/>
                  </a:cubicBezTo>
                  <a:cubicBezTo>
                    <a:pt x="525" y="41"/>
                    <a:pt x="477" y="53"/>
                    <a:pt x="418" y="89"/>
                  </a:cubicBezTo>
                  <a:cubicBezTo>
                    <a:pt x="322" y="136"/>
                    <a:pt x="251" y="208"/>
                    <a:pt x="191" y="279"/>
                  </a:cubicBezTo>
                  <a:cubicBezTo>
                    <a:pt x="132" y="351"/>
                    <a:pt x="84" y="446"/>
                    <a:pt x="72" y="553"/>
                  </a:cubicBezTo>
                  <a:cubicBezTo>
                    <a:pt x="1" y="910"/>
                    <a:pt x="251" y="1267"/>
                    <a:pt x="608" y="1303"/>
                  </a:cubicBezTo>
                  <a:cubicBezTo>
                    <a:pt x="653" y="1314"/>
                    <a:pt x="698" y="1319"/>
                    <a:pt x="743" y="1319"/>
                  </a:cubicBezTo>
                  <a:cubicBezTo>
                    <a:pt x="1051" y="1319"/>
                    <a:pt x="1328" y="1079"/>
                    <a:pt x="1370" y="767"/>
                  </a:cubicBezTo>
                  <a:cubicBezTo>
                    <a:pt x="1418" y="565"/>
                    <a:pt x="1358" y="374"/>
                    <a:pt x="1215" y="220"/>
                  </a:cubicBezTo>
                  <a:cubicBezTo>
                    <a:pt x="1180" y="160"/>
                    <a:pt x="1096" y="100"/>
                    <a:pt x="1001" y="53"/>
                  </a:cubicBezTo>
                  <a:cubicBezTo>
                    <a:pt x="953" y="41"/>
                    <a:pt x="918" y="29"/>
                    <a:pt x="882" y="17"/>
                  </a:cubicBezTo>
                  <a:lnTo>
                    <a:pt x="846" y="17"/>
                  </a:lnTo>
                  <a:cubicBezTo>
                    <a:pt x="809" y="6"/>
                    <a:pt x="769" y="1"/>
                    <a:pt x="72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83;p2"/>
            <p:cNvSpPr/>
            <p:nvPr/>
          </p:nvSpPr>
          <p:spPr>
            <a:xfrm>
              <a:off x="6403775" y="3934525"/>
              <a:ext cx="13700" cy="13725"/>
            </a:xfrm>
            <a:custGeom>
              <a:avLst/>
              <a:gdLst/>
              <a:ahLst/>
              <a:cxnLst/>
              <a:rect l="l" t="t" r="r" b="b"/>
              <a:pathLst>
                <a:path w="548" h="549" extrusionOk="0">
                  <a:moveTo>
                    <a:pt x="295" y="0"/>
                  </a:moveTo>
                  <a:cubicBezTo>
                    <a:pt x="163" y="0"/>
                    <a:pt x="45" y="82"/>
                    <a:pt x="12" y="227"/>
                  </a:cubicBezTo>
                  <a:lnTo>
                    <a:pt x="12" y="251"/>
                  </a:lnTo>
                  <a:cubicBezTo>
                    <a:pt x="0" y="406"/>
                    <a:pt x="72" y="537"/>
                    <a:pt x="226" y="549"/>
                  </a:cubicBezTo>
                  <a:lnTo>
                    <a:pt x="250" y="549"/>
                  </a:lnTo>
                  <a:cubicBezTo>
                    <a:pt x="369" y="549"/>
                    <a:pt x="488" y="489"/>
                    <a:pt x="524" y="370"/>
                  </a:cubicBezTo>
                  <a:cubicBezTo>
                    <a:pt x="524" y="358"/>
                    <a:pt x="536" y="346"/>
                    <a:pt x="536" y="323"/>
                  </a:cubicBezTo>
                  <a:cubicBezTo>
                    <a:pt x="548" y="251"/>
                    <a:pt x="536" y="180"/>
                    <a:pt x="488" y="120"/>
                  </a:cubicBezTo>
                  <a:cubicBezTo>
                    <a:pt x="476" y="108"/>
                    <a:pt x="453" y="73"/>
                    <a:pt x="441" y="61"/>
                  </a:cubicBezTo>
                  <a:cubicBezTo>
                    <a:pt x="417" y="25"/>
                    <a:pt x="369" y="13"/>
                    <a:pt x="322" y="1"/>
                  </a:cubicBezTo>
                  <a:cubicBezTo>
                    <a:pt x="313" y="0"/>
                    <a:pt x="304" y="0"/>
                    <a:pt x="29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84;p2"/>
            <p:cNvSpPr/>
            <p:nvPr/>
          </p:nvSpPr>
          <p:spPr>
            <a:xfrm>
              <a:off x="6161475" y="3834275"/>
              <a:ext cx="13725" cy="13075"/>
            </a:xfrm>
            <a:custGeom>
              <a:avLst/>
              <a:gdLst/>
              <a:ahLst/>
              <a:cxnLst/>
              <a:rect l="l" t="t" r="r" b="b"/>
              <a:pathLst>
                <a:path w="549" h="523" extrusionOk="0">
                  <a:moveTo>
                    <a:pt x="255" y="1"/>
                  </a:moveTo>
                  <a:cubicBezTo>
                    <a:pt x="211" y="1"/>
                    <a:pt x="165" y="18"/>
                    <a:pt x="131" y="35"/>
                  </a:cubicBezTo>
                  <a:cubicBezTo>
                    <a:pt x="60" y="70"/>
                    <a:pt x="0" y="142"/>
                    <a:pt x="0" y="213"/>
                  </a:cubicBezTo>
                  <a:lnTo>
                    <a:pt x="0" y="332"/>
                  </a:lnTo>
                  <a:lnTo>
                    <a:pt x="0" y="344"/>
                  </a:lnTo>
                  <a:cubicBezTo>
                    <a:pt x="36" y="439"/>
                    <a:pt x="108" y="511"/>
                    <a:pt x="215" y="523"/>
                  </a:cubicBezTo>
                  <a:lnTo>
                    <a:pt x="334" y="523"/>
                  </a:lnTo>
                  <a:cubicBezTo>
                    <a:pt x="358" y="511"/>
                    <a:pt x="405" y="499"/>
                    <a:pt x="429" y="487"/>
                  </a:cubicBezTo>
                  <a:cubicBezTo>
                    <a:pt x="489" y="439"/>
                    <a:pt x="524" y="380"/>
                    <a:pt x="536" y="320"/>
                  </a:cubicBezTo>
                  <a:cubicBezTo>
                    <a:pt x="548" y="249"/>
                    <a:pt x="536" y="189"/>
                    <a:pt x="512" y="142"/>
                  </a:cubicBezTo>
                  <a:cubicBezTo>
                    <a:pt x="465" y="70"/>
                    <a:pt x="405" y="23"/>
                    <a:pt x="310" y="11"/>
                  </a:cubicBezTo>
                  <a:cubicBezTo>
                    <a:pt x="293" y="4"/>
                    <a:pt x="274" y="1"/>
                    <a:pt x="25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85;p2"/>
            <p:cNvSpPr/>
            <p:nvPr/>
          </p:nvSpPr>
          <p:spPr>
            <a:xfrm>
              <a:off x="6281425" y="3778100"/>
              <a:ext cx="13425" cy="13675"/>
            </a:xfrm>
            <a:custGeom>
              <a:avLst/>
              <a:gdLst/>
              <a:ahLst/>
              <a:cxnLst/>
              <a:rect l="l" t="t" r="r" b="b"/>
              <a:pathLst>
                <a:path w="537" h="547" extrusionOk="0">
                  <a:moveTo>
                    <a:pt x="266" y="1"/>
                  </a:moveTo>
                  <a:cubicBezTo>
                    <a:pt x="144" y="1"/>
                    <a:pt x="33" y="99"/>
                    <a:pt x="13" y="234"/>
                  </a:cubicBezTo>
                  <a:cubicBezTo>
                    <a:pt x="1" y="305"/>
                    <a:pt x="13" y="365"/>
                    <a:pt x="60" y="424"/>
                  </a:cubicBezTo>
                  <a:cubicBezTo>
                    <a:pt x="84" y="484"/>
                    <a:pt x="143" y="531"/>
                    <a:pt x="215" y="543"/>
                  </a:cubicBezTo>
                  <a:cubicBezTo>
                    <a:pt x="231" y="546"/>
                    <a:pt x="247" y="547"/>
                    <a:pt x="262" y="547"/>
                  </a:cubicBezTo>
                  <a:cubicBezTo>
                    <a:pt x="398" y="547"/>
                    <a:pt x="515" y="456"/>
                    <a:pt x="536" y="317"/>
                  </a:cubicBezTo>
                  <a:lnTo>
                    <a:pt x="536" y="198"/>
                  </a:lnTo>
                  <a:cubicBezTo>
                    <a:pt x="501" y="91"/>
                    <a:pt x="429" y="19"/>
                    <a:pt x="322" y="7"/>
                  </a:cubicBezTo>
                  <a:cubicBezTo>
                    <a:pt x="303" y="3"/>
                    <a:pt x="285" y="1"/>
                    <a:pt x="26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86;p2"/>
            <p:cNvSpPr/>
            <p:nvPr/>
          </p:nvSpPr>
          <p:spPr>
            <a:xfrm>
              <a:off x="5725700" y="3689500"/>
              <a:ext cx="14625" cy="13575"/>
            </a:xfrm>
            <a:custGeom>
              <a:avLst/>
              <a:gdLst/>
              <a:ahLst/>
              <a:cxnLst/>
              <a:rect l="l" t="t" r="r" b="b"/>
              <a:pathLst>
                <a:path w="585" h="543" extrusionOk="0">
                  <a:moveTo>
                    <a:pt x="305" y="0"/>
                  </a:moveTo>
                  <a:cubicBezTo>
                    <a:pt x="175" y="0"/>
                    <a:pt x="47" y="100"/>
                    <a:pt x="36" y="230"/>
                  </a:cubicBezTo>
                  <a:cubicBezTo>
                    <a:pt x="1" y="384"/>
                    <a:pt x="108" y="527"/>
                    <a:pt x="263" y="539"/>
                  </a:cubicBezTo>
                  <a:cubicBezTo>
                    <a:pt x="277" y="542"/>
                    <a:pt x="292" y="543"/>
                    <a:pt x="307" y="543"/>
                  </a:cubicBezTo>
                  <a:cubicBezTo>
                    <a:pt x="436" y="543"/>
                    <a:pt x="561" y="453"/>
                    <a:pt x="572" y="325"/>
                  </a:cubicBezTo>
                  <a:cubicBezTo>
                    <a:pt x="584" y="182"/>
                    <a:pt x="501" y="39"/>
                    <a:pt x="346" y="3"/>
                  </a:cubicBezTo>
                  <a:cubicBezTo>
                    <a:pt x="332" y="1"/>
                    <a:pt x="319" y="0"/>
                    <a:pt x="30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2"/>
            <p:cNvSpPr/>
            <p:nvPr/>
          </p:nvSpPr>
          <p:spPr>
            <a:xfrm>
              <a:off x="5008050" y="3646000"/>
              <a:ext cx="14325" cy="13600"/>
            </a:xfrm>
            <a:custGeom>
              <a:avLst/>
              <a:gdLst/>
              <a:ahLst/>
              <a:cxnLst/>
              <a:rect l="l" t="t" r="r" b="b"/>
              <a:pathLst>
                <a:path w="573" h="544" extrusionOk="0">
                  <a:moveTo>
                    <a:pt x="295" y="1"/>
                  </a:moveTo>
                  <a:cubicBezTo>
                    <a:pt x="233" y="1"/>
                    <a:pt x="166" y="18"/>
                    <a:pt x="120" y="65"/>
                  </a:cubicBezTo>
                  <a:cubicBezTo>
                    <a:pt x="96" y="88"/>
                    <a:pt x="60" y="124"/>
                    <a:pt x="48" y="148"/>
                  </a:cubicBezTo>
                  <a:cubicBezTo>
                    <a:pt x="36" y="172"/>
                    <a:pt x="36" y="196"/>
                    <a:pt x="13" y="231"/>
                  </a:cubicBezTo>
                  <a:cubicBezTo>
                    <a:pt x="1" y="315"/>
                    <a:pt x="36" y="386"/>
                    <a:pt x="72" y="446"/>
                  </a:cubicBezTo>
                  <a:cubicBezTo>
                    <a:pt x="120" y="493"/>
                    <a:pt x="167" y="529"/>
                    <a:pt x="239" y="541"/>
                  </a:cubicBezTo>
                  <a:lnTo>
                    <a:pt x="275" y="541"/>
                  </a:lnTo>
                  <a:cubicBezTo>
                    <a:pt x="286" y="542"/>
                    <a:pt x="298" y="543"/>
                    <a:pt x="310" y="543"/>
                  </a:cubicBezTo>
                  <a:cubicBezTo>
                    <a:pt x="393" y="543"/>
                    <a:pt x="471" y="507"/>
                    <a:pt x="513" y="434"/>
                  </a:cubicBezTo>
                  <a:cubicBezTo>
                    <a:pt x="536" y="410"/>
                    <a:pt x="548" y="362"/>
                    <a:pt x="548" y="327"/>
                  </a:cubicBezTo>
                  <a:cubicBezTo>
                    <a:pt x="572" y="291"/>
                    <a:pt x="548" y="231"/>
                    <a:pt x="536" y="184"/>
                  </a:cubicBezTo>
                  <a:cubicBezTo>
                    <a:pt x="525" y="124"/>
                    <a:pt x="477" y="65"/>
                    <a:pt x="417" y="29"/>
                  </a:cubicBezTo>
                  <a:cubicBezTo>
                    <a:pt x="394" y="17"/>
                    <a:pt x="370" y="5"/>
                    <a:pt x="346" y="5"/>
                  </a:cubicBezTo>
                  <a:cubicBezTo>
                    <a:pt x="330" y="2"/>
                    <a:pt x="313" y="1"/>
                    <a:pt x="29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88;p2"/>
            <p:cNvSpPr/>
            <p:nvPr/>
          </p:nvSpPr>
          <p:spPr>
            <a:xfrm>
              <a:off x="5802500" y="3765075"/>
              <a:ext cx="14600" cy="13325"/>
            </a:xfrm>
            <a:custGeom>
              <a:avLst/>
              <a:gdLst/>
              <a:ahLst/>
              <a:cxnLst/>
              <a:rect l="l" t="t" r="r" b="b"/>
              <a:pathLst>
                <a:path w="584" h="533" extrusionOk="0">
                  <a:moveTo>
                    <a:pt x="272" y="0"/>
                  </a:moveTo>
                  <a:cubicBezTo>
                    <a:pt x="159" y="0"/>
                    <a:pt x="54" y="69"/>
                    <a:pt x="12" y="183"/>
                  </a:cubicBezTo>
                  <a:cubicBezTo>
                    <a:pt x="12" y="195"/>
                    <a:pt x="0" y="219"/>
                    <a:pt x="0" y="219"/>
                  </a:cubicBezTo>
                  <a:cubicBezTo>
                    <a:pt x="0" y="362"/>
                    <a:pt x="84" y="517"/>
                    <a:pt x="239" y="528"/>
                  </a:cubicBezTo>
                  <a:cubicBezTo>
                    <a:pt x="255" y="531"/>
                    <a:pt x="273" y="533"/>
                    <a:pt x="291" y="533"/>
                  </a:cubicBezTo>
                  <a:cubicBezTo>
                    <a:pt x="347" y="533"/>
                    <a:pt x="405" y="517"/>
                    <a:pt x="441" y="481"/>
                  </a:cubicBezTo>
                  <a:cubicBezTo>
                    <a:pt x="489" y="433"/>
                    <a:pt x="536" y="397"/>
                    <a:pt x="548" y="314"/>
                  </a:cubicBezTo>
                  <a:cubicBezTo>
                    <a:pt x="584" y="171"/>
                    <a:pt x="489" y="40"/>
                    <a:pt x="346" y="5"/>
                  </a:cubicBezTo>
                  <a:lnTo>
                    <a:pt x="322" y="5"/>
                  </a:lnTo>
                  <a:cubicBezTo>
                    <a:pt x="305" y="1"/>
                    <a:pt x="288" y="0"/>
                    <a:pt x="272"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89;p2"/>
            <p:cNvSpPr/>
            <p:nvPr/>
          </p:nvSpPr>
          <p:spPr>
            <a:xfrm>
              <a:off x="6023950" y="3621525"/>
              <a:ext cx="14325" cy="13675"/>
            </a:xfrm>
            <a:custGeom>
              <a:avLst/>
              <a:gdLst/>
              <a:ahLst/>
              <a:cxnLst/>
              <a:rect l="l" t="t" r="r" b="b"/>
              <a:pathLst>
                <a:path w="573" h="547" extrusionOk="0">
                  <a:moveTo>
                    <a:pt x="262" y="1"/>
                  </a:moveTo>
                  <a:cubicBezTo>
                    <a:pt x="132" y="1"/>
                    <a:pt x="23" y="98"/>
                    <a:pt x="13" y="222"/>
                  </a:cubicBezTo>
                  <a:cubicBezTo>
                    <a:pt x="1" y="377"/>
                    <a:pt x="72" y="520"/>
                    <a:pt x="239" y="544"/>
                  </a:cubicBezTo>
                  <a:cubicBezTo>
                    <a:pt x="252" y="546"/>
                    <a:pt x="266" y="547"/>
                    <a:pt x="279" y="547"/>
                  </a:cubicBezTo>
                  <a:cubicBezTo>
                    <a:pt x="410" y="547"/>
                    <a:pt x="538" y="447"/>
                    <a:pt x="548" y="317"/>
                  </a:cubicBezTo>
                  <a:cubicBezTo>
                    <a:pt x="572" y="163"/>
                    <a:pt x="465" y="20"/>
                    <a:pt x="322" y="8"/>
                  </a:cubicBezTo>
                  <a:cubicBezTo>
                    <a:pt x="302" y="3"/>
                    <a:pt x="282" y="1"/>
                    <a:pt x="26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90;p2"/>
            <p:cNvSpPr/>
            <p:nvPr/>
          </p:nvSpPr>
          <p:spPr>
            <a:xfrm>
              <a:off x="5716175" y="3810850"/>
              <a:ext cx="13725" cy="13675"/>
            </a:xfrm>
            <a:custGeom>
              <a:avLst/>
              <a:gdLst/>
              <a:ahLst/>
              <a:cxnLst/>
              <a:rect l="l" t="t" r="r" b="b"/>
              <a:pathLst>
                <a:path w="549" h="547" extrusionOk="0">
                  <a:moveTo>
                    <a:pt x="266" y="0"/>
                  </a:moveTo>
                  <a:cubicBezTo>
                    <a:pt x="141" y="0"/>
                    <a:pt x="23" y="99"/>
                    <a:pt x="13" y="233"/>
                  </a:cubicBezTo>
                  <a:lnTo>
                    <a:pt x="13" y="257"/>
                  </a:lnTo>
                  <a:cubicBezTo>
                    <a:pt x="1" y="388"/>
                    <a:pt x="84" y="507"/>
                    <a:pt x="227" y="543"/>
                  </a:cubicBezTo>
                  <a:cubicBezTo>
                    <a:pt x="242" y="545"/>
                    <a:pt x="256" y="547"/>
                    <a:pt x="271" y="547"/>
                  </a:cubicBezTo>
                  <a:cubicBezTo>
                    <a:pt x="400" y="547"/>
                    <a:pt x="526" y="456"/>
                    <a:pt x="536" y="317"/>
                  </a:cubicBezTo>
                  <a:cubicBezTo>
                    <a:pt x="548" y="198"/>
                    <a:pt x="501" y="79"/>
                    <a:pt x="394" y="31"/>
                  </a:cubicBezTo>
                  <a:cubicBezTo>
                    <a:pt x="370" y="19"/>
                    <a:pt x="358" y="7"/>
                    <a:pt x="322" y="7"/>
                  </a:cubicBezTo>
                  <a:cubicBezTo>
                    <a:pt x="303" y="2"/>
                    <a:pt x="285" y="0"/>
                    <a:pt x="26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1" name="Google Shape;91;p2"/>
          <p:cNvSpPr/>
          <p:nvPr/>
        </p:nvSpPr>
        <p:spPr>
          <a:xfrm>
            <a:off x="0" y="4845825"/>
            <a:ext cx="9144000" cy="297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92;p2"/>
          <p:cNvSpPr txBox="1">
            <a:spLocks noGrp="1"/>
          </p:cNvSpPr>
          <p:nvPr>
            <p:ph type="ctrTitle"/>
          </p:nvPr>
        </p:nvSpPr>
        <p:spPr>
          <a:xfrm>
            <a:off x="3639669" y="1194200"/>
            <a:ext cx="4849500" cy="2469300"/>
          </a:xfrm>
          <a:prstGeom prst="rect">
            <a:avLst/>
          </a:prstGeom>
        </p:spPr>
        <p:txBody>
          <a:bodyPr spcFirstLastPara="1" wrap="square" lIns="91425" tIns="91425" rIns="91425" bIns="91425" anchor="t" anchorCtr="0">
            <a:noAutofit/>
          </a:bodyPr>
          <a:lstStyle>
            <a:lvl1pPr lvl="0" algn="l">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93" name="Google Shape;93;p2"/>
          <p:cNvSpPr txBox="1">
            <a:spLocks noGrp="1"/>
          </p:cNvSpPr>
          <p:nvPr>
            <p:ph type="subTitle" idx="1"/>
          </p:nvPr>
        </p:nvSpPr>
        <p:spPr>
          <a:xfrm>
            <a:off x="3639669" y="3663500"/>
            <a:ext cx="48495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94" name="Google Shape;94;p2"/>
          <p:cNvGrpSpPr/>
          <p:nvPr/>
        </p:nvGrpSpPr>
        <p:grpSpPr>
          <a:xfrm flipH="1">
            <a:off x="8" y="1"/>
            <a:ext cx="4198961" cy="2036907"/>
            <a:chOff x="4643125" y="3610400"/>
            <a:chExt cx="2050875" cy="994875"/>
          </a:xfrm>
        </p:grpSpPr>
        <p:sp>
          <p:nvSpPr>
            <p:cNvPr id="95" name="Google Shape;95;p2"/>
            <p:cNvSpPr/>
            <p:nvPr/>
          </p:nvSpPr>
          <p:spPr>
            <a:xfrm>
              <a:off x="5600100" y="3665175"/>
              <a:ext cx="147050" cy="30375"/>
            </a:xfrm>
            <a:custGeom>
              <a:avLst/>
              <a:gdLst/>
              <a:ahLst/>
              <a:cxnLst/>
              <a:rect l="l" t="t" r="r" b="b"/>
              <a:pathLst>
                <a:path w="5882" h="1215" extrusionOk="0">
                  <a:moveTo>
                    <a:pt x="5810" y="0"/>
                  </a:moveTo>
                  <a:lnTo>
                    <a:pt x="72" y="905"/>
                  </a:lnTo>
                  <a:lnTo>
                    <a:pt x="0" y="1214"/>
                  </a:lnTo>
                  <a:lnTo>
                    <a:pt x="5882" y="286"/>
                  </a:lnTo>
                  <a:cubicBezTo>
                    <a:pt x="5834" y="191"/>
                    <a:pt x="5799" y="107"/>
                    <a:pt x="581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96;p2"/>
            <p:cNvSpPr/>
            <p:nvPr/>
          </p:nvSpPr>
          <p:spPr>
            <a:xfrm>
              <a:off x="5504550" y="3688675"/>
              <a:ext cx="89625" cy="20275"/>
            </a:xfrm>
            <a:custGeom>
              <a:avLst/>
              <a:gdLst/>
              <a:ahLst/>
              <a:cxnLst/>
              <a:rect l="l" t="t" r="r" b="b"/>
              <a:pathLst>
                <a:path w="3585" h="811" extrusionOk="0">
                  <a:moveTo>
                    <a:pt x="3584" y="1"/>
                  </a:moveTo>
                  <a:lnTo>
                    <a:pt x="0" y="560"/>
                  </a:lnTo>
                  <a:lnTo>
                    <a:pt x="0" y="655"/>
                  </a:lnTo>
                  <a:lnTo>
                    <a:pt x="262" y="810"/>
                  </a:lnTo>
                  <a:lnTo>
                    <a:pt x="3513" y="310"/>
                  </a:lnTo>
                  <a:lnTo>
                    <a:pt x="358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97;p2"/>
            <p:cNvSpPr/>
            <p:nvPr/>
          </p:nvSpPr>
          <p:spPr>
            <a:xfrm>
              <a:off x="5497700" y="3708925"/>
              <a:ext cx="25" cy="625"/>
            </a:xfrm>
            <a:custGeom>
              <a:avLst/>
              <a:gdLst/>
              <a:ahLst/>
              <a:cxnLst/>
              <a:rect l="l" t="t" r="r" b="b"/>
              <a:pathLst>
                <a:path w="1" h="25" extrusionOk="0">
                  <a:moveTo>
                    <a:pt x="0" y="0"/>
                  </a:moveTo>
                  <a:cubicBezTo>
                    <a:pt x="0" y="0"/>
                    <a:pt x="0" y="24"/>
                    <a:pt x="0" y="0"/>
                  </a:cubicBezTo>
                  <a:cubicBezTo>
                    <a:pt x="0" y="24"/>
                    <a:pt x="0"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98;p2"/>
            <p:cNvSpPr/>
            <p:nvPr/>
          </p:nvSpPr>
          <p:spPr>
            <a:xfrm>
              <a:off x="5498600" y="371010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99;p2"/>
            <p:cNvSpPr/>
            <p:nvPr/>
          </p:nvSpPr>
          <p:spPr>
            <a:xfrm>
              <a:off x="5497400" y="3708925"/>
              <a:ext cx="325" cy="25"/>
            </a:xfrm>
            <a:custGeom>
              <a:avLst/>
              <a:gdLst/>
              <a:ahLst/>
              <a:cxnLst/>
              <a:rect l="l" t="t" r="r" b="b"/>
              <a:pathLst>
                <a:path w="13" h="1" extrusionOk="0">
                  <a:moveTo>
                    <a:pt x="1" y="0"/>
                  </a:moveTo>
                  <a:cubicBezTo>
                    <a:pt x="12" y="0"/>
                    <a:pt x="12" y="0"/>
                    <a:pt x="1" y="0"/>
                  </a:cubicBezTo>
                  <a:cubicBezTo>
                    <a:pt x="12" y="0"/>
                    <a:pt x="12" y="0"/>
                    <a:pt x="1" y="0"/>
                  </a:cubicBezTo>
                  <a:cubicBezTo>
                    <a:pt x="12" y="0"/>
                    <a:pt x="1" y="0"/>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100;p2"/>
            <p:cNvSpPr/>
            <p:nvPr/>
          </p:nvSpPr>
          <p:spPr>
            <a:xfrm>
              <a:off x="5498000" y="3709525"/>
              <a:ext cx="925" cy="300"/>
            </a:xfrm>
            <a:custGeom>
              <a:avLst/>
              <a:gdLst/>
              <a:ahLst/>
              <a:cxnLst/>
              <a:rect l="l" t="t" r="r" b="b"/>
              <a:pathLst>
                <a:path w="37" h="12" extrusionOk="0">
                  <a:moveTo>
                    <a:pt x="0" y="0"/>
                  </a:moveTo>
                  <a:cubicBezTo>
                    <a:pt x="0" y="12"/>
                    <a:pt x="24" y="12"/>
                    <a:pt x="36" y="12"/>
                  </a:cubicBezTo>
                  <a:lnTo>
                    <a:pt x="36" y="12"/>
                  </a:lnTo>
                  <a:cubicBezTo>
                    <a:pt x="24" y="12"/>
                    <a:pt x="0" y="12"/>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101;p2"/>
            <p:cNvSpPr/>
            <p:nvPr/>
          </p:nvSpPr>
          <p:spPr>
            <a:xfrm>
              <a:off x="5497100" y="3707125"/>
              <a:ext cx="25" cy="325"/>
            </a:xfrm>
            <a:custGeom>
              <a:avLst/>
              <a:gdLst/>
              <a:ahLst/>
              <a:cxnLst/>
              <a:rect l="l" t="t" r="r" b="b"/>
              <a:pathLst>
                <a:path w="1" h="13" extrusionOk="0">
                  <a:moveTo>
                    <a:pt x="1" y="1"/>
                  </a:moveTo>
                  <a:cubicBezTo>
                    <a:pt x="1" y="13"/>
                    <a:pt x="1" y="13"/>
                    <a:pt x="1" y="1"/>
                  </a:cubicBezTo>
                  <a:lnTo>
                    <a:pt x="1" y="13"/>
                  </a:lnTo>
                  <a:lnTo>
                    <a:pt x="1" y="13"/>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102;p2"/>
            <p:cNvSpPr/>
            <p:nvPr/>
          </p:nvSpPr>
          <p:spPr>
            <a:xfrm>
              <a:off x="5695050" y="3824700"/>
              <a:ext cx="212250" cy="130700"/>
            </a:xfrm>
            <a:custGeom>
              <a:avLst/>
              <a:gdLst/>
              <a:ahLst/>
              <a:cxnLst/>
              <a:rect l="l" t="t" r="r" b="b"/>
              <a:pathLst>
                <a:path w="8490" h="5228" extrusionOk="0">
                  <a:moveTo>
                    <a:pt x="298" y="1"/>
                  </a:moveTo>
                  <a:lnTo>
                    <a:pt x="0" y="167"/>
                  </a:lnTo>
                  <a:lnTo>
                    <a:pt x="8370" y="5228"/>
                  </a:lnTo>
                  <a:cubicBezTo>
                    <a:pt x="8382" y="5132"/>
                    <a:pt x="8430" y="5061"/>
                    <a:pt x="8489" y="4989"/>
                  </a:cubicBezTo>
                  <a:lnTo>
                    <a:pt x="8466" y="4930"/>
                  </a:lnTo>
                  <a:lnTo>
                    <a:pt x="29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103;p2"/>
            <p:cNvSpPr/>
            <p:nvPr/>
          </p:nvSpPr>
          <p:spPr>
            <a:xfrm>
              <a:off x="5583725" y="3754175"/>
              <a:ext cx="111650" cy="70250"/>
            </a:xfrm>
            <a:custGeom>
              <a:avLst/>
              <a:gdLst/>
              <a:ahLst/>
              <a:cxnLst/>
              <a:rect l="l" t="t" r="r" b="b"/>
              <a:pathLst>
                <a:path w="4466" h="2810" extrusionOk="0">
                  <a:moveTo>
                    <a:pt x="72" y="0"/>
                  </a:moveTo>
                  <a:lnTo>
                    <a:pt x="0" y="298"/>
                  </a:lnTo>
                  <a:lnTo>
                    <a:pt x="4168" y="2810"/>
                  </a:lnTo>
                  <a:lnTo>
                    <a:pt x="4465" y="2643"/>
                  </a:lnTo>
                  <a:lnTo>
                    <a:pt x="7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104;p2"/>
            <p:cNvSpPr/>
            <p:nvPr/>
          </p:nvSpPr>
          <p:spPr>
            <a:xfrm>
              <a:off x="5498600" y="3705050"/>
              <a:ext cx="80375" cy="52400"/>
            </a:xfrm>
            <a:custGeom>
              <a:avLst/>
              <a:gdLst/>
              <a:ahLst/>
              <a:cxnLst/>
              <a:rect l="l" t="t" r="r" b="b"/>
              <a:pathLst>
                <a:path w="3215" h="2096" extrusionOk="0">
                  <a:moveTo>
                    <a:pt x="0" y="203"/>
                  </a:moveTo>
                  <a:cubicBezTo>
                    <a:pt x="18" y="212"/>
                    <a:pt x="44" y="228"/>
                    <a:pt x="65" y="235"/>
                  </a:cubicBezTo>
                  <a:lnTo>
                    <a:pt x="65" y="235"/>
                  </a:lnTo>
                  <a:lnTo>
                    <a:pt x="12" y="203"/>
                  </a:lnTo>
                  <a:close/>
                  <a:moveTo>
                    <a:pt x="238" y="0"/>
                  </a:moveTo>
                  <a:lnTo>
                    <a:pt x="238" y="84"/>
                  </a:lnTo>
                  <a:cubicBezTo>
                    <a:pt x="238" y="155"/>
                    <a:pt x="179" y="239"/>
                    <a:pt x="84" y="239"/>
                  </a:cubicBezTo>
                  <a:cubicBezTo>
                    <a:pt x="78" y="239"/>
                    <a:pt x="72" y="237"/>
                    <a:pt x="65" y="235"/>
                  </a:cubicBezTo>
                  <a:lnTo>
                    <a:pt x="65" y="235"/>
                  </a:lnTo>
                  <a:lnTo>
                    <a:pt x="3132" y="2096"/>
                  </a:lnTo>
                  <a:lnTo>
                    <a:pt x="3215" y="1798"/>
                  </a:lnTo>
                  <a:lnTo>
                    <a:pt x="500" y="155"/>
                  </a:lnTo>
                  <a:lnTo>
                    <a:pt x="23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105;p2"/>
            <p:cNvSpPr/>
            <p:nvPr/>
          </p:nvSpPr>
          <p:spPr>
            <a:xfrm>
              <a:off x="5497100" y="3708025"/>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106;p2"/>
            <p:cNvSpPr/>
            <p:nvPr/>
          </p:nvSpPr>
          <p:spPr>
            <a:xfrm>
              <a:off x="5498600" y="371010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107;p2"/>
            <p:cNvSpPr/>
            <p:nvPr/>
          </p:nvSpPr>
          <p:spPr>
            <a:xfrm>
              <a:off x="5497700" y="3708925"/>
              <a:ext cx="25" cy="25"/>
            </a:xfrm>
            <a:custGeom>
              <a:avLst/>
              <a:gdLst/>
              <a:ahLst/>
              <a:cxnLst/>
              <a:rect l="l" t="t" r="r" b="b"/>
              <a:pathLst>
                <a:path w="1" h="1" extrusionOk="0">
                  <a:moveTo>
                    <a:pt x="0" y="0"/>
                  </a:moveTo>
                  <a:lnTo>
                    <a:pt x="0" y="0"/>
                  </a:ln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108;p2"/>
            <p:cNvSpPr/>
            <p:nvPr/>
          </p:nvSpPr>
          <p:spPr>
            <a:xfrm>
              <a:off x="4643125" y="3610700"/>
              <a:ext cx="30400" cy="48250"/>
            </a:xfrm>
            <a:custGeom>
              <a:avLst/>
              <a:gdLst/>
              <a:ahLst/>
              <a:cxnLst/>
              <a:rect l="l" t="t" r="r" b="b"/>
              <a:pathLst>
                <a:path w="1216" h="1930" extrusionOk="0">
                  <a:moveTo>
                    <a:pt x="1" y="0"/>
                  </a:moveTo>
                  <a:lnTo>
                    <a:pt x="953" y="1929"/>
                  </a:lnTo>
                  <a:lnTo>
                    <a:pt x="1215" y="1810"/>
                  </a:ln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109;p2"/>
            <p:cNvSpPr/>
            <p:nvPr/>
          </p:nvSpPr>
          <p:spPr>
            <a:xfrm>
              <a:off x="4743450" y="3642850"/>
              <a:ext cx="94675" cy="72950"/>
            </a:xfrm>
            <a:custGeom>
              <a:avLst/>
              <a:gdLst/>
              <a:ahLst/>
              <a:cxnLst/>
              <a:rect l="l" t="t" r="r" b="b"/>
              <a:pathLst>
                <a:path w="3787" h="2918" extrusionOk="0">
                  <a:moveTo>
                    <a:pt x="179" y="0"/>
                  </a:moveTo>
                  <a:cubicBezTo>
                    <a:pt x="155" y="107"/>
                    <a:pt x="95" y="179"/>
                    <a:pt x="0" y="238"/>
                  </a:cubicBezTo>
                  <a:lnTo>
                    <a:pt x="3627" y="2879"/>
                  </a:lnTo>
                  <a:lnTo>
                    <a:pt x="3627" y="2879"/>
                  </a:lnTo>
                  <a:cubicBezTo>
                    <a:pt x="3622" y="2872"/>
                    <a:pt x="3620" y="2864"/>
                    <a:pt x="3620" y="2858"/>
                  </a:cubicBezTo>
                  <a:cubicBezTo>
                    <a:pt x="3596" y="2786"/>
                    <a:pt x="3631" y="2691"/>
                    <a:pt x="3715" y="2667"/>
                  </a:cubicBezTo>
                  <a:lnTo>
                    <a:pt x="3786" y="2631"/>
                  </a:lnTo>
                  <a:lnTo>
                    <a:pt x="179" y="0"/>
                  </a:lnTo>
                  <a:close/>
                  <a:moveTo>
                    <a:pt x="3627" y="2879"/>
                  </a:moveTo>
                  <a:lnTo>
                    <a:pt x="3627" y="2879"/>
                  </a:lnTo>
                  <a:cubicBezTo>
                    <a:pt x="3638" y="2898"/>
                    <a:pt x="3662" y="2917"/>
                    <a:pt x="3679" y="2917"/>
                  </a:cubicBezTo>
                  <a:lnTo>
                    <a:pt x="3627" y="2879"/>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110;p2"/>
            <p:cNvSpPr/>
            <p:nvPr/>
          </p:nvSpPr>
          <p:spPr>
            <a:xfrm>
              <a:off x="4835125" y="3716075"/>
              <a:ext cx="600" cy="300"/>
            </a:xfrm>
            <a:custGeom>
              <a:avLst/>
              <a:gdLst/>
              <a:ahLst/>
              <a:cxnLst/>
              <a:rect l="l" t="t" r="r" b="b"/>
              <a:pathLst>
                <a:path w="24" h="12" extrusionOk="0">
                  <a:moveTo>
                    <a:pt x="0" y="0"/>
                  </a:moveTo>
                  <a:cubicBezTo>
                    <a:pt x="12" y="0"/>
                    <a:pt x="12" y="12"/>
                    <a:pt x="24" y="12"/>
                  </a:cubicBezTo>
                  <a:cubicBezTo>
                    <a:pt x="12" y="12"/>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111;p2"/>
            <p:cNvSpPr/>
            <p:nvPr/>
          </p:nvSpPr>
          <p:spPr>
            <a:xfrm>
              <a:off x="4833325" y="3649975"/>
              <a:ext cx="176825" cy="67000"/>
            </a:xfrm>
            <a:custGeom>
              <a:avLst/>
              <a:gdLst/>
              <a:ahLst/>
              <a:cxnLst/>
              <a:rect l="l" t="t" r="r" b="b"/>
              <a:pathLst>
                <a:path w="7073" h="2680" extrusionOk="0">
                  <a:moveTo>
                    <a:pt x="7049" y="1"/>
                  </a:moveTo>
                  <a:lnTo>
                    <a:pt x="191" y="2358"/>
                  </a:lnTo>
                  <a:lnTo>
                    <a:pt x="120" y="2394"/>
                  </a:lnTo>
                  <a:cubicBezTo>
                    <a:pt x="36" y="2418"/>
                    <a:pt x="1" y="2501"/>
                    <a:pt x="25" y="2584"/>
                  </a:cubicBezTo>
                  <a:cubicBezTo>
                    <a:pt x="36" y="2620"/>
                    <a:pt x="60" y="2644"/>
                    <a:pt x="84" y="2656"/>
                  </a:cubicBezTo>
                  <a:cubicBezTo>
                    <a:pt x="96" y="2656"/>
                    <a:pt x="96" y="2680"/>
                    <a:pt x="120" y="2680"/>
                  </a:cubicBezTo>
                  <a:lnTo>
                    <a:pt x="215" y="2680"/>
                  </a:lnTo>
                  <a:lnTo>
                    <a:pt x="7073" y="310"/>
                  </a:lnTo>
                  <a:cubicBezTo>
                    <a:pt x="7025" y="239"/>
                    <a:pt x="7002" y="156"/>
                    <a:pt x="7025" y="72"/>
                  </a:cubicBezTo>
                  <a:cubicBezTo>
                    <a:pt x="7025" y="37"/>
                    <a:pt x="7037" y="25"/>
                    <a:pt x="704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112;p2"/>
            <p:cNvSpPr/>
            <p:nvPr/>
          </p:nvSpPr>
          <p:spPr>
            <a:xfrm>
              <a:off x="4694925" y="3610700"/>
              <a:ext cx="34250" cy="24725"/>
            </a:xfrm>
            <a:custGeom>
              <a:avLst/>
              <a:gdLst/>
              <a:ahLst/>
              <a:cxnLst/>
              <a:rect l="l" t="t" r="r" b="b"/>
              <a:pathLst>
                <a:path w="1370" h="989" extrusionOk="0">
                  <a:moveTo>
                    <a:pt x="0" y="0"/>
                  </a:moveTo>
                  <a:lnTo>
                    <a:pt x="1119" y="988"/>
                  </a:lnTo>
                  <a:lnTo>
                    <a:pt x="1262" y="929"/>
                  </a:lnTo>
                  <a:cubicBezTo>
                    <a:pt x="1274" y="881"/>
                    <a:pt x="1322" y="834"/>
                    <a:pt x="1370" y="798"/>
                  </a:cubicBezTo>
                  <a:lnTo>
                    <a:pt x="44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113;p2"/>
            <p:cNvSpPr/>
            <p:nvPr/>
          </p:nvSpPr>
          <p:spPr>
            <a:xfrm>
              <a:off x="4663675" y="3633900"/>
              <a:ext cx="62525" cy="32775"/>
            </a:xfrm>
            <a:custGeom>
              <a:avLst/>
              <a:gdLst/>
              <a:ahLst/>
              <a:cxnLst/>
              <a:rect l="l" t="t" r="r" b="b"/>
              <a:pathLst>
                <a:path w="2501" h="1311" extrusionOk="0">
                  <a:moveTo>
                    <a:pt x="2500" y="1"/>
                  </a:moveTo>
                  <a:lnTo>
                    <a:pt x="2358" y="60"/>
                  </a:lnTo>
                  <a:lnTo>
                    <a:pt x="381" y="894"/>
                  </a:lnTo>
                  <a:lnTo>
                    <a:pt x="119" y="1013"/>
                  </a:lnTo>
                  <a:lnTo>
                    <a:pt x="95" y="1025"/>
                  </a:lnTo>
                  <a:cubicBezTo>
                    <a:pt x="24" y="1061"/>
                    <a:pt x="0" y="1144"/>
                    <a:pt x="24" y="1215"/>
                  </a:cubicBezTo>
                  <a:cubicBezTo>
                    <a:pt x="36" y="1251"/>
                    <a:pt x="60" y="1263"/>
                    <a:pt x="72" y="1275"/>
                  </a:cubicBezTo>
                  <a:cubicBezTo>
                    <a:pt x="95" y="1299"/>
                    <a:pt x="119" y="1311"/>
                    <a:pt x="143" y="1311"/>
                  </a:cubicBezTo>
                  <a:cubicBezTo>
                    <a:pt x="131" y="1263"/>
                    <a:pt x="119" y="1215"/>
                    <a:pt x="131" y="1156"/>
                  </a:cubicBezTo>
                  <a:cubicBezTo>
                    <a:pt x="142" y="1040"/>
                    <a:pt x="245" y="961"/>
                    <a:pt x="352" y="961"/>
                  </a:cubicBezTo>
                  <a:cubicBezTo>
                    <a:pt x="366" y="961"/>
                    <a:pt x="379" y="963"/>
                    <a:pt x="393" y="965"/>
                  </a:cubicBezTo>
                  <a:cubicBezTo>
                    <a:pt x="488" y="977"/>
                    <a:pt x="560" y="1061"/>
                    <a:pt x="572" y="1132"/>
                  </a:cubicBezTo>
                  <a:lnTo>
                    <a:pt x="2453" y="346"/>
                  </a:lnTo>
                  <a:cubicBezTo>
                    <a:pt x="2453" y="287"/>
                    <a:pt x="2441" y="203"/>
                    <a:pt x="2453" y="132"/>
                  </a:cubicBezTo>
                  <a:cubicBezTo>
                    <a:pt x="2453" y="84"/>
                    <a:pt x="2477" y="49"/>
                    <a:pt x="250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114;p2"/>
            <p:cNvSpPr/>
            <p:nvPr/>
          </p:nvSpPr>
          <p:spPr>
            <a:xfrm>
              <a:off x="4740175" y="3610700"/>
              <a:ext cx="60725" cy="22925"/>
            </a:xfrm>
            <a:custGeom>
              <a:avLst/>
              <a:gdLst/>
              <a:ahLst/>
              <a:cxnLst/>
              <a:rect l="l" t="t" r="r" b="b"/>
              <a:pathLst>
                <a:path w="2429" h="917" extrusionOk="0">
                  <a:moveTo>
                    <a:pt x="1667" y="0"/>
                  </a:moveTo>
                  <a:lnTo>
                    <a:pt x="0" y="703"/>
                  </a:lnTo>
                  <a:cubicBezTo>
                    <a:pt x="107" y="738"/>
                    <a:pt x="214" y="810"/>
                    <a:pt x="274" y="917"/>
                  </a:cubicBezTo>
                  <a:lnTo>
                    <a:pt x="242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115;p2"/>
            <p:cNvSpPr/>
            <p:nvPr/>
          </p:nvSpPr>
          <p:spPr>
            <a:xfrm>
              <a:off x="4999125" y="3610700"/>
              <a:ext cx="19375" cy="36925"/>
            </a:xfrm>
            <a:custGeom>
              <a:avLst/>
              <a:gdLst/>
              <a:ahLst/>
              <a:cxnLst/>
              <a:rect l="l" t="t" r="r" b="b"/>
              <a:pathLst>
                <a:path w="775" h="1477" extrusionOk="0">
                  <a:moveTo>
                    <a:pt x="0" y="0"/>
                  </a:moveTo>
                  <a:lnTo>
                    <a:pt x="477" y="1477"/>
                  </a:lnTo>
                  <a:cubicBezTo>
                    <a:pt x="526" y="1437"/>
                    <a:pt x="584" y="1414"/>
                    <a:pt x="656" y="1414"/>
                  </a:cubicBezTo>
                  <a:cubicBezTo>
                    <a:pt x="671" y="1414"/>
                    <a:pt x="687" y="1415"/>
                    <a:pt x="703" y="1417"/>
                  </a:cubicBezTo>
                  <a:cubicBezTo>
                    <a:pt x="727" y="1417"/>
                    <a:pt x="762" y="1429"/>
                    <a:pt x="774" y="1453"/>
                  </a:cubicBezTo>
                  <a:lnTo>
                    <a:pt x="31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116;p2"/>
            <p:cNvSpPr/>
            <p:nvPr/>
          </p:nvSpPr>
          <p:spPr>
            <a:xfrm>
              <a:off x="5014900" y="3656825"/>
              <a:ext cx="92900" cy="270000"/>
            </a:xfrm>
            <a:custGeom>
              <a:avLst/>
              <a:gdLst/>
              <a:ahLst/>
              <a:cxnLst/>
              <a:rect l="l" t="t" r="r" b="b"/>
              <a:pathLst>
                <a:path w="3716" h="10800" extrusionOk="0">
                  <a:moveTo>
                    <a:pt x="239" y="1"/>
                  </a:moveTo>
                  <a:cubicBezTo>
                    <a:pt x="187" y="74"/>
                    <a:pt x="116" y="110"/>
                    <a:pt x="36" y="110"/>
                  </a:cubicBezTo>
                  <a:cubicBezTo>
                    <a:pt x="24" y="110"/>
                    <a:pt x="12" y="109"/>
                    <a:pt x="1" y="108"/>
                  </a:cubicBezTo>
                  <a:lnTo>
                    <a:pt x="1" y="108"/>
                  </a:lnTo>
                  <a:lnTo>
                    <a:pt x="3430" y="10800"/>
                  </a:lnTo>
                  <a:cubicBezTo>
                    <a:pt x="3513" y="10740"/>
                    <a:pt x="3608" y="10704"/>
                    <a:pt x="3715" y="10704"/>
                  </a:cubicBezTo>
                  <a:lnTo>
                    <a:pt x="274" y="24"/>
                  </a:lnTo>
                  <a:cubicBezTo>
                    <a:pt x="262" y="24"/>
                    <a:pt x="251" y="1"/>
                    <a:pt x="23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2"/>
            <p:cNvSpPr/>
            <p:nvPr/>
          </p:nvSpPr>
          <p:spPr>
            <a:xfrm>
              <a:off x="5021150" y="3610400"/>
              <a:ext cx="159875" cy="46900"/>
            </a:xfrm>
            <a:custGeom>
              <a:avLst/>
              <a:gdLst/>
              <a:ahLst/>
              <a:cxnLst/>
              <a:rect l="l" t="t" r="r" b="b"/>
              <a:pathLst>
                <a:path w="6395" h="1876" extrusionOk="0">
                  <a:moveTo>
                    <a:pt x="5370" y="0"/>
                  </a:moveTo>
                  <a:lnTo>
                    <a:pt x="60" y="1584"/>
                  </a:lnTo>
                  <a:lnTo>
                    <a:pt x="36" y="1584"/>
                  </a:lnTo>
                  <a:lnTo>
                    <a:pt x="48" y="1739"/>
                  </a:lnTo>
                  <a:cubicBezTo>
                    <a:pt x="48" y="1786"/>
                    <a:pt x="12" y="1822"/>
                    <a:pt x="1" y="1846"/>
                  </a:cubicBezTo>
                  <a:cubicBezTo>
                    <a:pt x="12" y="1858"/>
                    <a:pt x="24" y="1858"/>
                    <a:pt x="48" y="1858"/>
                  </a:cubicBezTo>
                  <a:cubicBezTo>
                    <a:pt x="60" y="1870"/>
                    <a:pt x="75" y="1876"/>
                    <a:pt x="90" y="1876"/>
                  </a:cubicBezTo>
                  <a:cubicBezTo>
                    <a:pt x="105" y="1876"/>
                    <a:pt x="120" y="1870"/>
                    <a:pt x="132" y="1858"/>
                  </a:cubicBezTo>
                  <a:lnTo>
                    <a:pt x="639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118;p2"/>
            <p:cNvSpPr/>
            <p:nvPr/>
          </p:nvSpPr>
          <p:spPr>
            <a:xfrm>
              <a:off x="5109250" y="3610700"/>
              <a:ext cx="133375" cy="317625"/>
            </a:xfrm>
            <a:custGeom>
              <a:avLst/>
              <a:gdLst/>
              <a:ahLst/>
              <a:cxnLst/>
              <a:rect l="l" t="t" r="r" b="b"/>
              <a:pathLst>
                <a:path w="5335" h="12705" extrusionOk="0">
                  <a:moveTo>
                    <a:pt x="5013" y="0"/>
                  </a:moveTo>
                  <a:lnTo>
                    <a:pt x="1" y="12561"/>
                  </a:lnTo>
                  <a:lnTo>
                    <a:pt x="13" y="12561"/>
                  </a:lnTo>
                  <a:cubicBezTo>
                    <a:pt x="120" y="12585"/>
                    <a:pt x="203" y="12621"/>
                    <a:pt x="275" y="12704"/>
                  </a:cubicBezTo>
                  <a:lnTo>
                    <a:pt x="533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119;p2"/>
            <p:cNvSpPr/>
            <p:nvPr/>
          </p:nvSpPr>
          <p:spPr>
            <a:xfrm>
              <a:off x="5497100" y="3610700"/>
              <a:ext cx="7475" cy="100325"/>
            </a:xfrm>
            <a:custGeom>
              <a:avLst/>
              <a:gdLst/>
              <a:ahLst/>
              <a:cxnLst/>
              <a:rect l="l" t="t" r="r" b="b"/>
              <a:pathLst>
                <a:path w="299" h="4013" extrusionOk="0">
                  <a:moveTo>
                    <a:pt x="1" y="0"/>
                  </a:moveTo>
                  <a:lnTo>
                    <a:pt x="1" y="3858"/>
                  </a:lnTo>
                  <a:lnTo>
                    <a:pt x="1" y="3870"/>
                  </a:lnTo>
                  <a:lnTo>
                    <a:pt x="1" y="3882"/>
                  </a:lnTo>
                  <a:lnTo>
                    <a:pt x="1" y="3905"/>
                  </a:lnTo>
                  <a:lnTo>
                    <a:pt x="1" y="3917"/>
                  </a:lnTo>
                  <a:lnTo>
                    <a:pt x="1" y="3929"/>
                  </a:lnTo>
                  <a:lnTo>
                    <a:pt x="1" y="3953"/>
                  </a:lnTo>
                  <a:lnTo>
                    <a:pt x="1" y="3965"/>
                  </a:lnTo>
                  <a:cubicBezTo>
                    <a:pt x="1" y="3977"/>
                    <a:pt x="13" y="3977"/>
                    <a:pt x="24" y="3977"/>
                  </a:cubicBezTo>
                  <a:cubicBezTo>
                    <a:pt x="60" y="3989"/>
                    <a:pt x="84" y="4013"/>
                    <a:pt x="120" y="4013"/>
                  </a:cubicBezTo>
                  <a:cubicBezTo>
                    <a:pt x="239" y="4013"/>
                    <a:pt x="298" y="3929"/>
                    <a:pt x="298" y="3858"/>
                  </a:cubicBezTo>
                  <a:lnTo>
                    <a:pt x="298" y="3774"/>
                  </a:lnTo>
                  <a:lnTo>
                    <a:pt x="298" y="3679"/>
                  </a:lnTo>
                  <a:lnTo>
                    <a:pt x="29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120;p2"/>
            <p:cNvSpPr/>
            <p:nvPr/>
          </p:nvSpPr>
          <p:spPr>
            <a:xfrm>
              <a:off x="5539175" y="3610700"/>
              <a:ext cx="82375" cy="297075"/>
            </a:xfrm>
            <a:custGeom>
              <a:avLst/>
              <a:gdLst/>
              <a:ahLst/>
              <a:cxnLst/>
              <a:rect l="l" t="t" r="r" b="b"/>
              <a:pathLst>
                <a:path w="3295" h="11883" extrusionOk="0">
                  <a:moveTo>
                    <a:pt x="2997" y="0"/>
                  </a:moveTo>
                  <a:lnTo>
                    <a:pt x="2211" y="3120"/>
                  </a:lnTo>
                  <a:lnTo>
                    <a:pt x="2140" y="3429"/>
                  </a:lnTo>
                  <a:lnTo>
                    <a:pt x="1604" y="5572"/>
                  </a:lnTo>
                  <a:lnTo>
                    <a:pt x="1532" y="5870"/>
                  </a:lnTo>
                  <a:lnTo>
                    <a:pt x="30" y="11797"/>
                  </a:lnTo>
                  <a:lnTo>
                    <a:pt x="30" y="11797"/>
                  </a:lnTo>
                  <a:cubicBezTo>
                    <a:pt x="42" y="11783"/>
                    <a:pt x="59" y="11772"/>
                    <a:pt x="80" y="11764"/>
                  </a:cubicBezTo>
                  <a:lnTo>
                    <a:pt x="377" y="11597"/>
                  </a:lnTo>
                  <a:lnTo>
                    <a:pt x="1782" y="6037"/>
                  </a:lnTo>
                  <a:lnTo>
                    <a:pt x="1854" y="5739"/>
                  </a:lnTo>
                  <a:lnTo>
                    <a:pt x="2449" y="3382"/>
                  </a:lnTo>
                  <a:lnTo>
                    <a:pt x="2521" y="3072"/>
                  </a:lnTo>
                  <a:lnTo>
                    <a:pt x="3294" y="0"/>
                  </a:lnTo>
                  <a:close/>
                  <a:moveTo>
                    <a:pt x="30" y="11797"/>
                  </a:moveTo>
                  <a:cubicBezTo>
                    <a:pt x="8" y="11821"/>
                    <a:pt x="1" y="11852"/>
                    <a:pt x="8" y="11883"/>
                  </a:cubicBezTo>
                  <a:lnTo>
                    <a:pt x="30" y="11797"/>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121;p2"/>
            <p:cNvSpPr/>
            <p:nvPr/>
          </p:nvSpPr>
          <p:spPr>
            <a:xfrm>
              <a:off x="5722725" y="3610700"/>
              <a:ext cx="32775" cy="47350"/>
            </a:xfrm>
            <a:custGeom>
              <a:avLst/>
              <a:gdLst/>
              <a:ahLst/>
              <a:cxnLst/>
              <a:rect l="l" t="t" r="r" b="b"/>
              <a:pathLst>
                <a:path w="1311" h="1894" extrusionOk="0">
                  <a:moveTo>
                    <a:pt x="1" y="0"/>
                  </a:moveTo>
                  <a:lnTo>
                    <a:pt x="1048" y="1893"/>
                  </a:lnTo>
                  <a:cubicBezTo>
                    <a:pt x="1120" y="1822"/>
                    <a:pt x="1215" y="1774"/>
                    <a:pt x="1310" y="1762"/>
                  </a:cubicBez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122;p2"/>
            <p:cNvSpPr/>
            <p:nvPr/>
          </p:nvSpPr>
          <p:spPr>
            <a:xfrm>
              <a:off x="5759625" y="3674100"/>
              <a:ext cx="51525" cy="86350"/>
            </a:xfrm>
            <a:custGeom>
              <a:avLst/>
              <a:gdLst/>
              <a:ahLst/>
              <a:cxnLst/>
              <a:rect l="l" t="t" r="r" b="b"/>
              <a:pathLst>
                <a:path w="2061" h="3454" extrusionOk="0">
                  <a:moveTo>
                    <a:pt x="251" y="0"/>
                  </a:moveTo>
                  <a:cubicBezTo>
                    <a:pt x="191" y="72"/>
                    <a:pt x="108" y="131"/>
                    <a:pt x="1" y="143"/>
                  </a:cubicBezTo>
                  <a:lnTo>
                    <a:pt x="1799" y="3453"/>
                  </a:lnTo>
                  <a:lnTo>
                    <a:pt x="2061" y="3298"/>
                  </a:lnTo>
                  <a:lnTo>
                    <a:pt x="25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123;p2"/>
            <p:cNvSpPr/>
            <p:nvPr/>
          </p:nvSpPr>
          <p:spPr>
            <a:xfrm>
              <a:off x="5811425" y="3763100"/>
              <a:ext cx="102425" cy="186350"/>
            </a:xfrm>
            <a:custGeom>
              <a:avLst/>
              <a:gdLst/>
              <a:ahLst/>
              <a:cxnLst/>
              <a:rect l="l" t="t" r="r" b="b"/>
              <a:pathLst>
                <a:path w="4097" h="7454" extrusionOk="0">
                  <a:moveTo>
                    <a:pt x="120" y="0"/>
                  </a:moveTo>
                  <a:lnTo>
                    <a:pt x="1" y="84"/>
                  </a:lnTo>
                  <a:cubicBezTo>
                    <a:pt x="132" y="119"/>
                    <a:pt x="227" y="250"/>
                    <a:pt x="203" y="393"/>
                  </a:cubicBezTo>
                  <a:cubicBezTo>
                    <a:pt x="191" y="476"/>
                    <a:pt x="167" y="536"/>
                    <a:pt x="108" y="560"/>
                  </a:cubicBezTo>
                  <a:lnTo>
                    <a:pt x="3811" y="7394"/>
                  </a:lnTo>
                  <a:lnTo>
                    <a:pt x="3834" y="7453"/>
                  </a:lnTo>
                  <a:cubicBezTo>
                    <a:pt x="3894" y="7382"/>
                    <a:pt x="4001" y="7334"/>
                    <a:pt x="4096" y="7299"/>
                  </a:cubicBezTo>
                  <a:lnTo>
                    <a:pt x="12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124;p2"/>
            <p:cNvSpPr/>
            <p:nvPr/>
          </p:nvSpPr>
          <p:spPr>
            <a:xfrm>
              <a:off x="5767375" y="3647600"/>
              <a:ext cx="243200" cy="24725"/>
            </a:xfrm>
            <a:custGeom>
              <a:avLst/>
              <a:gdLst/>
              <a:ahLst/>
              <a:cxnLst/>
              <a:rect l="l" t="t" r="r" b="b"/>
              <a:pathLst>
                <a:path w="9728" h="989" extrusionOk="0">
                  <a:moveTo>
                    <a:pt x="9728" y="1"/>
                  </a:moveTo>
                  <a:lnTo>
                    <a:pt x="60" y="691"/>
                  </a:lnTo>
                  <a:cubicBezTo>
                    <a:pt x="84" y="727"/>
                    <a:pt x="84" y="774"/>
                    <a:pt x="60" y="822"/>
                  </a:cubicBezTo>
                  <a:cubicBezTo>
                    <a:pt x="48" y="882"/>
                    <a:pt x="36" y="929"/>
                    <a:pt x="1" y="965"/>
                  </a:cubicBezTo>
                  <a:cubicBezTo>
                    <a:pt x="12" y="965"/>
                    <a:pt x="36" y="989"/>
                    <a:pt x="60" y="989"/>
                  </a:cubicBezTo>
                  <a:lnTo>
                    <a:pt x="9097" y="346"/>
                  </a:lnTo>
                  <a:lnTo>
                    <a:pt x="972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125;p2"/>
            <p:cNvSpPr/>
            <p:nvPr/>
          </p:nvSpPr>
          <p:spPr>
            <a:xfrm>
              <a:off x="6011150" y="3652075"/>
              <a:ext cx="80100" cy="97650"/>
            </a:xfrm>
            <a:custGeom>
              <a:avLst/>
              <a:gdLst/>
              <a:ahLst/>
              <a:cxnLst/>
              <a:rect l="l" t="t" r="r" b="b"/>
              <a:pathLst>
                <a:path w="3204" h="3906" extrusionOk="0">
                  <a:moveTo>
                    <a:pt x="251" y="0"/>
                  </a:moveTo>
                  <a:lnTo>
                    <a:pt x="1" y="155"/>
                  </a:lnTo>
                  <a:lnTo>
                    <a:pt x="3013" y="3905"/>
                  </a:lnTo>
                  <a:lnTo>
                    <a:pt x="3204" y="3667"/>
                  </a:lnTo>
                  <a:lnTo>
                    <a:pt x="25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126;p2"/>
            <p:cNvSpPr/>
            <p:nvPr/>
          </p:nvSpPr>
          <p:spPr>
            <a:xfrm>
              <a:off x="6091225" y="3749700"/>
              <a:ext cx="73550" cy="93200"/>
            </a:xfrm>
            <a:custGeom>
              <a:avLst/>
              <a:gdLst/>
              <a:ahLst/>
              <a:cxnLst/>
              <a:rect l="l" t="t" r="r" b="b"/>
              <a:pathLst>
                <a:path w="2942" h="3728" extrusionOk="0">
                  <a:moveTo>
                    <a:pt x="191" y="0"/>
                  </a:moveTo>
                  <a:lnTo>
                    <a:pt x="1" y="239"/>
                  </a:lnTo>
                  <a:lnTo>
                    <a:pt x="2810" y="3727"/>
                  </a:lnTo>
                  <a:cubicBezTo>
                    <a:pt x="2798" y="3691"/>
                    <a:pt x="2798" y="3656"/>
                    <a:pt x="2810" y="3608"/>
                  </a:cubicBezTo>
                  <a:cubicBezTo>
                    <a:pt x="2822" y="3525"/>
                    <a:pt x="2870" y="3465"/>
                    <a:pt x="2941" y="3418"/>
                  </a:cubicBezTo>
                  <a:lnTo>
                    <a:pt x="19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2"/>
            <p:cNvSpPr/>
            <p:nvPr/>
          </p:nvSpPr>
          <p:spPr>
            <a:xfrm>
              <a:off x="6167125" y="3845850"/>
              <a:ext cx="108675" cy="131575"/>
            </a:xfrm>
            <a:custGeom>
              <a:avLst/>
              <a:gdLst/>
              <a:ahLst/>
              <a:cxnLst/>
              <a:rect l="l" t="t" r="r" b="b"/>
              <a:pathLst>
                <a:path w="4347" h="5263" extrusionOk="0">
                  <a:moveTo>
                    <a:pt x="263" y="0"/>
                  </a:moveTo>
                  <a:lnTo>
                    <a:pt x="215" y="36"/>
                  </a:lnTo>
                  <a:cubicBezTo>
                    <a:pt x="191" y="48"/>
                    <a:pt x="155" y="60"/>
                    <a:pt x="120" y="72"/>
                  </a:cubicBezTo>
                  <a:lnTo>
                    <a:pt x="1" y="131"/>
                  </a:lnTo>
                  <a:lnTo>
                    <a:pt x="4108" y="5263"/>
                  </a:lnTo>
                  <a:cubicBezTo>
                    <a:pt x="4168" y="5179"/>
                    <a:pt x="4251" y="5120"/>
                    <a:pt x="4346" y="5084"/>
                  </a:cubicBezTo>
                  <a:lnTo>
                    <a:pt x="26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128;p2"/>
            <p:cNvSpPr/>
            <p:nvPr/>
          </p:nvSpPr>
          <p:spPr>
            <a:xfrm>
              <a:off x="5539375" y="3610700"/>
              <a:ext cx="553650" cy="299750"/>
            </a:xfrm>
            <a:custGeom>
              <a:avLst/>
              <a:gdLst/>
              <a:ahLst/>
              <a:cxnLst/>
              <a:rect l="l" t="t" r="r" b="b"/>
              <a:pathLst>
                <a:path w="22146" h="11990" extrusionOk="0">
                  <a:moveTo>
                    <a:pt x="21539" y="0"/>
                  </a:moveTo>
                  <a:lnTo>
                    <a:pt x="18848" y="1477"/>
                  </a:lnTo>
                  <a:lnTo>
                    <a:pt x="18217" y="1822"/>
                  </a:lnTo>
                  <a:lnTo>
                    <a:pt x="10859" y="5834"/>
                  </a:lnTo>
                  <a:lnTo>
                    <a:pt x="10609" y="5989"/>
                  </a:lnTo>
                  <a:lnTo>
                    <a:pt x="6239" y="8382"/>
                  </a:lnTo>
                  <a:lnTo>
                    <a:pt x="5942" y="8549"/>
                  </a:lnTo>
                  <a:lnTo>
                    <a:pt x="369" y="11597"/>
                  </a:lnTo>
                  <a:lnTo>
                    <a:pt x="72" y="11764"/>
                  </a:lnTo>
                  <a:cubicBezTo>
                    <a:pt x="24" y="11787"/>
                    <a:pt x="0" y="11835"/>
                    <a:pt x="0" y="11895"/>
                  </a:cubicBezTo>
                  <a:lnTo>
                    <a:pt x="84" y="11895"/>
                  </a:lnTo>
                  <a:cubicBezTo>
                    <a:pt x="167" y="11906"/>
                    <a:pt x="238" y="11942"/>
                    <a:pt x="298" y="11990"/>
                  </a:cubicBezTo>
                  <a:lnTo>
                    <a:pt x="6251" y="8727"/>
                  </a:lnTo>
                  <a:lnTo>
                    <a:pt x="6549" y="8561"/>
                  </a:lnTo>
                  <a:lnTo>
                    <a:pt x="7073" y="8263"/>
                  </a:lnTo>
                  <a:lnTo>
                    <a:pt x="7073" y="8239"/>
                  </a:lnTo>
                  <a:cubicBezTo>
                    <a:pt x="7093" y="8105"/>
                    <a:pt x="7213" y="8006"/>
                    <a:pt x="7330" y="8006"/>
                  </a:cubicBezTo>
                  <a:cubicBezTo>
                    <a:pt x="7348" y="8006"/>
                    <a:pt x="7365" y="8008"/>
                    <a:pt x="7382" y="8013"/>
                  </a:cubicBezTo>
                  <a:cubicBezTo>
                    <a:pt x="7418" y="8013"/>
                    <a:pt x="7442" y="8025"/>
                    <a:pt x="7454" y="8037"/>
                  </a:cubicBezTo>
                  <a:lnTo>
                    <a:pt x="10537" y="6358"/>
                  </a:lnTo>
                  <a:cubicBezTo>
                    <a:pt x="10579" y="6244"/>
                    <a:pt x="10684" y="6175"/>
                    <a:pt x="10797" y="6175"/>
                  </a:cubicBezTo>
                  <a:cubicBezTo>
                    <a:pt x="10813" y="6175"/>
                    <a:pt x="10830" y="6176"/>
                    <a:pt x="10847" y="6180"/>
                  </a:cubicBezTo>
                  <a:lnTo>
                    <a:pt x="10859" y="6180"/>
                  </a:lnTo>
                  <a:lnTo>
                    <a:pt x="11002" y="6108"/>
                  </a:lnTo>
                  <a:lnTo>
                    <a:pt x="18860" y="1810"/>
                  </a:lnTo>
                  <a:lnTo>
                    <a:pt x="19122" y="1655"/>
                  </a:lnTo>
                  <a:lnTo>
                    <a:pt x="221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129;p2"/>
            <p:cNvSpPr/>
            <p:nvPr/>
          </p:nvSpPr>
          <p:spPr>
            <a:xfrm>
              <a:off x="5910250" y="3967875"/>
              <a:ext cx="8650" cy="4525"/>
            </a:xfrm>
            <a:custGeom>
              <a:avLst/>
              <a:gdLst/>
              <a:ahLst/>
              <a:cxnLst/>
              <a:rect l="l" t="t" r="r" b="b"/>
              <a:pathLst>
                <a:path w="346" h="181" extrusionOk="0">
                  <a:moveTo>
                    <a:pt x="24" y="1"/>
                  </a:moveTo>
                  <a:lnTo>
                    <a:pt x="24" y="1"/>
                  </a:lnTo>
                  <a:cubicBezTo>
                    <a:pt x="1" y="60"/>
                    <a:pt x="24" y="120"/>
                    <a:pt x="60" y="155"/>
                  </a:cubicBezTo>
                  <a:cubicBezTo>
                    <a:pt x="82" y="173"/>
                    <a:pt x="109" y="181"/>
                    <a:pt x="136" y="181"/>
                  </a:cubicBezTo>
                  <a:cubicBezTo>
                    <a:pt x="185" y="181"/>
                    <a:pt x="237" y="157"/>
                    <a:pt x="274" y="120"/>
                  </a:cubicBezTo>
                  <a:lnTo>
                    <a:pt x="346" y="24"/>
                  </a:lnTo>
                  <a:lnTo>
                    <a:pt x="346" y="24"/>
                  </a:lnTo>
                  <a:cubicBezTo>
                    <a:pt x="311" y="42"/>
                    <a:pt x="263" y="53"/>
                    <a:pt x="212" y="53"/>
                  </a:cubicBezTo>
                  <a:cubicBezTo>
                    <a:pt x="194" y="53"/>
                    <a:pt x="174" y="51"/>
                    <a:pt x="155" y="48"/>
                  </a:cubicBezTo>
                  <a:lnTo>
                    <a:pt x="2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2"/>
            <p:cNvSpPr/>
            <p:nvPr/>
          </p:nvSpPr>
          <p:spPr>
            <a:xfrm>
              <a:off x="5925125" y="3610700"/>
              <a:ext cx="282500" cy="339050"/>
            </a:xfrm>
            <a:custGeom>
              <a:avLst/>
              <a:gdLst/>
              <a:ahLst/>
              <a:cxnLst/>
              <a:rect l="l" t="t" r="r" b="b"/>
              <a:pathLst>
                <a:path w="11300" h="13562" extrusionOk="0">
                  <a:moveTo>
                    <a:pt x="10931" y="0"/>
                  </a:moveTo>
                  <a:lnTo>
                    <a:pt x="6645" y="5322"/>
                  </a:lnTo>
                  <a:lnTo>
                    <a:pt x="6454" y="5560"/>
                  </a:lnTo>
                  <a:lnTo>
                    <a:pt x="1" y="13561"/>
                  </a:lnTo>
                  <a:lnTo>
                    <a:pt x="584" y="13311"/>
                  </a:lnTo>
                  <a:lnTo>
                    <a:pt x="6645" y="5799"/>
                  </a:lnTo>
                  <a:lnTo>
                    <a:pt x="6835" y="5560"/>
                  </a:lnTo>
                  <a:lnTo>
                    <a:pt x="1130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131;p2"/>
            <p:cNvSpPr/>
            <p:nvPr/>
          </p:nvSpPr>
          <p:spPr>
            <a:xfrm>
              <a:off x="6413300" y="3610700"/>
              <a:ext cx="111625" cy="99125"/>
            </a:xfrm>
            <a:custGeom>
              <a:avLst/>
              <a:gdLst/>
              <a:ahLst/>
              <a:cxnLst/>
              <a:rect l="l" t="t" r="r" b="b"/>
              <a:pathLst>
                <a:path w="4465" h="3965" extrusionOk="0">
                  <a:moveTo>
                    <a:pt x="0" y="0"/>
                  </a:moveTo>
                  <a:lnTo>
                    <a:pt x="4263" y="3965"/>
                  </a:lnTo>
                  <a:cubicBezTo>
                    <a:pt x="4310" y="3894"/>
                    <a:pt x="4382" y="3810"/>
                    <a:pt x="4465" y="3774"/>
                  </a:cubicBezTo>
                  <a:lnTo>
                    <a:pt x="44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132;p2"/>
            <p:cNvSpPr/>
            <p:nvPr/>
          </p:nvSpPr>
          <p:spPr>
            <a:xfrm>
              <a:off x="6404950" y="3728850"/>
              <a:ext cx="119975" cy="132500"/>
            </a:xfrm>
            <a:custGeom>
              <a:avLst/>
              <a:gdLst/>
              <a:ahLst/>
              <a:cxnLst/>
              <a:rect l="l" t="t" r="r" b="b"/>
              <a:pathLst>
                <a:path w="4799" h="5300" extrusionOk="0">
                  <a:moveTo>
                    <a:pt x="4585" y="1"/>
                  </a:moveTo>
                  <a:lnTo>
                    <a:pt x="1" y="4918"/>
                  </a:lnTo>
                  <a:lnTo>
                    <a:pt x="36" y="5299"/>
                  </a:lnTo>
                  <a:lnTo>
                    <a:pt x="4799" y="191"/>
                  </a:lnTo>
                  <a:cubicBezTo>
                    <a:pt x="4716" y="144"/>
                    <a:pt x="4644" y="72"/>
                    <a:pt x="458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133;p2"/>
            <p:cNvSpPr/>
            <p:nvPr/>
          </p:nvSpPr>
          <p:spPr>
            <a:xfrm>
              <a:off x="6291250" y="3858950"/>
              <a:ext cx="108375" cy="119975"/>
            </a:xfrm>
            <a:custGeom>
              <a:avLst/>
              <a:gdLst/>
              <a:ahLst/>
              <a:cxnLst/>
              <a:rect l="l" t="t" r="r" b="b"/>
              <a:pathLst>
                <a:path w="4335" h="4799" extrusionOk="0">
                  <a:moveTo>
                    <a:pt x="4287" y="0"/>
                  </a:moveTo>
                  <a:lnTo>
                    <a:pt x="1" y="4596"/>
                  </a:lnTo>
                  <a:cubicBezTo>
                    <a:pt x="84" y="4643"/>
                    <a:pt x="155" y="4715"/>
                    <a:pt x="203" y="4798"/>
                  </a:cubicBezTo>
                  <a:lnTo>
                    <a:pt x="262" y="4762"/>
                  </a:lnTo>
                  <a:lnTo>
                    <a:pt x="4334" y="369"/>
                  </a:lnTo>
                  <a:lnTo>
                    <a:pt x="428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134;p2"/>
            <p:cNvSpPr/>
            <p:nvPr/>
          </p:nvSpPr>
          <p:spPr>
            <a:xfrm>
              <a:off x="6172200" y="3745825"/>
              <a:ext cx="206875" cy="100625"/>
            </a:xfrm>
            <a:custGeom>
              <a:avLst/>
              <a:gdLst/>
              <a:ahLst/>
              <a:cxnLst/>
              <a:rect l="l" t="t" r="r" b="b"/>
              <a:pathLst>
                <a:path w="8275" h="4025" extrusionOk="0">
                  <a:moveTo>
                    <a:pt x="8168" y="1"/>
                  </a:moveTo>
                  <a:lnTo>
                    <a:pt x="4893" y="1477"/>
                  </a:lnTo>
                  <a:cubicBezTo>
                    <a:pt x="4917" y="1525"/>
                    <a:pt x="4917" y="1548"/>
                    <a:pt x="4893" y="1596"/>
                  </a:cubicBezTo>
                  <a:cubicBezTo>
                    <a:pt x="4871" y="1731"/>
                    <a:pt x="4753" y="1823"/>
                    <a:pt x="4610" y="1823"/>
                  </a:cubicBezTo>
                  <a:cubicBezTo>
                    <a:pt x="4601" y="1823"/>
                    <a:pt x="4593" y="1823"/>
                    <a:pt x="4584" y="1822"/>
                  </a:cubicBezTo>
                  <a:cubicBezTo>
                    <a:pt x="4512" y="1798"/>
                    <a:pt x="4441" y="1763"/>
                    <a:pt x="4405" y="1703"/>
                  </a:cubicBezTo>
                  <a:lnTo>
                    <a:pt x="60" y="3668"/>
                  </a:lnTo>
                  <a:cubicBezTo>
                    <a:pt x="95" y="3727"/>
                    <a:pt x="107" y="3787"/>
                    <a:pt x="107" y="3858"/>
                  </a:cubicBezTo>
                  <a:cubicBezTo>
                    <a:pt x="98" y="3914"/>
                    <a:pt x="74" y="3963"/>
                    <a:pt x="36" y="3998"/>
                  </a:cubicBezTo>
                  <a:lnTo>
                    <a:pt x="36" y="3998"/>
                  </a:lnTo>
                  <a:lnTo>
                    <a:pt x="48" y="3989"/>
                  </a:lnTo>
                  <a:lnTo>
                    <a:pt x="8275" y="274"/>
                  </a:lnTo>
                  <a:cubicBezTo>
                    <a:pt x="8215" y="191"/>
                    <a:pt x="8168" y="96"/>
                    <a:pt x="8168" y="1"/>
                  </a:cubicBezTo>
                  <a:close/>
                  <a:moveTo>
                    <a:pt x="36" y="3998"/>
                  </a:moveTo>
                  <a:lnTo>
                    <a:pt x="0" y="4025"/>
                  </a:lnTo>
                  <a:cubicBezTo>
                    <a:pt x="13" y="4017"/>
                    <a:pt x="25" y="4008"/>
                    <a:pt x="36" y="3998"/>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135;p2"/>
            <p:cNvSpPr/>
            <p:nvPr/>
          </p:nvSpPr>
          <p:spPr>
            <a:xfrm>
              <a:off x="5924825" y="3842875"/>
              <a:ext cx="244400" cy="112525"/>
            </a:xfrm>
            <a:custGeom>
              <a:avLst/>
              <a:gdLst/>
              <a:ahLst/>
              <a:cxnLst/>
              <a:rect l="l" t="t" r="r" b="b"/>
              <a:pathLst>
                <a:path w="9776" h="4501" extrusionOk="0">
                  <a:moveTo>
                    <a:pt x="9776" y="179"/>
                  </a:moveTo>
                  <a:lnTo>
                    <a:pt x="9744" y="195"/>
                  </a:lnTo>
                  <a:lnTo>
                    <a:pt x="9744" y="195"/>
                  </a:lnTo>
                  <a:cubicBezTo>
                    <a:pt x="9757" y="192"/>
                    <a:pt x="9768" y="187"/>
                    <a:pt x="9776" y="179"/>
                  </a:cubicBezTo>
                  <a:close/>
                  <a:moveTo>
                    <a:pt x="9454" y="0"/>
                  </a:moveTo>
                  <a:lnTo>
                    <a:pt x="584" y="4024"/>
                  </a:lnTo>
                  <a:lnTo>
                    <a:pt x="1" y="4274"/>
                  </a:lnTo>
                  <a:cubicBezTo>
                    <a:pt x="49" y="4334"/>
                    <a:pt x="84" y="4405"/>
                    <a:pt x="108" y="4489"/>
                  </a:cubicBezTo>
                  <a:lnTo>
                    <a:pt x="227" y="4501"/>
                  </a:lnTo>
                  <a:lnTo>
                    <a:pt x="9657" y="238"/>
                  </a:lnTo>
                  <a:lnTo>
                    <a:pt x="9744" y="195"/>
                  </a:lnTo>
                  <a:lnTo>
                    <a:pt x="9744" y="195"/>
                  </a:lnTo>
                  <a:cubicBezTo>
                    <a:pt x="9738" y="196"/>
                    <a:pt x="9732" y="197"/>
                    <a:pt x="9725" y="197"/>
                  </a:cubicBezTo>
                  <a:cubicBezTo>
                    <a:pt x="9705" y="197"/>
                    <a:pt x="9681" y="191"/>
                    <a:pt x="9657" y="179"/>
                  </a:cubicBezTo>
                  <a:cubicBezTo>
                    <a:pt x="9562" y="167"/>
                    <a:pt x="9478" y="95"/>
                    <a:pt x="945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136;p2"/>
            <p:cNvSpPr/>
            <p:nvPr/>
          </p:nvSpPr>
          <p:spPr>
            <a:xfrm>
              <a:off x="5926625" y="3955375"/>
              <a:ext cx="339650" cy="35450"/>
            </a:xfrm>
            <a:custGeom>
              <a:avLst/>
              <a:gdLst/>
              <a:ahLst/>
              <a:cxnLst/>
              <a:rect l="l" t="t" r="r" b="b"/>
              <a:pathLst>
                <a:path w="13586" h="1418" extrusionOk="0">
                  <a:moveTo>
                    <a:pt x="48" y="1"/>
                  </a:moveTo>
                  <a:lnTo>
                    <a:pt x="48" y="1"/>
                  </a:lnTo>
                  <a:cubicBezTo>
                    <a:pt x="60" y="60"/>
                    <a:pt x="60" y="108"/>
                    <a:pt x="48" y="167"/>
                  </a:cubicBezTo>
                  <a:lnTo>
                    <a:pt x="0" y="298"/>
                  </a:lnTo>
                  <a:lnTo>
                    <a:pt x="13573" y="1417"/>
                  </a:lnTo>
                  <a:cubicBezTo>
                    <a:pt x="13562" y="1334"/>
                    <a:pt x="13562" y="1263"/>
                    <a:pt x="13573" y="1191"/>
                  </a:cubicBezTo>
                  <a:cubicBezTo>
                    <a:pt x="13573" y="1156"/>
                    <a:pt x="13585" y="1144"/>
                    <a:pt x="13585" y="1120"/>
                  </a:cubicBezTo>
                  <a:lnTo>
                    <a:pt x="167" y="13"/>
                  </a:ln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137;p2"/>
            <p:cNvSpPr/>
            <p:nvPr/>
          </p:nvSpPr>
          <p:spPr>
            <a:xfrm>
              <a:off x="5920375" y="3963425"/>
              <a:ext cx="554850" cy="615875"/>
            </a:xfrm>
            <a:custGeom>
              <a:avLst/>
              <a:gdLst/>
              <a:ahLst/>
              <a:cxnLst/>
              <a:rect l="l" t="t" r="r" b="b"/>
              <a:pathLst>
                <a:path w="22194" h="24635" extrusionOk="0">
                  <a:moveTo>
                    <a:pt x="227" y="0"/>
                  </a:moveTo>
                  <a:cubicBezTo>
                    <a:pt x="167" y="95"/>
                    <a:pt x="96" y="155"/>
                    <a:pt x="0" y="202"/>
                  </a:cubicBezTo>
                  <a:lnTo>
                    <a:pt x="21967" y="24634"/>
                  </a:lnTo>
                  <a:cubicBezTo>
                    <a:pt x="22027" y="24563"/>
                    <a:pt x="22098" y="24491"/>
                    <a:pt x="22194" y="24444"/>
                  </a:cubicBezTo>
                  <a:lnTo>
                    <a:pt x="22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138;p2"/>
            <p:cNvSpPr/>
            <p:nvPr/>
          </p:nvSpPr>
          <p:spPr>
            <a:xfrm>
              <a:off x="6287975" y="3999125"/>
              <a:ext cx="141700" cy="223275"/>
            </a:xfrm>
            <a:custGeom>
              <a:avLst/>
              <a:gdLst/>
              <a:ahLst/>
              <a:cxnLst/>
              <a:rect l="l" t="t" r="r" b="b"/>
              <a:pathLst>
                <a:path w="5668" h="8931" extrusionOk="0">
                  <a:moveTo>
                    <a:pt x="251" y="1"/>
                  </a:moveTo>
                  <a:cubicBezTo>
                    <a:pt x="179" y="84"/>
                    <a:pt x="108" y="120"/>
                    <a:pt x="1" y="168"/>
                  </a:cubicBezTo>
                  <a:lnTo>
                    <a:pt x="5418" y="8931"/>
                  </a:lnTo>
                  <a:cubicBezTo>
                    <a:pt x="5489" y="8871"/>
                    <a:pt x="5585" y="8811"/>
                    <a:pt x="5668" y="8788"/>
                  </a:cubicBezTo>
                  <a:lnTo>
                    <a:pt x="25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139;p2"/>
            <p:cNvSpPr/>
            <p:nvPr/>
          </p:nvSpPr>
          <p:spPr>
            <a:xfrm>
              <a:off x="6385000" y="3756250"/>
              <a:ext cx="29800" cy="175050"/>
            </a:xfrm>
            <a:custGeom>
              <a:avLst/>
              <a:gdLst/>
              <a:ahLst/>
              <a:cxnLst/>
              <a:rect l="l" t="t" r="r" b="b"/>
              <a:pathLst>
                <a:path w="1192" h="7002" extrusionOk="0">
                  <a:moveTo>
                    <a:pt x="287" y="0"/>
                  </a:moveTo>
                  <a:cubicBezTo>
                    <a:pt x="233" y="27"/>
                    <a:pt x="180" y="41"/>
                    <a:pt x="116" y="41"/>
                  </a:cubicBezTo>
                  <a:cubicBezTo>
                    <a:pt x="95" y="41"/>
                    <a:pt x="72" y="39"/>
                    <a:pt x="49" y="36"/>
                  </a:cubicBezTo>
                  <a:cubicBezTo>
                    <a:pt x="37" y="36"/>
                    <a:pt x="25" y="12"/>
                    <a:pt x="1" y="12"/>
                  </a:cubicBezTo>
                  <a:lnTo>
                    <a:pt x="537" y="4108"/>
                  </a:lnTo>
                  <a:lnTo>
                    <a:pt x="584" y="4477"/>
                  </a:lnTo>
                  <a:lnTo>
                    <a:pt x="918" y="7001"/>
                  </a:lnTo>
                  <a:lnTo>
                    <a:pt x="1192" y="6882"/>
                  </a:lnTo>
                  <a:lnTo>
                    <a:pt x="834" y="4203"/>
                  </a:lnTo>
                  <a:lnTo>
                    <a:pt x="799" y="3822"/>
                  </a:lnTo>
                  <a:lnTo>
                    <a:pt x="28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140;p2"/>
            <p:cNvSpPr/>
            <p:nvPr/>
          </p:nvSpPr>
          <p:spPr>
            <a:xfrm>
              <a:off x="6414775" y="3936025"/>
              <a:ext cx="1525" cy="1825"/>
            </a:xfrm>
            <a:custGeom>
              <a:avLst/>
              <a:gdLst/>
              <a:ahLst/>
              <a:cxnLst/>
              <a:rect l="l" t="t" r="r" b="b"/>
              <a:pathLst>
                <a:path w="61" h="73" extrusionOk="0">
                  <a:moveTo>
                    <a:pt x="48" y="1"/>
                  </a:moveTo>
                  <a:lnTo>
                    <a:pt x="1" y="13"/>
                  </a:lnTo>
                  <a:cubicBezTo>
                    <a:pt x="24" y="25"/>
                    <a:pt x="48" y="48"/>
                    <a:pt x="60" y="72"/>
                  </a:cubicBez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141;p2"/>
            <p:cNvSpPr/>
            <p:nvPr/>
          </p:nvSpPr>
          <p:spPr>
            <a:xfrm>
              <a:off x="6410025" y="3943775"/>
              <a:ext cx="42875" cy="272675"/>
            </a:xfrm>
            <a:custGeom>
              <a:avLst/>
              <a:gdLst/>
              <a:ahLst/>
              <a:cxnLst/>
              <a:rect l="l" t="t" r="r" b="b"/>
              <a:pathLst>
                <a:path w="1715" h="10907" extrusionOk="0">
                  <a:moveTo>
                    <a:pt x="298" y="0"/>
                  </a:moveTo>
                  <a:cubicBezTo>
                    <a:pt x="243" y="111"/>
                    <a:pt x="146" y="180"/>
                    <a:pt x="28" y="180"/>
                  </a:cubicBezTo>
                  <a:cubicBezTo>
                    <a:pt x="19" y="180"/>
                    <a:pt x="10" y="180"/>
                    <a:pt x="0" y="179"/>
                  </a:cubicBezTo>
                  <a:lnTo>
                    <a:pt x="0" y="179"/>
                  </a:lnTo>
                  <a:lnTo>
                    <a:pt x="1405" y="10871"/>
                  </a:lnTo>
                  <a:cubicBezTo>
                    <a:pt x="1465" y="10871"/>
                    <a:pt x="1524" y="10871"/>
                    <a:pt x="1596" y="10883"/>
                  </a:cubicBezTo>
                  <a:cubicBezTo>
                    <a:pt x="1619" y="10883"/>
                    <a:pt x="1655" y="10894"/>
                    <a:pt x="1703" y="10906"/>
                  </a:cubicBezTo>
                  <a:cubicBezTo>
                    <a:pt x="1715" y="10894"/>
                    <a:pt x="1715" y="10871"/>
                    <a:pt x="1715" y="10835"/>
                  </a:cubicBezTo>
                  <a:lnTo>
                    <a:pt x="29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142;p2"/>
            <p:cNvSpPr/>
            <p:nvPr/>
          </p:nvSpPr>
          <p:spPr>
            <a:xfrm>
              <a:off x="6296300" y="3868175"/>
              <a:ext cx="262875" cy="117600"/>
            </a:xfrm>
            <a:custGeom>
              <a:avLst/>
              <a:gdLst/>
              <a:ahLst/>
              <a:cxnLst/>
              <a:rect l="l" t="t" r="r" b="b"/>
              <a:pathLst>
                <a:path w="10515" h="4704" extrusionOk="0">
                  <a:moveTo>
                    <a:pt x="10395" y="0"/>
                  </a:moveTo>
                  <a:lnTo>
                    <a:pt x="4763" y="2381"/>
                  </a:lnTo>
                  <a:lnTo>
                    <a:pt x="4478" y="2500"/>
                  </a:lnTo>
                  <a:lnTo>
                    <a:pt x="60" y="4382"/>
                  </a:lnTo>
                  <a:lnTo>
                    <a:pt x="1" y="4429"/>
                  </a:lnTo>
                  <a:cubicBezTo>
                    <a:pt x="60" y="4513"/>
                    <a:pt x="84" y="4608"/>
                    <a:pt x="96" y="4703"/>
                  </a:cubicBezTo>
                  <a:lnTo>
                    <a:pt x="4299" y="2917"/>
                  </a:lnTo>
                  <a:lnTo>
                    <a:pt x="4299" y="2893"/>
                  </a:lnTo>
                  <a:cubicBezTo>
                    <a:pt x="4321" y="2748"/>
                    <a:pt x="4459" y="2666"/>
                    <a:pt x="4584" y="2666"/>
                  </a:cubicBezTo>
                  <a:cubicBezTo>
                    <a:pt x="4592" y="2666"/>
                    <a:pt x="4600" y="2666"/>
                    <a:pt x="4609" y="2667"/>
                  </a:cubicBezTo>
                  <a:cubicBezTo>
                    <a:pt x="4656" y="2679"/>
                    <a:pt x="4704" y="2703"/>
                    <a:pt x="4728" y="2727"/>
                  </a:cubicBezTo>
                  <a:lnTo>
                    <a:pt x="4775" y="2715"/>
                  </a:lnTo>
                  <a:lnTo>
                    <a:pt x="10514" y="274"/>
                  </a:lnTo>
                  <a:lnTo>
                    <a:pt x="10443" y="226"/>
                  </a:lnTo>
                  <a:cubicBezTo>
                    <a:pt x="10431" y="226"/>
                    <a:pt x="10431" y="214"/>
                    <a:pt x="10431" y="214"/>
                  </a:cubicBezTo>
                  <a:lnTo>
                    <a:pt x="10431" y="191"/>
                  </a:lnTo>
                  <a:cubicBezTo>
                    <a:pt x="10431" y="191"/>
                    <a:pt x="10431" y="179"/>
                    <a:pt x="10419" y="179"/>
                  </a:cubicBezTo>
                  <a:lnTo>
                    <a:pt x="10419" y="167"/>
                  </a:lnTo>
                  <a:lnTo>
                    <a:pt x="10419" y="155"/>
                  </a:lnTo>
                  <a:lnTo>
                    <a:pt x="10419" y="131"/>
                  </a:lnTo>
                  <a:lnTo>
                    <a:pt x="10419" y="119"/>
                  </a:lnTo>
                  <a:lnTo>
                    <a:pt x="1039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143;p2"/>
            <p:cNvSpPr/>
            <p:nvPr/>
          </p:nvSpPr>
          <p:spPr>
            <a:xfrm>
              <a:off x="6562125" y="3681225"/>
              <a:ext cx="131575" cy="189050"/>
            </a:xfrm>
            <a:custGeom>
              <a:avLst/>
              <a:gdLst/>
              <a:ahLst/>
              <a:cxnLst/>
              <a:rect l="l" t="t" r="r" b="b"/>
              <a:pathLst>
                <a:path w="5263" h="7562" extrusionOk="0">
                  <a:moveTo>
                    <a:pt x="5263" y="1"/>
                  </a:moveTo>
                  <a:lnTo>
                    <a:pt x="0" y="7216"/>
                  </a:lnTo>
                  <a:lnTo>
                    <a:pt x="48" y="7502"/>
                  </a:lnTo>
                  <a:lnTo>
                    <a:pt x="119" y="7561"/>
                  </a:lnTo>
                  <a:lnTo>
                    <a:pt x="5263" y="501"/>
                  </a:lnTo>
                  <a:lnTo>
                    <a:pt x="526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144;p2"/>
            <p:cNvSpPr/>
            <p:nvPr/>
          </p:nvSpPr>
          <p:spPr>
            <a:xfrm>
              <a:off x="6533550" y="3734225"/>
              <a:ext cx="29775" cy="137825"/>
            </a:xfrm>
            <a:custGeom>
              <a:avLst/>
              <a:gdLst/>
              <a:ahLst/>
              <a:cxnLst/>
              <a:rect l="l" t="t" r="r" b="b"/>
              <a:pathLst>
                <a:path w="1191" h="5513" extrusionOk="0">
                  <a:moveTo>
                    <a:pt x="286" y="0"/>
                  </a:moveTo>
                  <a:cubicBezTo>
                    <a:pt x="191" y="48"/>
                    <a:pt x="107" y="84"/>
                    <a:pt x="0" y="84"/>
                  </a:cubicBezTo>
                  <a:lnTo>
                    <a:pt x="893" y="5382"/>
                  </a:lnTo>
                  <a:lnTo>
                    <a:pt x="901" y="5464"/>
                  </a:lnTo>
                  <a:lnTo>
                    <a:pt x="901" y="5464"/>
                  </a:lnTo>
                  <a:cubicBezTo>
                    <a:pt x="904" y="5435"/>
                    <a:pt x="918" y="5409"/>
                    <a:pt x="941" y="5394"/>
                  </a:cubicBezTo>
                  <a:cubicBezTo>
                    <a:pt x="971" y="5356"/>
                    <a:pt x="1016" y="5327"/>
                    <a:pt x="1063" y="5327"/>
                  </a:cubicBezTo>
                  <a:cubicBezTo>
                    <a:pt x="1090" y="5327"/>
                    <a:pt x="1117" y="5337"/>
                    <a:pt x="1143" y="5358"/>
                  </a:cubicBezTo>
                  <a:lnTo>
                    <a:pt x="1191" y="5394"/>
                  </a:lnTo>
                  <a:lnTo>
                    <a:pt x="1143" y="5108"/>
                  </a:lnTo>
                  <a:lnTo>
                    <a:pt x="286" y="0"/>
                  </a:lnTo>
                  <a:close/>
                  <a:moveTo>
                    <a:pt x="901" y="5464"/>
                  </a:moveTo>
                  <a:lnTo>
                    <a:pt x="901" y="5464"/>
                  </a:lnTo>
                  <a:cubicBezTo>
                    <a:pt x="900" y="5479"/>
                    <a:pt x="901" y="5496"/>
                    <a:pt x="905" y="5513"/>
                  </a:cubicBezTo>
                  <a:lnTo>
                    <a:pt x="905" y="5501"/>
                  </a:lnTo>
                  <a:lnTo>
                    <a:pt x="901" y="5464"/>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145;p2"/>
            <p:cNvSpPr/>
            <p:nvPr/>
          </p:nvSpPr>
          <p:spPr>
            <a:xfrm>
              <a:off x="6557650" y="3873825"/>
              <a:ext cx="25" cy="25"/>
            </a:xfrm>
            <a:custGeom>
              <a:avLst/>
              <a:gdLst/>
              <a:ahLst/>
              <a:cxnLst/>
              <a:rect l="l" t="t" r="r" b="b"/>
              <a:pathLst>
                <a:path w="1" h="1" extrusionOk="0">
                  <a:moveTo>
                    <a:pt x="1"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146;p2"/>
            <p:cNvSpPr/>
            <p:nvPr/>
          </p:nvSpPr>
          <p:spPr>
            <a:xfrm>
              <a:off x="6679700" y="3952700"/>
              <a:ext cx="14000" cy="17300"/>
            </a:xfrm>
            <a:custGeom>
              <a:avLst/>
              <a:gdLst/>
              <a:ahLst/>
              <a:cxnLst/>
              <a:rect l="l" t="t" r="r" b="b"/>
              <a:pathLst>
                <a:path w="560" h="692" extrusionOk="0">
                  <a:moveTo>
                    <a:pt x="84" y="0"/>
                  </a:moveTo>
                  <a:lnTo>
                    <a:pt x="0" y="298"/>
                  </a:lnTo>
                  <a:lnTo>
                    <a:pt x="560" y="691"/>
                  </a:lnTo>
                  <a:lnTo>
                    <a:pt x="560" y="334"/>
                  </a:lnTo>
                  <a:lnTo>
                    <a:pt x="8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147;p2"/>
            <p:cNvSpPr/>
            <p:nvPr/>
          </p:nvSpPr>
          <p:spPr>
            <a:xfrm>
              <a:off x="6555875" y="3867675"/>
              <a:ext cx="119375" cy="88025"/>
            </a:xfrm>
            <a:custGeom>
              <a:avLst/>
              <a:gdLst/>
              <a:ahLst/>
              <a:cxnLst/>
              <a:rect l="l" t="t" r="r" b="b"/>
              <a:pathLst>
                <a:path w="4775" h="3521" extrusionOk="0">
                  <a:moveTo>
                    <a:pt x="157" y="0"/>
                  </a:moveTo>
                  <a:cubicBezTo>
                    <a:pt x="107" y="0"/>
                    <a:pt x="54" y="19"/>
                    <a:pt x="24" y="56"/>
                  </a:cubicBezTo>
                  <a:cubicBezTo>
                    <a:pt x="0" y="80"/>
                    <a:pt x="0" y="127"/>
                    <a:pt x="0" y="175"/>
                  </a:cubicBezTo>
                  <a:cubicBezTo>
                    <a:pt x="4" y="171"/>
                    <a:pt x="6" y="170"/>
                    <a:pt x="8" y="170"/>
                  </a:cubicBezTo>
                  <a:cubicBezTo>
                    <a:pt x="12" y="170"/>
                    <a:pt x="12" y="178"/>
                    <a:pt x="12" y="187"/>
                  </a:cubicBezTo>
                  <a:cubicBezTo>
                    <a:pt x="24" y="199"/>
                    <a:pt x="24" y="199"/>
                    <a:pt x="24" y="222"/>
                  </a:cubicBezTo>
                  <a:cubicBezTo>
                    <a:pt x="24" y="222"/>
                    <a:pt x="24" y="234"/>
                    <a:pt x="48" y="234"/>
                  </a:cubicBezTo>
                  <a:lnTo>
                    <a:pt x="48" y="246"/>
                  </a:lnTo>
                  <a:lnTo>
                    <a:pt x="60" y="258"/>
                  </a:lnTo>
                  <a:lnTo>
                    <a:pt x="131" y="306"/>
                  </a:lnTo>
                  <a:lnTo>
                    <a:pt x="4691" y="3521"/>
                  </a:lnTo>
                  <a:lnTo>
                    <a:pt x="4775" y="3223"/>
                  </a:lnTo>
                  <a:lnTo>
                    <a:pt x="357" y="103"/>
                  </a:lnTo>
                  <a:lnTo>
                    <a:pt x="286" y="56"/>
                  </a:lnTo>
                  <a:lnTo>
                    <a:pt x="238" y="20"/>
                  </a:lnTo>
                  <a:cubicBezTo>
                    <a:pt x="216" y="7"/>
                    <a:pt x="187" y="0"/>
                    <a:pt x="15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148;p2"/>
            <p:cNvSpPr/>
            <p:nvPr/>
          </p:nvSpPr>
          <p:spPr>
            <a:xfrm>
              <a:off x="6604375" y="4211350"/>
              <a:ext cx="3600" cy="2725"/>
            </a:xfrm>
            <a:custGeom>
              <a:avLst/>
              <a:gdLst/>
              <a:ahLst/>
              <a:cxnLst/>
              <a:rect l="l" t="t" r="r" b="b"/>
              <a:pathLst>
                <a:path w="144" h="109" extrusionOk="0">
                  <a:moveTo>
                    <a:pt x="25" y="1"/>
                  </a:moveTo>
                  <a:lnTo>
                    <a:pt x="1" y="108"/>
                  </a:lnTo>
                  <a:cubicBezTo>
                    <a:pt x="60" y="108"/>
                    <a:pt x="120" y="72"/>
                    <a:pt x="144" y="13"/>
                  </a:cubicBezTo>
                  <a:cubicBezTo>
                    <a:pt x="96" y="1"/>
                    <a:pt x="72" y="1"/>
                    <a:pt x="2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149;p2"/>
            <p:cNvSpPr/>
            <p:nvPr/>
          </p:nvSpPr>
          <p:spPr>
            <a:xfrm>
              <a:off x="6613600" y="3885425"/>
              <a:ext cx="80400" cy="282800"/>
            </a:xfrm>
            <a:custGeom>
              <a:avLst/>
              <a:gdLst/>
              <a:ahLst/>
              <a:cxnLst/>
              <a:rect l="l" t="t" r="r" b="b"/>
              <a:pathLst>
                <a:path w="3216" h="11312" extrusionOk="0">
                  <a:moveTo>
                    <a:pt x="3216" y="1"/>
                  </a:moveTo>
                  <a:lnTo>
                    <a:pt x="2489" y="2525"/>
                  </a:lnTo>
                  <a:lnTo>
                    <a:pt x="2394" y="2811"/>
                  </a:lnTo>
                  <a:lnTo>
                    <a:pt x="1" y="11204"/>
                  </a:lnTo>
                  <a:cubicBezTo>
                    <a:pt x="108" y="11216"/>
                    <a:pt x="191" y="11252"/>
                    <a:pt x="287" y="11312"/>
                  </a:cubicBezTo>
                  <a:lnTo>
                    <a:pt x="2644" y="3001"/>
                  </a:lnTo>
                  <a:lnTo>
                    <a:pt x="2739" y="2703"/>
                  </a:lnTo>
                  <a:lnTo>
                    <a:pt x="3216" y="1072"/>
                  </a:lnTo>
                  <a:lnTo>
                    <a:pt x="321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 name="Google Shape;150;p2"/>
            <p:cNvSpPr/>
            <p:nvPr/>
          </p:nvSpPr>
          <p:spPr>
            <a:xfrm>
              <a:off x="6443950" y="4280425"/>
              <a:ext cx="42875" cy="292625"/>
            </a:xfrm>
            <a:custGeom>
              <a:avLst/>
              <a:gdLst/>
              <a:ahLst/>
              <a:cxnLst/>
              <a:rect l="l" t="t" r="r" b="b"/>
              <a:pathLst>
                <a:path w="1715" h="11705" extrusionOk="0">
                  <a:moveTo>
                    <a:pt x="298" y="0"/>
                  </a:moveTo>
                  <a:cubicBezTo>
                    <a:pt x="191" y="36"/>
                    <a:pt x="108" y="48"/>
                    <a:pt x="0" y="48"/>
                  </a:cubicBezTo>
                  <a:lnTo>
                    <a:pt x="1417" y="11704"/>
                  </a:lnTo>
                  <a:cubicBezTo>
                    <a:pt x="1475" y="11696"/>
                    <a:pt x="1538" y="11682"/>
                    <a:pt x="1599" y="11682"/>
                  </a:cubicBezTo>
                  <a:cubicBezTo>
                    <a:pt x="1626" y="11682"/>
                    <a:pt x="1653" y="11685"/>
                    <a:pt x="1679" y="11692"/>
                  </a:cubicBezTo>
                  <a:lnTo>
                    <a:pt x="1715" y="11692"/>
                  </a:lnTo>
                  <a:lnTo>
                    <a:pt x="29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 name="Google Shape;151;p2"/>
            <p:cNvSpPr/>
            <p:nvPr/>
          </p:nvSpPr>
          <p:spPr>
            <a:xfrm>
              <a:off x="6486800" y="4208675"/>
              <a:ext cx="118200" cy="365250"/>
            </a:xfrm>
            <a:custGeom>
              <a:avLst/>
              <a:gdLst/>
              <a:ahLst/>
              <a:cxnLst/>
              <a:rect l="l" t="t" r="r" b="b"/>
              <a:pathLst>
                <a:path w="4728" h="14610" extrusionOk="0">
                  <a:moveTo>
                    <a:pt x="4442" y="1"/>
                  </a:moveTo>
                  <a:lnTo>
                    <a:pt x="1" y="14574"/>
                  </a:lnTo>
                  <a:cubicBezTo>
                    <a:pt x="37" y="14586"/>
                    <a:pt x="84" y="14586"/>
                    <a:pt x="108" y="14610"/>
                  </a:cubicBezTo>
                  <a:lnTo>
                    <a:pt x="430" y="14181"/>
                  </a:lnTo>
                  <a:lnTo>
                    <a:pt x="4704" y="215"/>
                  </a:lnTo>
                  <a:lnTo>
                    <a:pt x="4728" y="108"/>
                  </a:lnTo>
                  <a:cubicBezTo>
                    <a:pt x="4621" y="96"/>
                    <a:pt x="4537" y="48"/>
                    <a:pt x="4442"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 name="Google Shape;152;p2"/>
            <p:cNvSpPr/>
            <p:nvPr/>
          </p:nvSpPr>
          <p:spPr>
            <a:xfrm>
              <a:off x="6475500" y="4189625"/>
              <a:ext cx="112550" cy="56575"/>
            </a:xfrm>
            <a:custGeom>
              <a:avLst/>
              <a:gdLst/>
              <a:ahLst/>
              <a:cxnLst/>
              <a:rect l="l" t="t" r="r" b="b"/>
              <a:pathLst>
                <a:path w="4502" h="2263" extrusionOk="0">
                  <a:moveTo>
                    <a:pt x="4418" y="1"/>
                  </a:moveTo>
                  <a:lnTo>
                    <a:pt x="0" y="1965"/>
                  </a:lnTo>
                  <a:cubicBezTo>
                    <a:pt x="36" y="2061"/>
                    <a:pt x="48" y="2168"/>
                    <a:pt x="60" y="2263"/>
                  </a:cubicBezTo>
                  <a:lnTo>
                    <a:pt x="4501" y="298"/>
                  </a:lnTo>
                  <a:cubicBezTo>
                    <a:pt x="4453" y="215"/>
                    <a:pt x="4442" y="108"/>
                    <a:pt x="4418"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 name="Google Shape;153;p2"/>
            <p:cNvSpPr/>
            <p:nvPr/>
          </p:nvSpPr>
          <p:spPr>
            <a:xfrm>
              <a:off x="6626125" y="4142000"/>
              <a:ext cx="67575" cy="36350"/>
            </a:xfrm>
            <a:custGeom>
              <a:avLst/>
              <a:gdLst/>
              <a:ahLst/>
              <a:cxnLst/>
              <a:rect l="l" t="t" r="r" b="b"/>
              <a:pathLst>
                <a:path w="2703" h="1454" extrusionOk="0">
                  <a:moveTo>
                    <a:pt x="2703" y="1"/>
                  </a:moveTo>
                  <a:lnTo>
                    <a:pt x="0" y="1191"/>
                  </a:lnTo>
                  <a:cubicBezTo>
                    <a:pt x="60" y="1287"/>
                    <a:pt x="119" y="1358"/>
                    <a:pt x="167" y="1453"/>
                  </a:cubicBezTo>
                  <a:lnTo>
                    <a:pt x="2703" y="334"/>
                  </a:lnTo>
                  <a:lnTo>
                    <a:pt x="27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 name="Google Shape;154;p2"/>
            <p:cNvSpPr/>
            <p:nvPr/>
          </p:nvSpPr>
          <p:spPr>
            <a:xfrm>
              <a:off x="6489775" y="4289950"/>
              <a:ext cx="203925" cy="288750"/>
            </a:xfrm>
            <a:custGeom>
              <a:avLst/>
              <a:gdLst/>
              <a:ahLst/>
              <a:cxnLst/>
              <a:rect l="l" t="t" r="r" b="b"/>
              <a:pathLst>
                <a:path w="8157" h="11550" extrusionOk="0">
                  <a:moveTo>
                    <a:pt x="8157" y="0"/>
                  </a:moveTo>
                  <a:lnTo>
                    <a:pt x="311" y="10930"/>
                  </a:lnTo>
                  <a:lnTo>
                    <a:pt x="1" y="11371"/>
                  </a:lnTo>
                  <a:cubicBezTo>
                    <a:pt x="84" y="11406"/>
                    <a:pt x="180" y="11466"/>
                    <a:pt x="239" y="11549"/>
                  </a:cubicBezTo>
                  <a:lnTo>
                    <a:pt x="8157" y="500"/>
                  </a:lnTo>
                  <a:lnTo>
                    <a:pt x="815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 name="Google Shape;155;p2"/>
            <p:cNvSpPr/>
            <p:nvPr/>
          </p:nvSpPr>
          <p:spPr>
            <a:xfrm>
              <a:off x="6585925" y="4164825"/>
              <a:ext cx="47350" cy="46925"/>
            </a:xfrm>
            <a:custGeom>
              <a:avLst/>
              <a:gdLst/>
              <a:ahLst/>
              <a:cxnLst/>
              <a:rect l="l" t="t" r="r" b="b"/>
              <a:pathLst>
                <a:path w="1894" h="1877" extrusionOk="0">
                  <a:moveTo>
                    <a:pt x="941" y="0"/>
                  </a:moveTo>
                  <a:cubicBezTo>
                    <a:pt x="489" y="0"/>
                    <a:pt x="98" y="315"/>
                    <a:pt x="25" y="779"/>
                  </a:cubicBezTo>
                  <a:cubicBezTo>
                    <a:pt x="1" y="850"/>
                    <a:pt x="1" y="921"/>
                    <a:pt x="1" y="993"/>
                  </a:cubicBezTo>
                  <a:cubicBezTo>
                    <a:pt x="1" y="1100"/>
                    <a:pt x="36" y="1195"/>
                    <a:pt x="84" y="1290"/>
                  </a:cubicBezTo>
                  <a:cubicBezTo>
                    <a:pt x="155" y="1493"/>
                    <a:pt x="298" y="1648"/>
                    <a:pt x="501" y="1755"/>
                  </a:cubicBezTo>
                  <a:cubicBezTo>
                    <a:pt x="584" y="1802"/>
                    <a:pt x="679" y="1826"/>
                    <a:pt x="775" y="1862"/>
                  </a:cubicBezTo>
                  <a:cubicBezTo>
                    <a:pt x="810" y="1862"/>
                    <a:pt x="858" y="1874"/>
                    <a:pt x="882" y="1874"/>
                  </a:cubicBezTo>
                  <a:cubicBezTo>
                    <a:pt x="905" y="1876"/>
                    <a:pt x="927" y="1876"/>
                    <a:pt x="950" y="1876"/>
                  </a:cubicBezTo>
                  <a:cubicBezTo>
                    <a:pt x="1387" y="1876"/>
                    <a:pt x="1779" y="1553"/>
                    <a:pt x="1870" y="1112"/>
                  </a:cubicBezTo>
                  <a:cubicBezTo>
                    <a:pt x="1894" y="921"/>
                    <a:pt x="1870" y="719"/>
                    <a:pt x="1787" y="552"/>
                  </a:cubicBezTo>
                  <a:cubicBezTo>
                    <a:pt x="1751" y="457"/>
                    <a:pt x="1691" y="374"/>
                    <a:pt x="1632" y="302"/>
                  </a:cubicBezTo>
                  <a:cubicBezTo>
                    <a:pt x="1572" y="219"/>
                    <a:pt x="1477" y="159"/>
                    <a:pt x="1406" y="124"/>
                  </a:cubicBezTo>
                  <a:cubicBezTo>
                    <a:pt x="1310" y="76"/>
                    <a:pt x="1227" y="40"/>
                    <a:pt x="1120" y="17"/>
                  </a:cubicBezTo>
                  <a:cubicBezTo>
                    <a:pt x="1060" y="6"/>
                    <a:pt x="1000" y="0"/>
                    <a:pt x="9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 name="Google Shape;156;p2"/>
            <p:cNvSpPr/>
            <p:nvPr/>
          </p:nvSpPr>
          <p:spPr>
            <a:xfrm>
              <a:off x="6407925" y="4215525"/>
              <a:ext cx="69375" cy="65800"/>
            </a:xfrm>
            <a:custGeom>
              <a:avLst/>
              <a:gdLst/>
              <a:ahLst/>
              <a:cxnLst/>
              <a:rect l="l" t="t" r="r" b="b"/>
              <a:pathLst>
                <a:path w="2775" h="2632" extrusionOk="0">
                  <a:moveTo>
                    <a:pt x="1489" y="1"/>
                  </a:moveTo>
                  <a:cubicBezTo>
                    <a:pt x="1263" y="1"/>
                    <a:pt x="1049" y="36"/>
                    <a:pt x="870" y="120"/>
                  </a:cubicBezTo>
                  <a:cubicBezTo>
                    <a:pt x="787" y="155"/>
                    <a:pt x="691" y="203"/>
                    <a:pt x="620" y="263"/>
                  </a:cubicBezTo>
                  <a:cubicBezTo>
                    <a:pt x="370" y="453"/>
                    <a:pt x="191" y="739"/>
                    <a:pt x="132" y="1060"/>
                  </a:cubicBezTo>
                  <a:cubicBezTo>
                    <a:pt x="1" y="1775"/>
                    <a:pt x="477" y="2477"/>
                    <a:pt x="1203" y="2608"/>
                  </a:cubicBezTo>
                  <a:cubicBezTo>
                    <a:pt x="1275" y="2632"/>
                    <a:pt x="1370" y="2632"/>
                    <a:pt x="1441" y="2632"/>
                  </a:cubicBezTo>
                  <a:cubicBezTo>
                    <a:pt x="1549" y="2632"/>
                    <a:pt x="1632" y="2608"/>
                    <a:pt x="1739" y="2596"/>
                  </a:cubicBezTo>
                  <a:cubicBezTo>
                    <a:pt x="2239" y="2477"/>
                    <a:pt x="2644" y="2072"/>
                    <a:pt x="2751" y="1537"/>
                  </a:cubicBezTo>
                  <a:cubicBezTo>
                    <a:pt x="2763" y="1441"/>
                    <a:pt x="2775" y="1322"/>
                    <a:pt x="2763" y="1215"/>
                  </a:cubicBezTo>
                  <a:cubicBezTo>
                    <a:pt x="2763" y="1108"/>
                    <a:pt x="2739" y="1001"/>
                    <a:pt x="2703" y="917"/>
                  </a:cubicBezTo>
                  <a:cubicBezTo>
                    <a:pt x="2573" y="501"/>
                    <a:pt x="2227" y="155"/>
                    <a:pt x="1787" y="36"/>
                  </a:cubicBezTo>
                  <a:cubicBezTo>
                    <a:pt x="1751" y="24"/>
                    <a:pt x="1727" y="24"/>
                    <a:pt x="1680" y="13"/>
                  </a:cubicBezTo>
                  <a:cubicBezTo>
                    <a:pt x="1620" y="1"/>
                    <a:pt x="1560" y="1"/>
                    <a:pt x="148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 name="Google Shape;157;p2"/>
            <p:cNvSpPr/>
            <p:nvPr/>
          </p:nvSpPr>
          <p:spPr>
            <a:xfrm>
              <a:off x="4666950" y="3657525"/>
              <a:ext cx="11925" cy="12150"/>
            </a:xfrm>
            <a:custGeom>
              <a:avLst/>
              <a:gdLst/>
              <a:ahLst/>
              <a:cxnLst/>
              <a:rect l="l" t="t" r="r" b="b"/>
              <a:pathLst>
                <a:path w="477" h="486" extrusionOk="0">
                  <a:moveTo>
                    <a:pt x="233" y="1"/>
                  </a:moveTo>
                  <a:cubicBezTo>
                    <a:pt x="128" y="1"/>
                    <a:pt x="22" y="87"/>
                    <a:pt x="12" y="199"/>
                  </a:cubicBezTo>
                  <a:cubicBezTo>
                    <a:pt x="0" y="247"/>
                    <a:pt x="12" y="306"/>
                    <a:pt x="24" y="354"/>
                  </a:cubicBezTo>
                  <a:cubicBezTo>
                    <a:pt x="60" y="413"/>
                    <a:pt x="119" y="461"/>
                    <a:pt x="203" y="485"/>
                  </a:cubicBezTo>
                  <a:cubicBezTo>
                    <a:pt x="213" y="486"/>
                    <a:pt x="223" y="486"/>
                    <a:pt x="233" y="486"/>
                  </a:cubicBezTo>
                  <a:cubicBezTo>
                    <a:pt x="362" y="486"/>
                    <a:pt x="465" y="416"/>
                    <a:pt x="476" y="294"/>
                  </a:cubicBezTo>
                  <a:lnTo>
                    <a:pt x="476" y="187"/>
                  </a:lnTo>
                  <a:cubicBezTo>
                    <a:pt x="429" y="92"/>
                    <a:pt x="369" y="20"/>
                    <a:pt x="286" y="8"/>
                  </a:cubicBezTo>
                  <a:cubicBezTo>
                    <a:pt x="269" y="3"/>
                    <a:pt x="251" y="1"/>
                    <a:pt x="23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2"/>
            <p:cNvSpPr/>
            <p:nvPr/>
          </p:nvSpPr>
          <p:spPr>
            <a:xfrm>
              <a:off x="5526275" y="3907750"/>
              <a:ext cx="25325" cy="23650"/>
            </a:xfrm>
            <a:custGeom>
              <a:avLst/>
              <a:gdLst/>
              <a:ahLst/>
              <a:cxnLst/>
              <a:rect l="l" t="t" r="r" b="b"/>
              <a:pathLst>
                <a:path w="1013" h="946" extrusionOk="0">
                  <a:moveTo>
                    <a:pt x="512" y="1"/>
                  </a:moveTo>
                  <a:cubicBezTo>
                    <a:pt x="286" y="13"/>
                    <a:pt x="84" y="167"/>
                    <a:pt x="48" y="382"/>
                  </a:cubicBezTo>
                  <a:cubicBezTo>
                    <a:pt x="0" y="644"/>
                    <a:pt x="179" y="894"/>
                    <a:pt x="441" y="941"/>
                  </a:cubicBezTo>
                  <a:cubicBezTo>
                    <a:pt x="462" y="944"/>
                    <a:pt x="484" y="946"/>
                    <a:pt x="505" y="946"/>
                  </a:cubicBezTo>
                  <a:cubicBezTo>
                    <a:pt x="732" y="946"/>
                    <a:pt x="945" y="777"/>
                    <a:pt x="989" y="548"/>
                  </a:cubicBezTo>
                  <a:cubicBezTo>
                    <a:pt x="1012" y="370"/>
                    <a:pt x="941" y="191"/>
                    <a:pt x="798" y="84"/>
                  </a:cubicBezTo>
                  <a:cubicBezTo>
                    <a:pt x="739" y="48"/>
                    <a:pt x="679" y="13"/>
                    <a:pt x="58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 name="Google Shape;159;p2"/>
            <p:cNvSpPr/>
            <p:nvPr/>
          </p:nvSpPr>
          <p:spPr>
            <a:xfrm>
              <a:off x="6515675" y="3702325"/>
              <a:ext cx="35450" cy="33100"/>
            </a:xfrm>
            <a:custGeom>
              <a:avLst/>
              <a:gdLst/>
              <a:ahLst/>
              <a:cxnLst/>
              <a:rect l="l" t="t" r="r" b="b"/>
              <a:pathLst>
                <a:path w="1418" h="1324" extrusionOk="0">
                  <a:moveTo>
                    <a:pt x="679" y="0"/>
                  </a:moveTo>
                  <a:cubicBezTo>
                    <a:pt x="563" y="0"/>
                    <a:pt x="454" y="33"/>
                    <a:pt x="358" y="86"/>
                  </a:cubicBezTo>
                  <a:cubicBezTo>
                    <a:pt x="275" y="133"/>
                    <a:pt x="191" y="205"/>
                    <a:pt x="132" y="276"/>
                  </a:cubicBezTo>
                  <a:cubicBezTo>
                    <a:pt x="96" y="360"/>
                    <a:pt x="48" y="443"/>
                    <a:pt x="37" y="538"/>
                  </a:cubicBezTo>
                  <a:cubicBezTo>
                    <a:pt x="1" y="717"/>
                    <a:pt x="48" y="907"/>
                    <a:pt x="156" y="1038"/>
                  </a:cubicBezTo>
                  <a:cubicBezTo>
                    <a:pt x="215" y="1145"/>
                    <a:pt x="287" y="1205"/>
                    <a:pt x="370" y="1252"/>
                  </a:cubicBezTo>
                  <a:cubicBezTo>
                    <a:pt x="429" y="1276"/>
                    <a:pt x="513" y="1312"/>
                    <a:pt x="572" y="1312"/>
                  </a:cubicBezTo>
                  <a:cubicBezTo>
                    <a:pt x="608" y="1324"/>
                    <a:pt x="656" y="1324"/>
                    <a:pt x="703" y="1324"/>
                  </a:cubicBezTo>
                  <a:cubicBezTo>
                    <a:pt x="810" y="1324"/>
                    <a:pt x="894" y="1300"/>
                    <a:pt x="989" y="1252"/>
                  </a:cubicBezTo>
                  <a:cubicBezTo>
                    <a:pt x="1168" y="1157"/>
                    <a:pt x="1299" y="979"/>
                    <a:pt x="1346" y="776"/>
                  </a:cubicBezTo>
                  <a:cubicBezTo>
                    <a:pt x="1418" y="419"/>
                    <a:pt x="1168" y="62"/>
                    <a:pt x="810" y="14"/>
                  </a:cubicBezTo>
                  <a:cubicBezTo>
                    <a:pt x="766" y="5"/>
                    <a:pt x="722" y="0"/>
                    <a:pt x="679"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 name="Google Shape;160;p2"/>
            <p:cNvSpPr/>
            <p:nvPr/>
          </p:nvSpPr>
          <p:spPr>
            <a:xfrm>
              <a:off x="6265350" y="3971075"/>
              <a:ext cx="33375" cy="33075"/>
            </a:xfrm>
            <a:custGeom>
              <a:avLst/>
              <a:gdLst/>
              <a:ahLst/>
              <a:cxnLst/>
              <a:rect l="l" t="t" r="r" b="b"/>
              <a:pathLst>
                <a:path w="1335" h="1323" extrusionOk="0">
                  <a:moveTo>
                    <a:pt x="652" y="1"/>
                  </a:moveTo>
                  <a:cubicBezTo>
                    <a:pt x="556" y="1"/>
                    <a:pt x="466" y="26"/>
                    <a:pt x="382" y="51"/>
                  </a:cubicBezTo>
                  <a:cubicBezTo>
                    <a:pt x="298" y="99"/>
                    <a:pt x="227" y="158"/>
                    <a:pt x="144" y="230"/>
                  </a:cubicBezTo>
                  <a:cubicBezTo>
                    <a:pt x="84" y="289"/>
                    <a:pt x="48" y="385"/>
                    <a:pt x="24" y="468"/>
                  </a:cubicBezTo>
                  <a:cubicBezTo>
                    <a:pt x="24" y="504"/>
                    <a:pt x="13" y="516"/>
                    <a:pt x="13" y="551"/>
                  </a:cubicBezTo>
                  <a:cubicBezTo>
                    <a:pt x="1" y="623"/>
                    <a:pt x="1" y="694"/>
                    <a:pt x="13" y="766"/>
                  </a:cubicBezTo>
                  <a:cubicBezTo>
                    <a:pt x="60" y="1039"/>
                    <a:pt x="263" y="1278"/>
                    <a:pt x="548" y="1301"/>
                  </a:cubicBezTo>
                  <a:cubicBezTo>
                    <a:pt x="595" y="1316"/>
                    <a:pt x="642" y="1322"/>
                    <a:pt x="689" y="1322"/>
                  </a:cubicBezTo>
                  <a:cubicBezTo>
                    <a:pt x="759" y="1322"/>
                    <a:pt x="829" y="1306"/>
                    <a:pt x="894" y="1278"/>
                  </a:cubicBezTo>
                  <a:cubicBezTo>
                    <a:pt x="977" y="1242"/>
                    <a:pt x="1072" y="1182"/>
                    <a:pt x="1144" y="1111"/>
                  </a:cubicBezTo>
                  <a:cubicBezTo>
                    <a:pt x="1251" y="1039"/>
                    <a:pt x="1310" y="920"/>
                    <a:pt x="1322" y="789"/>
                  </a:cubicBezTo>
                  <a:cubicBezTo>
                    <a:pt x="1334" y="706"/>
                    <a:pt x="1334" y="647"/>
                    <a:pt x="1322" y="575"/>
                  </a:cubicBezTo>
                  <a:cubicBezTo>
                    <a:pt x="1310" y="468"/>
                    <a:pt x="1275" y="385"/>
                    <a:pt x="1215" y="289"/>
                  </a:cubicBezTo>
                  <a:cubicBezTo>
                    <a:pt x="1179" y="218"/>
                    <a:pt x="1096" y="147"/>
                    <a:pt x="1025" y="99"/>
                  </a:cubicBezTo>
                  <a:cubicBezTo>
                    <a:pt x="953" y="51"/>
                    <a:pt x="858" y="27"/>
                    <a:pt x="775" y="16"/>
                  </a:cubicBezTo>
                  <a:cubicBezTo>
                    <a:pt x="733" y="5"/>
                    <a:pt x="692" y="1"/>
                    <a:pt x="65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 name="Google Shape;161;p2"/>
            <p:cNvSpPr/>
            <p:nvPr/>
          </p:nvSpPr>
          <p:spPr>
            <a:xfrm>
              <a:off x="6376075" y="3733725"/>
              <a:ext cx="25025" cy="23625"/>
            </a:xfrm>
            <a:custGeom>
              <a:avLst/>
              <a:gdLst/>
              <a:ahLst/>
              <a:cxnLst/>
              <a:rect l="l" t="t" r="r" b="b"/>
              <a:pathLst>
                <a:path w="1001" h="945" extrusionOk="0">
                  <a:moveTo>
                    <a:pt x="490" y="1"/>
                  </a:moveTo>
                  <a:cubicBezTo>
                    <a:pt x="268" y="1"/>
                    <a:pt x="56" y="168"/>
                    <a:pt x="25" y="401"/>
                  </a:cubicBezTo>
                  <a:cubicBezTo>
                    <a:pt x="25" y="425"/>
                    <a:pt x="1" y="473"/>
                    <a:pt x="1" y="497"/>
                  </a:cubicBezTo>
                  <a:cubicBezTo>
                    <a:pt x="1" y="604"/>
                    <a:pt x="48" y="699"/>
                    <a:pt x="108" y="770"/>
                  </a:cubicBezTo>
                  <a:cubicBezTo>
                    <a:pt x="179" y="830"/>
                    <a:pt x="263" y="889"/>
                    <a:pt x="358" y="913"/>
                  </a:cubicBezTo>
                  <a:cubicBezTo>
                    <a:pt x="370" y="913"/>
                    <a:pt x="394" y="937"/>
                    <a:pt x="406" y="937"/>
                  </a:cubicBezTo>
                  <a:cubicBezTo>
                    <a:pt x="436" y="941"/>
                    <a:pt x="467" y="944"/>
                    <a:pt x="497" y="944"/>
                  </a:cubicBezTo>
                  <a:cubicBezTo>
                    <a:pt x="550" y="944"/>
                    <a:pt x="603" y="936"/>
                    <a:pt x="656" y="913"/>
                  </a:cubicBezTo>
                  <a:cubicBezTo>
                    <a:pt x="810" y="854"/>
                    <a:pt x="929" y="723"/>
                    <a:pt x="953" y="556"/>
                  </a:cubicBezTo>
                  <a:cubicBezTo>
                    <a:pt x="1001" y="306"/>
                    <a:pt x="834" y="56"/>
                    <a:pt x="572" y="8"/>
                  </a:cubicBezTo>
                  <a:cubicBezTo>
                    <a:pt x="545" y="3"/>
                    <a:pt x="518" y="1"/>
                    <a:pt x="49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 name="Google Shape;162;p2"/>
            <p:cNvSpPr/>
            <p:nvPr/>
          </p:nvSpPr>
          <p:spPr>
            <a:xfrm>
              <a:off x="6507050" y="3935025"/>
              <a:ext cx="26225" cy="23850"/>
            </a:xfrm>
            <a:custGeom>
              <a:avLst/>
              <a:gdLst/>
              <a:ahLst/>
              <a:cxnLst/>
              <a:rect l="l" t="t" r="r" b="b"/>
              <a:pathLst>
                <a:path w="1049" h="954" extrusionOk="0">
                  <a:moveTo>
                    <a:pt x="532" y="0"/>
                  </a:moveTo>
                  <a:cubicBezTo>
                    <a:pt x="306" y="0"/>
                    <a:pt x="103" y="169"/>
                    <a:pt x="48" y="398"/>
                  </a:cubicBezTo>
                  <a:cubicBezTo>
                    <a:pt x="1" y="648"/>
                    <a:pt x="167" y="898"/>
                    <a:pt x="441" y="946"/>
                  </a:cubicBezTo>
                  <a:cubicBezTo>
                    <a:pt x="470" y="951"/>
                    <a:pt x="498" y="954"/>
                    <a:pt x="527" y="954"/>
                  </a:cubicBezTo>
                  <a:cubicBezTo>
                    <a:pt x="746" y="954"/>
                    <a:pt x="947" y="796"/>
                    <a:pt x="989" y="565"/>
                  </a:cubicBezTo>
                  <a:cubicBezTo>
                    <a:pt x="1048" y="291"/>
                    <a:pt x="870" y="53"/>
                    <a:pt x="596" y="5"/>
                  </a:cubicBezTo>
                  <a:cubicBezTo>
                    <a:pt x="574" y="2"/>
                    <a:pt x="553" y="0"/>
                    <a:pt x="532"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 name="Google Shape;163;p2"/>
            <p:cNvSpPr/>
            <p:nvPr/>
          </p:nvSpPr>
          <p:spPr>
            <a:xfrm>
              <a:off x="5903100" y="3945425"/>
              <a:ext cx="25025" cy="23875"/>
            </a:xfrm>
            <a:custGeom>
              <a:avLst/>
              <a:gdLst/>
              <a:ahLst/>
              <a:cxnLst/>
              <a:rect l="l" t="t" r="r" b="b"/>
              <a:pathLst>
                <a:path w="1001" h="955" extrusionOk="0">
                  <a:moveTo>
                    <a:pt x="537" y="0"/>
                  </a:moveTo>
                  <a:cubicBezTo>
                    <a:pt x="497" y="0"/>
                    <a:pt x="457" y="6"/>
                    <a:pt x="417" y="6"/>
                  </a:cubicBezTo>
                  <a:cubicBezTo>
                    <a:pt x="322" y="30"/>
                    <a:pt x="227" y="89"/>
                    <a:pt x="167" y="160"/>
                  </a:cubicBezTo>
                  <a:cubicBezTo>
                    <a:pt x="108" y="220"/>
                    <a:pt x="60" y="303"/>
                    <a:pt x="48" y="399"/>
                  </a:cubicBezTo>
                  <a:cubicBezTo>
                    <a:pt x="1" y="601"/>
                    <a:pt x="120" y="815"/>
                    <a:pt x="298" y="899"/>
                  </a:cubicBezTo>
                  <a:cubicBezTo>
                    <a:pt x="346" y="922"/>
                    <a:pt x="382" y="934"/>
                    <a:pt x="441" y="946"/>
                  </a:cubicBezTo>
                  <a:cubicBezTo>
                    <a:pt x="471" y="951"/>
                    <a:pt x="500" y="954"/>
                    <a:pt x="529" y="954"/>
                  </a:cubicBezTo>
                  <a:cubicBezTo>
                    <a:pt x="570" y="954"/>
                    <a:pt x="609" y="948"/>
                    <a:pt x="644" y="934"/>
                  </a:cubicBezTo>
                  <a:cubicBezTo>
                    <a:pt x="656" y="934"/>
                    <a:pt x="679" y="922"/>
                    <a:pt x="691" y="922"/>
                  </a:cubicBezTo>
                  <a:cubicBezTo>
                    <a:pt x="798" y="887"/>
                    <a:pt x="870" y="815"/>
                    <a:pt x="929" y="720"/>
                  </a:cubicBezTo>
                  <a:cubicBezTo>
                    <a:pt x="929" y="708"/>
                    <a:pt x="941" y="696"/>
                    <a:pt x="941" y="684"/>
                  </a:cubicBezTo>
                  <a:cubicBezTo>
                    <a:pt x="953" y="637"/>
                    <a:pt x="977" y="601"/>
                    <a:pt x="989" y="541"/>
                  </a:cubicBezTo>
                  <a:cubicBezTo>
                    <a:pt x="1001" y="482"/>
                    <a:pt x="1001" y="446"/>
                    <a:pt x="989" y="387"/>
                  </a:cubicBezTo>
                  <a:cubicBezTo>
                    <a:pt x="977" y="303"/>
                    <a:pt x="941" y="232"/>
                    <a:pt x="882" y="172"/>
                  </a:cubicBezTo>
                  <a:cubicBezTo>
                    <a:pt x="810" y="101"/>
                    <a:pt x="727" y="41"/>
                    <a:pt x="596" y="6"/>
                  </a:cubicBezTo>
                  <a:cubicBezTo>
                    <a:pt x="576" y="2"/>
                    <a:pt x="556" y="0"/>
                    <a:pt x="53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 name="Google Shape;164;p2"/>
            <p:cNvSpPr/>
            <p:nvPr/>
          </p:nvSpPr>
          <p:spPr>
            <a:xfrm>
              <a:off x="5745650" y="3654300"/>
              <a:ext cx="23825" cy="23825"/>
            </a:xfrm>
            <a:custGeom>
              <a:avLst/>
              <a:gdLst/>
              <a:ahLst/>
              <a:cxnLst/>
              <a:rect l="l" t="t" r="r" b="b"/>
              <a:pathLst>
                <a:path w="953" h="953" extrusionOk="0">
                  <a:moveTo>
                    <a:pt x="471" y="0"/>
                  </a:moveTo>
                  <a:cubicBezTo>
                    <a:pt x="444" y="0"/>
                    <a:pt x="417" y="6"/>
                    <a:pt x="393" y="18"/>
                  </a:cubicBezTo>
                  <a:cubicBezTo>
                    <a:pt x="298" y="30"/>
                    <a:pt x="203" y="78"/>
                    <a:pt x="131" y="149"/>
                  </a:cubicBezTo>
                  <a:cubicBezTo>
                    <a:pt x="72" y="209"/>
                    <a:pt x="24" y="292"/>
                    <a:pt x="0" y="387"/>
                  </a:cubicBezTo>
                  <a:lnTo>
                    <a:pt x="0" y="423"/>
                  </a:lnTo>
                  <a:cubicBezTo>
                    <a:pt x="0" y="518"/>
                    <a:pt x="12" y="626"/>
                    <a:pt x="60" y="721"/>
                  </a:cubicBezTo>
                  <a:cubicBezTo>
                    <a:pt x="131" y="840"/>
                    <a:pt x="238" y="923"/>
                    <a:pt x="381" y="935"/>
                  </a:cubicBezTo>
                  <a:cubicBezTo>
                    <a:pt x="411" y="947"/>
                    <a:pt x="441" y="953"/>
                    <a:pt x="471" y="953"/>
                  </a:cubicBezTo>
                  <a:cubicBezTo>
                    <a:pt x="500" y="953"/>
                    <a:pt x="530" y="947"/>
                    <a:pt x="560" y="935"/>
                  </a:cubicBezTo>
                  <a:cubicBezTo>
                    <a:pt x="667" y="923"/>
                    <a:pt x="750" y="864"/>
                    <a:pt x="810" y="792"/>
                  </a:cubicBezTo>
                  <a:cubicBezTo>
                    <a:pt x="846" y="757"/>
                    <a:pt x="858" y="733"/>
                    <a:pt x="870" y="697"/>
                  </a:cubicBezTo>
                  <a:cubicBezTo>
                    <a:pt x="905" y="661"/>
                    <a:pt x="917" y="614"/>
                    <a:pt x="929" y="554"/>
                  </a:cubicBezTo>
                  <a:cubicBezTo>
                    <a:pt x="953" y="506"/>
                    <a:pt x="953" y="459"/>
                    <a:pt x="929" y="423"/>
                  </a:cubicBezTo>
                  <a:cubicBezTo>
                    <a:pt x="905" y="221"/>
                    <a:pt x="750" y="42"/>
                    <a:pt x="548" y="18"/>
                  </a:cubicBezTo>
                  <a:cubicBezTo>
                    <a:pt x="524" y="6"/>
                    <a:pt x="497" y="0"/>
                    <a:pt x="47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 name="Google Shape;165;p2"/>
            <p:cNvSpPr/>
            <p:nvPr/>
          </p:nvSpPr>
          <p:spPr>
            <a:xfrm>
              <a:off x="4724975" y="3627350"/>
              <a:ext cx="23850" cy="23175"/>
            </a:xfrm>
            <a:custGeom>
              <a:avLst/>
              <a:gdLst/>
              <a:ahLst/>
              <a:cxnLst/>
              <a:rect l="l" t="t" r="r" b="b"/>
              <a:pathLst>
                <a:path w="954" h="927" extrusionOk="0">
                  <a:moveTo>
                    <a:pt x="446" y="1"/>
                  </a:moveTo>
                  <a:cubicBezTo>
                    <a:pt x="336" y="1"/>
                    <a:pt x="241" y="44"/>
                    <a:pt x="168" y="108"/>
                  </a:cubicBezTo>
                  <a:cubicBezTo>
                    <a:pt x="120" y="144"/>
                    <a:pt x="84" y="191"/>
                    <a:pt x="60" y="251"/>
                  </a:cubicBezTo>
                  <a:cubicBezTo>
                    <a:pt x="48" y="287"/>
                    <a:pt x="13" y="334"/>
                    <a:pt x="13" y="382"/>
                  </a:cubicBezTo>
                  <a:cubicBezTo>
                    <a:pt x="1" y="453"/>
                    <a:pt x="1" y="513"/>
                    <a:pt x="13" y="572"/>
                  </a:cubicBezTo>
                  <a:cubicBezTo>
                    <a:pt x="60" y="751"/>
                    <a:pt x="191" y="882"/>
                    <a:pt x="382" y="918"/>
                  </a:cubicBezTo>
                  <a:cubicBezTo>
                    <a:pt x="416" y="924"/>
                    <a:pt x="450" y="926"/>
                    <a:pt x="482" y="926"/>
                  </a:cubicBezTo>
                  <a:cubicBezTo>
                    <a:pt x="581" y="926"/>
                    <a:pt x="667" y="898"/>
                    <a:pt x="739" y="834"/>
                  </a:cubicBezTo>
                  <a:cubicBezTo>
                    <a:pt x="822" y="811"/>
                    <a:pt x="882" y="739"/>
                    <a:pt x="906" y="632"/>
                  </a:cubicBezTo>
                  <a:cubicBezTo>
                    <a:pt x="918" y="608"/>
                    <a:pt x="918" y="584"/>
                    <a:pt x="918" y="561"/>
                  </a:cubicBezTo>
                  <a:cubicBezTo>
                    <a:pt x="953" y="441"/>
                    <a:pt x="918" y="334"/>
                    <a:pt x="858" y="227"/>
                  </a:cubicBezTo>
                  <a:cubicBezTo>
                    <a:pt x="799" y="132"/>
                    <a:pt x="715" y="49"/>
                    <a:pt x="596" y="25"/>
                  </a:cubicBezTo>
                  <a:cubicBezTo>
                    <a:pt x="584" y="25"/>
                    <a:pt x="560" y="13"/>
                    <a:pt x="549" y="13"/>
                  </a:cubicBezTo>
                  <a:cubicBezTo>
                    <a:pt x="513" y="5"/>
                    <a:pt x="479" y="1"/>
                    <a:pt x="44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 name="Google Shape;166;p2"/>
            <p:cNvSpPr/>
            <p:nvPr/>
          </p:nvSpPr>
          <p:spPr>
            <a:xfrm>
              <a:off x="5094675" y="3924725"/>
              <a:ext cx="25325" cy="23725"/>
            </a:xfrm>
            <a:custGeom>
              <a:avLst/>
              <a:gdLst/>
              <a:ahLst/>
              <a:cxnLst/>
              <a:rect l="l" t="t" r="r" b="b"/>
              <a:pathLst>
                <a:path w="1013" h="949" extrusionOk="0">
                  <a:moveTo>
                    <a:pt x="524" y="0"/>
                  </a:moveTo>
                  <a:cubicBezTo>
                    <a:pt x="417" y="0"/>
                    <a:pt x="334" y="36"/>
                    <a:pt x="239" y="96"/>
                  </a:cubicBezTo>
                  <a:cubicBezTo>
                    <a:pt x="131" y="167"/>
                    <a:pt x="60" y="274"/>
                    <a:pt x="48" y="393"/>
                  </a:cubicBezTo>
                  <a:cubicBezTo>
                    <a:pt x="0" y="643"/>
                    <a:pt x="167" y="893"/>
                    <a:pt x="429" y="941"/>
                  </a:cubicBezTo>
                  <a:cubicBezTo>
                    <a:pt x="459" y="946"/>
                    <a:pt x="489" y="949"/>
                    <a:pt x="518" y="949"/>
                  </a:cubicBezTo>
                  <a:cubicBezTo>
                    <a:pt x="746" y="949"/>
                    <a:pt x="946" y="792"/>
                    <a:pt x="989" y="560"/>
                  </a:cubicBezTo>
                  <a:cubicBezTo>
                    <a:pt x="1012" y="405"/>
                    <a:pt x="977" y="238"/>
                    <a:pt x="870" y="143"/>
                  </a:cubicBezTo>
                  <a:cubicBezTo>
                    <a:pt x="774" y="84"/>
                    <a:pt x="691" y="24"/>
                    <a:pt x="58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 name="Google Shape;167;p2"/>
            <p:cNvSpPr/>
            <p:nvPr/>
          </p:nvSpPr>
          <p:spPr>
            <a:xfrm>
              <a:off x="6464775" y="4572300"/>
              <a:ext cx="35450" cy="32975"/>
            </a:xfrm>
            <a:custGeom>
              <a:avLst/>
              <a:gdLst/>
              <a:ahLst/>
              <a:cxnLst/>
              <a:rect l="l" t="t" r="r" b="b"/>
              <a:pathLst>
                <a:path w="1418" h="1319" extrusionOk="0">
                  <a:moveTo>
                    <a:pt x="729" y="1"/>
                  </a:moveTo>
                  <a:cubicBezTo>
                    <a:pt x="680" y="1"/>
                    <a:pt x="630" y="9"/>
                    <a:pt x="584" y="29"/>
                  </a:cubicBezTo>
                  <a:cubicBezTo>
                    <a:pt x="525" y="41"/>
                    <a:pt x="477" y="53"/>
                    <a:pt x="418" y="89"/>
                  </a:cubicBezTo>
                  <a:cubicBezTo>
                    <a:pt x="322" y="136"/>
                    <a:pt x="251" y="208"/>
                    <a:pt x="191" y="279"/>
                  </a:cubicBezTo>
                  <a:cubicBezTo>
                    <a:pt x="132" y="351"/>
                    <a:pt x="84" y="446"/>
                    <a:pt x="72" y="553"/>
                  </a:cubicBezTo>
                  <a:cubicBezTo>
                    <a:pt x="1" y="910"/>
                    <a:pt x="251" y="1267"/>
                    <a:pt x="608" y="1303"/>
                  </a:cubicBezTo>
                  <a:cubicBezTo>
                    <a:pt x="653" y="1314"/>
                    <a:pt x="698" y="1319"/>
                    <a:pt x="743" y="1319"/>
                  </a:cubicBezTo>
                  <a:cubicBezTo>
                    <a:pt x="1051" y="1319"/>
                    <a:pt x="1328" y="1079"/>
                    <a:pt x="1370" y="767"/>
                  </a:cubicBezTo>
                  <a:cubicBezTo>
                    <a:pt x="1418" y="565"/>
                    <a:pt x="1358" y="374"/>
                    <a:pt x="1215" y="220"/>
                  </a:cubicBezTo>
                  <a:cubicBezTo>
                    <a:pt x="1180" y="160"/>
                    <a:pt x="1096" y="100"/>
                    <a:pt x="1001" y="53"/>
                  </a:cubicBezTo>
                  <a:cubicBezTo>
                    <a:pt x="953" y="41"/>
                    <a:pt x="918" y="29"/>
                    <a:pt x="882" y="17"/>
                  </a:cubicBezTo>
                  <a:lnTo>
                    <a:pt x="846" y="17"/>
                  </a:lnTo>
                  <a:cubicBezTo>
                    <a:pt x="809" y="6"/>
                    <a:pt x="769" y="1"/>
                    <a:pt x="72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 name="Google Shape;168;p2"/>
            <p:cNvSpPr/>
            <p:nvPr/>
          </p:nvSpPr>
          <p:spPr>
            <a:xfrm>
              <a:off x="6403775" y="3934525"/>
              <a:ext cx="13700" cy="13725"/>
            </a:xfrm>
            <a:custGeom>
              <a:avLst/>
              <a:gdLst/>
              <a:ahLst/>
              <a:cxnLst/>
              <a:rect l="l" t="t" r="r" b="b"/>
              <a:pathLst>
                <a:path w="548" h="549" extrusionOk="0">
                  <a:moveTo>
                    <a:pt x="295" y="0"/>
                  </a:moveTo>
                  <a:cubicBezTo>
                    <a:pt x="163" y="0"/>
                    <a:pt x="45" y="82"/>
                    <a:pt x="12" y="227"/>
                  </a:cubicBezTo>
                  <a:lnTo>
                    <a:pt x="12" y="251"/>
                  </a:lnTo>
                  <a:cubicBezTo>
                    <a:pt x="0" y="406"/>
                    <a:pt x="72" y="537"/>
                    <a:pt x="226" y="549"/>
                  </a:cubicBezTo>
                  <a:lnTo>
                    <a:pt x="250" y="549"/>
                  </a:lnTo>
                  <a:cubicBezTo>
                    <a:pt x="369" y="549"/>
                    <a:pt x="488" y="489"/>
                    <a:pt x="524" y="370"/>
                  </a:cubicBezTo>
                  <a:cubicBezTo>
                    <a:pt x="524" y="358"/>
                    <a:pt x="536" y="346"/>
                    <a:pt x="536" y="323"/>
                  </a:cubicBezTo>
                  <a:cubicBezTo>
                    <a:pt x="548" y="251"/>
                    <a:pt x="536" y="180"/>
                    <a:pt x="488" y="120"/>
                  </a:cubicBezTo>
                  <a:cubicBezTo>
                    <a:pt x="476" y="108"/>
                    <a:pt x="453" y="73"/>
                    <a:pt x="441" y="61"/>
                  </a:cubicBezTo>
                  <a:cubicBezTo>
                    <a:pt x="417" y="25"/>
                    <a:pt x="369" y="13"/>
                    <a:pt x="322" y="1"/>
                  </a:cubicBezTo>
                  <a:cubicBezTo>
                    <a:pt x="313" y="0"/>
                    <a:pt x="304" y="0"/>
                    <a:pt x="29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 name="Google Shape;169;p2"/>
            <p:cNvSpPr/>
            <p:nvPr/>
          </p:nvSpPr>
          <p:spPr>
            <a:xfrm>
              <a:off x="6161475" y="3834275"/>
              <a:ext cx="13725" cy="13075"/>
            </a:xfrm>
            <a:custGeom>
              <a:avLst/>
              <a:gdLst/>
              <a:ahLst/>
              <a:cxnLst/>
              <a:rect l="l" t="t" r="r" b="b"/>
              <a:pathLst>
                <a:path w="549" h="523" extrusionOk="0">
                  <a:moveTo>
                    <a:pt x="255" y="1"/>
                  </a:moveTo>
                  <a:cubicBezTo>
                    <a:pt x="211" y="1"/>
                    <a:pt x="165" y="18"/>
                    <a:pt x="131" y="35"/>
                  </a:cubicBezTo>
                  <a:cubicBezTo>
                    <a:pt x="60" y="70"/>
                    <a:pt x="0" y="142"/>
                    <a:pt x="0" y="213"/>
                  </a:cubicBezTo>
                  <a:lnTo>
                    <a:pt x="0" y="332"/>
                  </a:lnTo>
                  <a:lnTo>
                    <a:pt x="0" y="344"/>
                  </a:lnTo>
                  <a:cubicBezTo>
                    <a:pt x="36" y="439"/>
                    <a:pt x="108" y="511"/>
                    <a:pt x="215" y="523"/>
                  </a:cubicBezTo>
                  <a:lnTo>
                    <a:pt x="334" y="523"/>
                  </a:lnTo>
                  <a:cubicBezTo>
                    <a:pt x="358" y="511"/>
                    <a:pt x="405" y="499"/>
                    <a:pt x="429" y="487"/>
                  </a:cubicBezTo>
                  <a:cubicBezTo>
                    <a:pt x="489" y="439"/>
                    <a:pt x="524" y="380"/>
                    <a:pt x="536" y="320"/>
                  </a:cubicBezTo>
                  <a:cubicBezTo>
                    <a:pt x="548" y="249"/>
                    <a:pt x="536" y="189"/>
                    <a:pt x="512" y="142"/>
                  </a:cubicBezTo>
                  <a:cubicBezTo>
                    <a:pt x="465" y="70"/>
                    <a:pt x="405" y="23"/>
                    <a:pt x="310" y="11"/>
                  </a:cubicBezTo>
                  <a:cubicBezTo>
                    <a:pt x="293" y="4"/>
                    <a:pt x="274" y="1"/>
                    <a:pt x="25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 name="Google Shape;170;p2"/>
            <p:cNvSpPr/>
            <p:nvPr/>
          </p:nvSpPr>
          <p:spPr>
            <a:xfrm>
              <a:off x="6281425" y="3778100"/>
              <a:ext cx="13425" cy="13675"/>
            </a:xfrm>
            <a:custGeom>
              <a:avLst/>
              <a:gdLst/>
              <a:ahLst/>
              <a:cxnLst/>
              <a:rect l="l" t="t" r="r" b="b"/>
              <a:pathLst>
                <a:path w="537" h="547" extrusionOk="0">
                  <a:moveTo>
                    <a:pt x="266" y="1"/>
                  </a:moveTo>
                  <a:cubicBezTo>
                    <a:pt x="144" y="1"/>
                    <a:pt x="33" y="99"/>
                    <a:pt x="13" y="234"/>
                  </a:cubicBezTo>
                  <a:cubicBezTo>
                    <a:pt x="1" y="305"/>
                    <a:pt x="13" y="365"/>
                    <a:pt x="60" y="424"/>
                  </a:cubicBezTo>
                  <a:cubicBezTo>
                    <a:pt x="84" y="484"/>
                    <a:pt x="143" y="531"/>
                    <a:pt x="215" y="543"/>
                  </a:cubicBezTo>
                  <a:cubicBezTo>
                    <a:pt x="231" y="546"/>
                    <a:pt x="247" y="547"/>
                    <a:pt x="262" y="547"/>
                  </a:cubicBezTo>
                  <a:cubicBezTo>
                    <a:pt x="398" y="547"/>
                    <a:pt x="515" y="456"/>
                    <a:pt x="536" y="317"/>
                  </a:cubicBezTo>
                  <a:lnTo>
                    <a:pt x="536" y="198"/>
                  </a:lnTo>
                  <a:cubicBezTo>
                    <a:pt x="501" y="91"/>
                    <a:pt x="429" y="19"/>
                    <a:pt x="322" y="7"/>
                  </a:cubicBezTo>
                  <a:cubicBezTo>
                    <a:pt x="303" y="3"/>
                    <a:pt x="285" y="1"/>
                    <a:pt x="26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 name="Google Shape;171;p2"/>
            <p:cNvSpPr/>
            <p:nvPr/>
          </p:nvSpPr>
          <p:spPr>
            <a:xfrm>
              <a:off x="5725700" y="3689500"/>
              <a:ext cx="14625" cy="13575"/>
            </a:xfrm>
            <a:custGeom>
              <a:avLst/>
              <a:gdLst/>
              <a:ahLst/>
              <a:cxnLst/>
              <a:rect l="l" t="t" r="r" b="b"/>
              <a:pathLst>
                <a:path w="585" h="543" extrusionOk="0">
                  <a:moveTo>
                    <a:pt x="305" y="0"/>
                  </a:moveTo>
                  <a:cubicBezTo>
                    <a:pt x="175" y="0"/>
                    <a:pt x="47" y="100"/>
                    <a:pt x="36" y="230"/>
                  </a:cubicBezTo>
                  <a:cubicBezTo>
                    <a:pt x="1" y="384"/>
                    <a:pt x="108" y="527"/>
                    <a:pt x="263" y="539"/>
                  </a:cubicBezTo>
                  <a:cubicBezTo>
                    <a:pt x="277" y="542"/>
                    <a:pt x="292" y="543"/>
                    <a:pt x="307" y="543"/>
                  </a:cubicBezTo>
                  <a:cubicBezTo>
                    <a:pt x="436" y="543"/>
                    <a:pt x="561" y="453"/>
                    <a:pt x="572" y="325"/>
                  </a:cubicBezTo>
                  <a:cubicBezTo>
                    <a:pt x="584" y="182"/>
                    <a:pt x="501" y="39"/>
                    <a:pt x="346" y="3"/>
                  </a:cubicBezTo>
                  <a:cubicBezTo>
                    <a:pt x="332" y="1"/>
                    <a:pt x="319" y="0"/>
                    <a:pt x="30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 name="Google Shape;172;p2"/>
            <p:cNvSpPr/>
            <p:nvPr/>
          </p:nvSpPr>
          <p:spPr>
            <a:xfrm>
              <a:off x="5008050" y="3646000"/>
              <a:ext cx="14325" cy="13600"/>
            </a:xfrm>
            <a:custGeom>
              <a:avLst/>
              <a:gdLst/>
              <a:ahLst/>
              <a:cxnLst/>
              <a:rect l="l" t="t" r="r" b="b"/>
              <a:pathLst>
                <a:path w="573" h="544" extrusionOk="0">
                  <a:moveTo>
                    <a:pt x="295" y="1"/>
                  </a:moveTo>
                  <a:cubicBezTo>
                    <a:pt x="233" y="1"/>
                    <a:pt x="166" y="18"/>
                    <a:pt x="120" y="65"/>
                  </a:cubicBezTo>
                  <a:cubicBezTo>
                    <a:pt x="96" y="88"/>
                    <a:pt x="60" y="124"/>
                    <a:pt x="48" y="148"/>
                  </a:cubicBezTo>
                  <a:cubicBezTo>
                    <a:pt x="36" y="172"/>
                    <a:pt x="36" y="196"/>
                    <a:pt x="13" y="231"/>
                  </a:cubicBezTo>
                  <a:cubicBezTo>
                    <a:pt x="1" y="315"/>
                    <a:pt x="36" y="386"/>
                    <a:pt x="72" y="446"/>
                  </a:cubicBezTo>
                  <a:cubicBezTo>
                    <a:pt x="120" y="493"/>
                    <a:pt x="167" y="529"/>
                    <a:pt x="239" y="541"/>
                  </a:cubicBezTo>
                  <a:lnTo>
                    <a:pt x="275" y="541"/>
                  </a:lnTo>
                  <a:cubicBezTo>
                    <a:pt x="286" y="542"/>
                    <a:pt x="298" y="543"/>
                    <a:pt x="310" y="543"/>
                  </a:cubicBezTo>
                  <a:cubicBezTo>
                    <a:pt x="393" y="543"/>
                    <a:pt x="471" y="507"/>
                    <a:pt x="513" y="434"/>
                  </a:cubicBezTo>
                  <a:cubicBezTo>
                    <a:pt x="536" y="410"/>
                    <a:pt x="548" y="362"/>
                    <a:pt x="548" y="327"/>
                  </a:cubicBezTo>
                  <a:cubicBezTo>
                    <a:pt x="572" y="291"/>
                    <a:pt x="548" y="231"/>
                    <a:pt x="536" y="184"/>
                  </a:cubicBezTo>
                  <a:cubicBezTo>
                    <a:pt x="525" y="124"/>
                    <a:pt x="477" y="65"/>
                    <a:pt x="417" y="29"/>
                  </a:cubicBezTo>
                  <a:cubicBezTo>
                    <a:pt x="394" y="17"/>
                    <a:pt x="370" y="5"/>
                    <a:pt x="346" y="5"/>
                  </a:cubicBezTo>
                  <a:cubicBezTo>
                    <a:pt x="330" y="2"/>
                    <a:pt x="313" y="1"/>
                    <a:pt x="29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 name="Google Shape;173;p2"/>
            <p:cNvSpPr/>
            <p:nvPr/>
          </p:nvSpPr>
          <p:spPr>
            <a:xfrm>
              <a:off x="5802500" y="3765075"/>
              <a:ext cx="14600" cy="13325"/>
            </a:xfrm>
            <a:custGeom>
              <a:avLst/>
              <a:gdLst/>
              <a:ahLst/>
              <a:cxnLst/>
              <a:rect l="l" t="t" r="r" b="b"/>
              <a:pathLst>
                <a:path w="584" h="533" extrusionOk="0">
                  <a:moveTo>
                    <a:pt x="272" y="0"/>
                  </a:moveTo>
                  <a:cubicBezTo>
                    <a:pt x="159" y="0"/>
                    <a:pt x="54" y="69"/>
                    <a:pt x="12" y="183"/>
                  </a:cubicBezTo>
                  <a:cubicBezTo>
                    <a:pt x="12" y="195"/>
                    <a:pt x="0" y="219"/>
                    <a:pt x="0" y="219"/>
                  </a:cubicBezTo>
                  <a:cubicBezTo>
                    <a:pt x="0" y="362"/>
                    <a:pt x="84" y="517"/>
                    <a:pt x="239" y="528"/>
                  </a:cubicBezTo>
                  <a:cubicBezTo>
                    <a:pt x="255" y="531"/>
                    <a:pt x="273" y="533"/>
                    <a:pt x="291" y="533"/>
                  </a:cubicBezTo>
                  <a:cubicBezTo>
                    <a:pt x="347" y="533"/>
                    <a:pt x="405" y="517"/>
                    <a:pt x="441" y="481"/>
                  </a:cubicBezTo>
                  <a:cubicBezTo>
                    <a:pt x="489" y="433"/>
                    <a:pt x="536" y="397"/>
                    <a:pt x="548" y="314"/>
                  </a:cubicBezTo>
                  <a:cubicBezTo>
                    <a:pt x="584" y="171"/>
                    <a:pt x="489" y="40"/>
                    <a:pt x="346" y="5"/>
                  </a:cubicBezTo>
                  <a:lnTo>
                    <a:pt x="322" y="5"/>
                  </a:lnTo>
                  <a:cubicBezTo>
                    <a:pt x="305" y="1"/>
                    <a:pt x="288" y="0"/>
                    <a:pt x="272"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 name="Google Shape;174;p2"/>
            <p:cNvSpPr/>
            <p:nvPr/>
          </p:nvSpPr>
          <p:spPr>
            <a:xfrm>
              <a:off x="6023950" y="3621525"/>
              <a:ext cx="14325" cy="13675"/>
            </a:xfrm>
            <a:custGeom>
              <a:avLst/>
              <a:gdLst/>
              <a:ahLst/>
              <a:cxnLst/>
              <a:rect l="l" t="t" r="r" b="b"/>
              <a:pathLst>
                <a:path w="573" h="547" extrusionOk="0">
                  <a:moveTo>
                    <a:pt x="262" y="1"/>
                  </a:moveTo>
                  <a:cubicBezTo>
                    <a:pt x="132" y="1"/>
                    <a:pt x="23" y="98"/>
                    <a:pt x="13" y="222"/>
                  </a:cubicBezTo>
                  <a:cubicBezTo>
                    <a:pt x="1" y="377"/>
                    <a:pt x="72" y="520"/>
                    <a:pt x="239" y="544"/>
                  </a:cubicBezTo>
                  <a:cubicBezTo>
                    <a:pt x="252" y="546"/>
                    <a:pt x="266" y="547"/>
                    <a:pt x="279" y="547"/>
                  </a:cubicBezTo>
                  <a:cubicBezTo>
                    <a:pt x="410" y="547"/>
                    <a:pt x="538" y="447"/>
                    <a:pt x="548" y="317"/>
                  </a:cubicBezTo>
                  <a:cubicBezTo>
                    <a:pt x="572" y="163"/>
                    <a:pt x="465" y="20"/>
                    <a:pt x="322" y="8"/>
                  </a:cubicBezTo>
                  <a:cubicBezTo>
                    <a:pt x="302" y="3"/>
                    <a:pt x="282" y="1"/>
                    <a:pt x="26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175;p2"/>
            <p:cNvSpPr/>
            <p:nvPr/>
          </p:nvSpPr>
          <p:spPr>
            <a:xfrm>
              <a:off x="5716175" y="3810850"/>
              <a:ext cx="13725" cy="13675"/>
            </a:xfrm>
            <a:custGeom>
              <a:avLst/>
              <a:gdLst/>
              <a:ahLst/>
              <a:cxnLst/>
              <a:rect l="l" t="t" r="r" b="b"/>
              <a:pathLst>
                <a:path w="549" h="547" extrusionOk="0">
                  <a:moveTo>
                    <a:pt x="266" y="0"/>
                  </a:moveTo>
                  <a:cubicBezTo>
                    <a:pt x="141" y="0"/>
                    <a:pt x="23" y="99"/>
                    <a:pt x="13" y="233"/>
                  </a:cubicBezTo>
                  <a:lnTo>
                    <a:pt x="13" y="257"/>
                  </a:lnTo>
                  <a:cubicBezTo>
                    <a:pt x="1" y="388"/>
                    <a:pt x="84" y="507"/>
                    <a:pt x="227" y="543"/>
                  </a:cubicBezTo>
                  <a:cubicBezTo>
                    <a:pt x="242" y="545"/>
                    <a:pt x="256" y="547"/>
                    <a:pt x="271" y="547"/>
                  </a:cubicBezTo>
                  <a:cubicBezTo>
                    <a:pt x="400" y="547"/>
                    <a:pt x="526" y="456"/>
                    <a:pt x="536" y="317"/>
                  </a:cubicBezTo>
                  <a:cubicBezTo>
                    <a:pt x="548" y="198"/>
                    <a:pt x="501" y="79"/>
                    <a:pt x="394" y="31"/>
                  </a:cubicBezTo>
                  <a:cubicBezTo>
                    <a:pt x="370" y="19"/>
                    <a:pt x="358" y="7"/>
                    <a:pt x="322" y="7"/>
                  </a:cubicBezTo>
                  <a:cubicBezTo>
                    <a:pt x="303" y="2"/>
                    <a:pt x="285" y="0"/>
                    <a:pt x="26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6"/>
        <p:cNvGrpSpPr/>
        <p:nvPr/>
      </p:nvGrpSpPr>
      <p:grpSpPr>
        <a:xfrm>
          <a:off x="0" y="0"/>
          <a:ext cx="0" cy="0"/>
          <a:chOff x="0" y="0"/>
          <a:chExt cx="0" cy="0"/>
        </a:xfrm>
      </p:grpSpPr>
      <p:grpSp>
        <p:nvGrpSpPr>
          <p:cNvPr id="177" name="Google Shape;177;p3"/>
          <p:cNvGrpSpPr/>
          <p:nvPr/>
        </p:nvGrpSpPr>
        <p:grpSpPr>
          <a:xfrm>
            <a:off x="4738143" y="3686402"/>
            <a:ext cx="4405850" cy="1428689"/>
            <a:chOff x="800100" y="2815500"/>
            <a:chExt cx="1339775" cy="434450"/>
          </a:xfrm>
        </p:grpSpPr>
        <p:sp>
          <p:nvSpPr>
            <p:cNvPr id="178" name="Google Shape;178;p3"/>
            <p:cNvSpPr/>
            <p:nvPr/>
          </p:nvSpPr>
          <p:spPr>
            <a:xfrm>
              <a:off x="1376350" y="3185050"/>
              <a:ext cx="122650" cy="64600"/>
            </a:xfrm>
            <a:custGeom>
              <a:avLst/>
              <a:gdLst/>
              <a:ahLst/>
              <a:cxnLst/>
              <a:rect l="l" t="t" r="r" b="b"/>
              <a:pathLst>
                <a:path w="4906" h="2584" extrusionOk="0">
                  <a:moveTo>
                    <a:pt x="4775" y="0"/>
                  </a:moveTo>
                  <a:lnTo>
                    <a:pt x="1" y="2489"/>
                  </a:lnTo>
                  <a:lnTo>
                    <a:pt x="1" y="2584"/>
                  </a:lnTo>
                  <a:lnTo>
                    <a:pt x="393" y="2584"/>
                  </a:lnTo>
                  <a:lnTo>
                    <a:pt x="4906" y="238"/>
                  </a:lnTo>
                  <a:cubicBezTo>
                    <a:pt x="4834" y="179"/>
                    <a:pt x="4787" y="96"/>
                    <a:pt x="477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 name="Google Shape;179;p3"/>
            <p:cNvSpPr/>
            <p:nvPr/>
          </p:nvSpPr>
          <p:spPr>
            <a:xfrm>
              <a:off x="800100" y="2952275"/>
              <a:ext cx="104775" cy="297100"/>
            </a:xfrm>
            <a:custGeom>
              <a:avLst/>
              <a:gdLst/>
              <a:ahLst/>
              <a:cxnLst/>
              <a:rect l="l" t="t" r="r" b="b"/>
              <a:pathLst>
                <a:path w="4191" h="11884" extrusionOk="0">
                  <a:moveTo>
                    <a:pt x="3929" y="1"/>
                  </a:moveTo>
                  <a:lnTo>
                    <a:pt x="0" y="11883"/>
                  </a:lnTo>
                  <a:lnTo>
                    <a:pt x="274" y="11883"/>
                  </a:lnTo>
                  <a:lnTo>
                    <a:pt x="4191" y="24"/>
                  </a:lnTo>
                  <a:lnTo>
                    <a:pt x="4191" y="24"/>
                  </a:lnTo>
                  <a:cubicBezTo>
                    <a:pt x="4167" y="48"/>
                    <a:pt x="4131" y="60"/>
                    <a:pt x="4108" y="60"/>
                  </a:cubicBezTo>
                  <a:cubicBezTo>
                    <a:pt x="4096" y="62"/>
                    <a:pt x="4086" y="63"/>
                    <a:pt x="4075" y="63"/>
                  </a:cubicBezTo>
                  <a:cubicBezTo>
                    <a:pt x="4009" y="63"/>
                    <a:pt x="3960" y="32"/>
                    <a:pt x="392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 name="Google Shape;180;p3"/>
            <p:cNvSpPr/>
            <p:nvPr/>
          </p:nvSpPr>
          <p:spPr>
            <a:xfrm>
              <a:off x="904875" y="2946325"/>
              <a:ext cx="142600" cy="33075"/>
            </a:xfrm>
            <a:custGeom>
              <a:avLst/>
              <a:gdLst/>
              <a:ahLst/>
              <a:cxnLst/>
              <a:rect l="l" t="t" r="r" b="b"/>
              <a:pathLst>
                <a:path w="5704" h="1323" extrusionOk="0">
                  <a:moveTo>
                    <a:pt x="71" y="1"/>
                  </a:moveTo>
                  <a:cubicBezTo>
                    <a:pt x="71" y="12"/>
                    <a:pt x="95" y="24"/>
                    <a:pt x="95" y="36"/>
                  </a:cubicBezTo>
                  <a:cubicBezTo>
                    <a:pt x="107" y="131"/>
                    <a:pt x="60" y="203"/>
                    <a:pt x="0" y="251"/>
                  </a:cubicBezTo>
                  <a:lnTo>
                    <a:pt x="5632" y="1322"/>
                  </a:lnTo>
                  <a:cubicBezTo>
                    <a:pt x="5632" y="1215"/>
                    <a:pt x="5655" y="1132"/>
                    <a:pt x="5703" y="1060"/>
                  </a:cubicBezTo>
                  <a:lnTo>
                    <a:pt x="7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 name="Google Shape;181;p3"/>
            <p:cNvSpPr/>
            <p:nvPr/>
          </p:nvSpPr>
          <p:spPr>
            <a:xfrm>
              <a:off x="1048625" y="3121050"/>
              <a:ext cx="184275" cy="128900"/>
            </a:xfrm>
            <a:custGeom>
              <a:avLst/>
              <a:gdLst/>
              <a:ahLst/>
              <a:cxnLst/>
              <a:rect l="l" t="t" r="r" b="b"/>
              <a:pathLst>
                <a:path w="7371" h="5156" extrusionOk="0">
                  <a:moveTo>
                    <a:pt x="7240" y="0"/>
                  </a:moveTo>
                  <a:lnTo>
                    <a:pt x="1" y="5156"/>
                  </a:lnTo>
                  <a:lnTo>
                    <a:pt x="477" y="5156"/>
                  </a:lnTo>
                  <a:lnTo>
                    <a:pt x="7371" y="262"/>
                  </a:lnTo>
                  <a:cubicBezTo>
                    <a:pt x="7359" y="215"/>
                    <a:pt x="7359" y="203"/>
                    <a:pt x="7359" y="179"/>
                  </a:cubicBezTo>
                  <a:cubicBezTo>
                    <a:pt x="7299" y="155"/>
                    <a:pt x="7240" y="72"/>
                    <a:pt x="724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 name="Google Shape;182;p3"/>
            <p:cNvSpPr/>
            <p:nvPr/>
          </p:nvSpPr>
          <p:spPr>
            <a:xfrm>
              <a:off x="1033150" y="2989475"/>
              <a:ext cx="25925" cy="257800"/>
            </a:xfrm>
            <a:custGeom>
              <a:avLst/>
              <a:gdLst/>
              <a:ahLst/>
              <a:cxnLst/>
              <a:rect l="l" t="t" r="r" b="b"/>
              <a:pathLst>
                <a:path w="1037" h="10312" extrusionOk="0">
                  <a:moveTo>
                    <a:pt x="751" y="1"/>
                  </a:moveTo>
                  <a:lnTo>
                    <a:pt x="1" y="10300"/>
                  </a:lnTo>
                  <a:lnTo>
                    <a:pt x="24" y="10300"/>
                  </a:lnTo>
                  <a:cubicBezTo>
                    <a:pt x="49" y="10296"/>
                    <a:pt x="73" y="10295"/>
                    <a:pt x="98" y="10295"/>
                  </a:cubicBezTo>
                  <a:cubicBezTo>
                    <a:pt x="158" y="10295"/>
                    <a:pt x="219" y="10303"/>
                    <a:pt x="286" y="10312"/>
                  </a:cubicBezTo>
                  <a:lnTo>
                    <a:pt x="1036" y="49"/>
                  </a:lnTo>
                  <a:lnTo>
                    <a:pt x="1013" y="49"/>
                  </a:lnTo>
                  <a:cubicBezTo>
                    <a:pt x="917" y="49"/>
                    <a:pt x="822" y="25"/>
                    <a:pt x="75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 name="Google Shape;183;p3"/>
            <p:cNvSpPr/>
            <p:nvPr/>
          </p:nvSpPr>
          <p:spPr>
            <a:xfrm>
              <a:off x="1053400" y="2846600"/>
              <a:ext cx="15500" cy="122375"/>
            </a:xfrm>
            <a:custGeom>
              <a:avLst/>
              <a:gdLst/>
              <a:ahLst/>
              <a:cxnLst/>
              <a:rect l="l" t="t" r="r" b="b"/>
              <a:pathLst>
                <a:path w="620" h="4895" extrusionOk="0">
                  <a:moveTo>
                    <a:pt x="357" y="1"/>
                  </a:moveTo>
                  <a:lnTo>
                    <a:pt x="0" y="4894"/>
                  </a:lnTo>
                  <a:cubicBezTo>
                    <a:pt x="24" y="4882"/>
                    <a:pt x="48" y="4882"/>
                    <a:pt x="72" y="4882"/>
                  </a:cubicBezTo>
                  <a:cubicBezTo>
                    <a:pt x="89" y="4879"/>
                    <a:pt x="108" y="4878"/>
                    <a:pt x="126" y="4878"/>
                  </a:cubicBezTo>
                  <a:cubicBezTo>
                    <a:pt x="172" y="4878"/>
                    <a:pt x="220" y="4886"/>
                    <a:pt x="262" y="4894"/>
                  </a:cubicBezTo>
                  <a:lnTo>
                    <a:pt x="619" y="1"/>
                  </a:lnTo>
                  <a:cubicBezTo>
                    <a:pt x="607" y="1"/>
                    <a:pt x="596" y="1"/>
                    <a:pt x="584" y="13"/>
                  </a:cubicBezTo>
                  <a:cubicBezTo>
                    <a:pt x="549" y="18"/>
                    <a:pt x="515" y="21"/>
                    <a:pt x="482" y="21"/>
                  </a:cubicBezTo>
                  <a:cubicBezTo>
                    <a:pt x="435" y="21"/>
                    <a:pt x="392" y="15"/>
                    <a:pt x="35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 name="Google Shape;184;p3"/>
            <p:cNvSpPr/>
            <p:nvPr/>
          </p:nvSpPr>
          <p:spPr>
            <a:xfrm>
              <a:off x="1066500" y="2977275"/>
              <a:ext cx="92300" cy="25925"/>
            </a:xfrm>
            <a:custGeom>
              <a:avLst/>
              <a:gdLst/>
              <a:ahLst/>
              <a:cxnLst/>
              <a:rect l="l" t="t" r="r" b="b"/>
              <a:pathLst>
                <a:path w="3692" h="1037" extrusionOk="0">
                  <a:moveTo>
                    <a:pt x="24" y="1"/>
                  </a:moveTo>
                  <a:lnTo>
                    <a:pt x="24" y="25"/>
                  </a:lnTo>
                  <a:cubicBezTo>
                    <a:pt x="36" y="120"/>
                    <a:pt x="24" y="203"/>
                    <a:pt x="0" y="275"/>
                  </a:cubicBezTo>
                  <a:lnTo>
                    <a:pt x="3655" y="1037"/>
                  </a:lnTo>
                  <a:lnTo>
                    <a:pt x="3655" y="1013"/>
                  </a:lnTo>
                  <a:cubicBezTo>
                    <a:pt x="3643" y="918"/>
                    <a:pt x="3643" y="834"/>
                    <a:pt x="3691" y="751"/>
                  </a:cubicBezTo>
                  <a:lnTo>
                    <a:pt x="2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 name="Google Shape;185;p3"/>
            <p:cNvSpPr/>
            <p:nvPr/>
          </p:nvSpPr>
          <p:spPr>
            <a:xfrm>
              <a:off x="1237650" y="3057050"/>
              <a:ext cx="96150" cy="61950"/>
            </a:xfrm>
            <a:custGeom>
              <a:avLst/>
              <a:gdLst/>
              <a:ahLst/>
              <a:cxnLst/>
              <a:rect l="l" t="t" r="r" b="b"/>
              <a:pathLst>
                <a:path w="3846" h="2478" extrusionOk="0">
                  <a:moveTo>
                    <a:pt x="3715" y="1"/>
                  </a:moveTo>
                  <a:lnTo>
                    <a:pt x="0" y="2263"/>
                  </a:lnTo>
                  <a:cubicBezTo>
                    <a:pt x="84" y="2287"/>
                    <a:pt x="179" y="2370"/>
                    <a:pt x="191" y="2477"/>
                  </a:cubicBezTo>
                  <a:lnTo>
                    <a:pt x="3846" y="239"/>
                  </a:lnTo>
                  <a:cubicBezTo>
                    <a:pt x="3786" y="167"/>
                    <a:pt x="3751" y="96"/>
                    <a:pt x="371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 name="Google Shape;186;p3"/>
            <p:cNvSpPr/>
            <p:nvPr/>
          </p:nvSpPr>
          <p:spPr>
            <a:xfrm>
              <a:off x="1071550" y="2841850"/>
              <a:ext cx="93775" cy="152425"/>
            </a:xfrm>
            <a:custGeom>
              <a:avLst/>
              <a:gdLst/>
              <a:ahLst/>
              <a:cxnLst/>
              <a:rect l="l" t="t" r="r" b="b"/>
              <a:pathLst>
                <a:path w="3751" h="6097" extrusionOk="0">
                  <a:moveTo>
                    <a:pt x="227" y="0"/>
                  </a:moveTo>
                  <a:cubicBezTo>
                    <a:pt x="167" y="60"/>
                    <a:pt x="96" y="119"/>
                    <a:pt x="1" y="143"/>
                  </a:cubicBezTo>
                  <a:lnTo>
                    <a:pt x="3525" y="6096"/>
                  </a:lnTo>
                  <a:cubicBezTo>
                    <a:pt x="3584" y="6025"/>
                    <a:pt x="3668" y="5965"/>
                    <a:pt x="3751" y="5930"/>
                  </a:cubicBezTo>
                  <a:lnTo>
                    <a:pt x="22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 name="Google Shape;187;p3"/>
            <p:cNvSpPr/>
            <p:nvPr/>
          </p:nvSpPr>
          <p:spPr>
            <a:xfrm>
              <a:off x="1169475" y="3008825"/>
              <a:ext cx="65525" cy="109275"/>
            </a:xfrm>
            <a:custGeom>
              <a:avLst/>
              <a:gdLst/>
              <a:ahLst/>
              <a:cxnLst/>
              <a:rect l="l" t="t" r="r" b="b"/>
              <a:pathLst>
                <a:path w="2621" h="4371" extrusionOk="0">
                  <a:moveTo>
                    <a:pt x="251" y="1"/>
                  </a:moveTo>
                  <a:cubicBezTo>
                    <a:pt x="191" y="60"/>
                    <a:pt x="108" y="84"/>
                    <a:pt x="13" y="108"/>
                  </a:cubicBezTo>
                  <a:lnTo>
                    <a:pt x="1" y="108"/>
                  </a:lnTo>
                  <a:lnTo>
                    <a:pt x="2406" y="4370"/>
                  </a:lnTo>
                  <a:cubicBezTo>
                    <a:pt x="2441" y="4287"/>
                    <a:pt x="2513" y="4216"/>
                    <a:pt x="2620" y="4192"/>
                  </a:cubicBezTo>
                  <a:lnTo>
                    <a:pt x="25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 name="Google Shape;188;p3"/>
            <p:cNvSpPr/>
            <p:nvPr/>
          </p:nvSpPr>
          <p:spPr>
            <a:xfrm>
              <a:off x="1232575" y="3125225"/>
              <a:ext cx="48550" cy="124150"/>
            </a:xfrm>
            <a:custGeom>
              <a:avLst/>
              <a:gdLst/>
              <a:ahLst/>
              <a:cxnLst/>
              <a:rect l="l" t="t" r="r" b="b"/>
              <a:pathLst>
                <a:path w="1942" h="4966" extrusionOk="0">
                  <a:moveTo>
                    <a:pt x="275" y="0"/>
                  </a:moveTo>
                  <a:cubicBezTo>
                    <a:pt x="239" y="12"/>
                    <a:pt x="215" y="36"/>
                    <a:pt x="167" y="48"/>
                  </a:cubicBezTo>
                  <a:cubicBezTo>
                    <a:pt x="108" y="48"/>
                    <a:pt x="48" y="36"/>
                    <a:pt x="1" y="12"/>
                  </a:cubicBezTo>
                  <a:lnTo>
                    <a:pt x="1" y="72"/>
                  </a:lnTo>
                  <a:lnTo>
                    <a:pt x="1656" y="4965"/>
                  </a:lnTo>
                  <a:lnTo>
                    <a:pt x="1942" y="4965"/>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 name="Google Shape;189;p3"/>
            <p:cNvSpPr/>
            <p:nvPr/>
          </p:nvSpPr>
          <p:spPr>
            <a:xfrm>
              <a:off x="1356400" y="3074925"/>
              <a:ext cx="20275" cy="174450"/>
            </a:xfrm>
            <a:custGeom>
              <a:avLst/>
              <a:gdLst/>
              <a:ahLst/>
              <a:cxnLst/>
              <a:rect l="l" t="t" r="r" b="b"/>
              <a:pathLst>
                <a:path w="811" h="6978" extrusionOk="0">
                  <a:moveTo>
                    <a:pt x="275" y="0"/>
                  </a:moveTo>
                  <a:cubicBezTo>
                    <a:pt x="273" y="0"/>
                    <a:pt x="272" y="0"/>
                    <a:pt x="271" y="1"/>
                  </a:cubicBezTo>
                  <a:lnTo>
                    <a:pt x="271" y="1"/>
                  </a:lnTo>
                  <a:cubicBezTo>
                    <a:pt x="166" y="24"/>
                    <a:pt x="83" y="24"/>
                    <a:pt x="1" y="24"/>
                  </a:cubicBezTo>
                  <a:lnTo>
                    <a:pt x="548" y="6977"/>
                  </a:lnTo>
                  <a:lnTo>
                    <a:pt x="810" y="6977"/>
                  </a:lnTo>
                  <a:lnTo>
                    <a:pt x="810" y="6894"/>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 name="Google Shape;190;p3"/>
            <p:cNvSpPr/>
            <p:nvPr/>
          </p:nvSpPr>
          <p:spPr>
            <a:xfrm>
              <a:off x="1378125" y="3063600"/>
              <a:ext cx="123575" cy="114025"/>
            </a:xfrm>
            <a:custGeom>
              <a:avLst/>
              <a:gdLst/>
              <a:ahLst/>
              <a:cxnLst/>
              <a:rect l="l" t="t" r="r" b="b"/>
              <a:pathLst>
                <a:path w="4943" h="4561" extrusionOk="0">
                  <a:moveTo>
                    <a:pt x="191" y="1"/>
                  </a:moveTo>
                  <a:cubicBezTo>
                    <a:pt x="132" y="72"/>
                    <a:pt x="60" y="143"/>
                    <a:pt x="1" y="191"/>
                  </a:cubicBezTo>
                  <a:lnTo>
                    <a:pt x="4752" y="4561"/>
                  </a:lnTo>
                  <a:cubicBezTo>
                    <a:pt x="4799" y="4477"/>
                    <a:pt x="4847" y="4418"/>
                    <a:pt x="4942" y="4370"/>
                  </a:cubicBezTo>
                  <a:lnTo>
                    <a:pt x="19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 name="Google Shape;191;p3"/>
            <p:cNvSpPr/>
            <p:nvPr/>
          </p:nvSpPr>
          <p:spPr>
            <a:xfrm>
              <a:off x="1512075" y="3187125"/>
              <a:ext cx="68200" cy="62250"/>
            </a:xfrm>
            <a:custGeom>
              <a:avLst/>
              <a:gdLst/>
              <a:ahLst/>
              <a:cxnLst/>
              <a:rect l="l" t="t" r="r" b="b"/>
              <a:pathLst>
                <a:path w="2728" h="2490" extrusionOk="0">
                  <a:moveTo>
                    <a:pt x="179" y="1"/>
                  </a:moveTo>
                  <a:cubicBezTo>
                    <a:pt x="156" y="84"/>
                    <a:pt x="72" y="155"/>
                    <a:pt x="1" y="203"/>
                  </a:cubicBezTo>
                  <a:lnTo>
                    <a:pt x="2453" y="2489"/>
                  </a:lnTo>
                  <a:lnTo>
                    <a:pt x="2620" y="2489"/>
                  </a:lnTo>
                  <a:lnTo>
                    <a:pt x="2727" y="2382"/>
                  </a:lnTo>
                  <a:lnTo>
                    <a:pt x="17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 name="Google Shape;192;p3"/>
            <p:cNvSpPr/>
            <p:nvPr/>
          </p:nvSpPr>
          <p:spPr>
            <a:xfrm>
              <a:off x="1516850" y="3091575"/>
              <a:ext cx="207475" cy="93200"/>
            </a:xfrm>
            <a:custGeom>
              <a:avLst/>
              <a:gdLst/>
              <a:ahLst/>
              <a:cxnLst/>
              <a:rect l="l" t="t" r="r" b="b"/>
              <a:pathLst>
                <a:path w="8299" h="3728" extrusionOk="0">
                  <a:moveTo>
                    <a:pt x="8299" y="1"/>
                  </a:moveTo>
                  <a:lnTo>
                    <a:pt x="0" y="3454"/>
                  </a:lnTo>
                  <a:cubicBezTo>
                    <a:pt x="24" y="3501"/>
                    <a:pt x="36" y="3537"/>
                    <a:pt x="48" y="3573"/>
                  </a:cubicBezTo>
                  <a:cubicBezTo>
                    <a:pt x="36" y="3632"/>
                    <a:pt x="24" y="3680"/>
                    <a:pt x="24" y="3727"/>
                  </a:cubicBezTo>
                  <a:cubicBezTo>
                    <a:pt x="36" y="3727"/>
                    <a:pt x="48" y="3727"/>
                    <a:pt x="84" y="3715"/>
                  </a:cubicBezTo>
                  <a:lnTo>
                    <a:pt x="7846" y="477"/>
                  </a:lnTo>
                  <a:lnTo>
                    <a:pt x="829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 name="Google Shape;193;p3"/>
            <p:cNvSpPr/>
            <p:nvPr/>
          </p:nvSpPr>
          <p:spPr>
            <a:xfrm>
              <a:off x="1920175" y="3218375"/>
              <a:ext cx="54200" cy="31275"/>
            </a:xfrm>
            <a:custGeom>
              <a:avLst/>
              <a:gdLst/>
              <a:ahLst/>
              <a:cxnLst/>
              <a:rect l="l" t="t" r="r" b="b"/>
              <a:pathLst>
                <a:path w="2168" h="1251" extrusionOk="0">
                  <a:moveTo>
                    <a:pt x="215" y="1"/>
                  </a:moveTo>
                  <a:lnTo>
                    <a:pt x="167" y="25"/>
                  </a:lnTo>
                  <a:cubicBezTo>
                    <a:pt x="155" y="48"/>
                    <a:pt x="119" y="84"/>
                    <a:pt x="95" y="96"/>
                  </a:cubicBezTo>
                  <a:lnTo>
                    <a:pt x="0" y="191"/>
                  </a:lnTo>
                  <a:lnTo>
                    <a:pt x="1655" y="1251"/>
                  </a:lnTo>
                  <a:lnTo>
                    <a:pt x="2167" y="1251"/>
                  </a:lnTo>
                  <a:lnTo>
                    <a:pt x="21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 name="Google Shape;194;p3"/>
            <p:cNvSpPr/>
            <p:nvPr/>
          </p:nvSpPr>
          <p:spPr>
            <a:xfrm>
              <a:off x="1726700" y="3093675"/>
              <a:ext cx="96450" cy="65500"/>
            </a:xfrm>
            <a:custGeom>
              <a:avLst/>
              <a:gdLst/>
              <a:ahLst/>
              <a:cxnLst/>
              <a:rect l="l" t="t" r="r" b="b"/>
              <a:pathLst>
                <a:path w="3858" h="2620" extrusionOk="0">
                  <a:moveTo>
                    <a:pt x="179" y="0"/>
                  </a:moveTo>
                  <a:lnTo>
                    <a:pt x="0" y="202"/>
                  </a:lnTo>
                  <a:lnTo>
                    <a:pt x="3751" y="2619"/>
                  </a:lnTo>
                  <a:lnTo>
                    <a:pt x="3858" y="2346"/>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 name="Google Shape;195;p3"/>
            <p:cNvSpPr/>
            <p:nvPr/>
          </p:nvSpPr>
          <p:spPr>
            <a:xfrm>
              <a:off x="1826400" y="3156175"/>
              <a:ext cx="88425" cy="62825"/>
            </a:xfrm>
            <a:custGeom>
              <a:avLst/>
              <a:gdLst/>
              <a:ahLst/>
              <a:cxnLst/>
              <a:rect l="l" t="t" r="r" b="b"/>
              <a:pathLst>
                <a:path w="3537" h="2513" extrusionOk="0">
                  <a:moveTo>
                    <a:pt x="108" y="0"/>
                  </a:moveTo>
                  <a:lnTo>
                    <a:pt x="1" y="262"/>
                  </a:lnTo>
                  <a:lnTo>
                    <a:pt x="3513" y="2513"/>
                  </a:lnTo>
                  <a:cubicBezTo>
                    <a:pt x="3501" y="2489"/>
                    <a:pt x="3489" y="2441"/>
                    <a:pt x="3477" y="2405"/>
                  </a:cubicBezTo>
                  <a:cubicBezTo>
                    <a:pt x="3454" y="2334"/>
                    <a:pt x="3489" y="2263"/>
                    <a:pt x="3537" y="2203"/>
                  </a:cubicBezTo>
                  <a:lnTo>
                    <a:pt x="10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3"/>
            <p:cNvSpPr/>
            <p:nvPr/>
          </p:nvSpPr>
          <p:spPr>
            <a:xfrm>
              <a:off x="1577875" y="2880550"/>
              <a:ext cx="344700" cy="368825"/>
            </a:xfrm>
            <a:custGeom>
              <a:avLst/>
              <a:gdLst/>
              <a:ahLst/>
              <a:cxnLst/>
              <a:rect l="l" t="t" r="r" b="b"/>
              <a:pathLst>
                <a:path w="13788" h="14753" extrusionOk="0">
                  <a:moveTo>
                    <a:pt x="13668" y="0"/>
                  </a:moveTo>
                  <a:lnTo>
                    <a:pt x="5834" y="8466"/>
                  </a:lnTo>
                  <a:lnTo>
                    <a:pt x="5394" y="8942"/>
                  </a:lnTo>
                  <a:lnTo>
                    <a:pt x="107" y="14645"/>
                  </a:lnTo>
                  <a:lnTo>
                    <a:pt x="0" y="14752"/>
                  </a:lnTo>
                  <a:lnTo>
                    <a:pt x="381" y="14752"/>
                  </a:lnTo>
                  <a:lnTo>
                    <a:pt x="5953" y="8727"/>
                  </a:lnTo>
                  <a:lnTo>
                    <a:pt x="6156" y="8525"/>
                  </a:lnTo>
                  <a:lnTo>
                    <a:pt x="13692" y="357"/>
                  </a:lnTo>
                  <a:lnTo>
                    <a:pt x="13787" y="119"/>
                  </a:lnTo>
                  <a:cubicBezTo>
                    <a:pt x="13740" y="84"/>
                    <a:pt x="13692" y="36"/>
                    <a:pt x="136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 name="Google Shape;197;p3"/>
            <p:cNvSpPr/>
            <p:nvPr/>
          </p:nvSpPr>
          <p:spPr>
            <a:xfrm>
              <a:off x="1787125" y="2882925"/>
              <a:ext cx="142000" cy="366450"/>
            </a:xfrm>
            <a:custGeom>
              <a:avLst/>
              <a:gdLst/>
              <a:ahLst/>
              <a:cxnLst/>
              <a:rect l="l" t="t" r="r" b="b"/>
              <a:pathLst>
                <a:path w="5680" h="14658" extrusionOk="0">
                  <a:moveTo>
                    <a:pt x="5417" y="0"/>
                  </a:moveTo>
                  <a:lnTo>
                    <a:pt x="5322" y="239"/>
                  </a:lnTo>
                  <a:lnTo>
                    <a:pt x="1441" y="10776"/>
                  </a:lnTo>
                  <a:lnTo>
                    <a:pt x="1334" y="11049"/>
                  </a:lnTo>
                  <a:lnTo>
                    <a:pt x="0" y="14657"/>
                  </a:lnTo>
                  <a:lnTo>
                    <a:pt x="298" y="14657"/>
                  </a:lnTo>
                  <a:lnTo>
                    <a:pt x="1572" y="11192"/>
                  </a:lnTo>
                  <a:lnTo>
                    <a:pt x="1679" y="10930"/>
                  </a:lnTo>
                  <a:lnTo>
                    <a:pt x="5679" y="72"/>
                  </a:lnTo>
                  <a:cubicBezTo>
                    <a:pt x="5584" y="72"/>
                    <a:pt x="5489" y="60"/>
                    <a:pt x="541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 name="Google Shape;198;p3"/>
            <p:cNvSpPr/>
            <p:nvPr/>
          </p:nvSpPr>
          <p:spPr>
            <a:xfrm>
              <a:off x="1937125" y="2875175"/>
              <a:ext cx="202450" cy="98250"/>
            </a:xfrm>
            <a:custGeom>
              <a:avLst/>
              <a:gdLst/>
              <a:ahLst/>
              <a:cxnLst/>
              <a:rect l="l" t="t" r="r" b="b"/>
              <a:pathLst>
                <a:path w="8098" h="3930" extrusionOk="0">
                  <a:moveTo>
                    <a:pt x="96" y="1"/>
                  </a:moveTo>
                  <a:cubicBezTo>
                    <a:pt x="84" y="96"/>
                    <a:pt x="60" y="180"/>
                    <a:pt x="1" y="251"/>
                  </a:cubicBezTo>
                  <a:lnTo>
                    <a:pt x="8097" y="3930"/>
                  </a:lnTo>
                  <a:lnTo>
                    <a:pt x="8097" y="3632"/>
                  </a:lnTo>
                  <a:lnTo>
                    <a:pt x="9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 name="Google Shape;199;p3"/>
            <p:cNvSpPr/>
            <p:nvPr/>
          </p:nvSpPr>
          <p:spPr>
            <a:xfrm>
              <a:off x="2088050" y="3163325"/>
              <a:ext cx="43175" cy="86050"/>
            </a:xfrm>
            <a:custGeom>
              <a:avLst/>
              <a:gdLst/>
              <a:ahLst/>
              <a:cxnLst/>
              <a:rect l="l" t="t" r="r" b="b"/>
              <a:pathLst>
                <a:path w="1727" h="3442" extrusionOk="0">
                  <a:moveTo>
                    <a:pt x="1560" y="0"/>
                  </a:moveTo>
                  <a:lnTo>
                    <a:pt x="0" y="3441"/>
                  </a:lnTo>
                  <a:lnTo>
                    <a:pt x="298" y="3441"/>
                  </a:lnTo>
                  <a:lnTo>
                    <a:pt x="1727" y="322"/>
                  </a:lnTo>
                  <a:lnTo>
                    <a:pt x="156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200;p3"/>
            <p:cNvSpPr/>
            <p:nvPr/>
          </p:nvSpPr>
          <p:spPr>
            <a:xfrm>
              <a:off x="2130900" y="3136825"/>
              <a:ext cx="8675" cy="26525"/>
            </a:xfrm>
            <a:custGeom>
              <a:avLst/>
              <a:gdLst/>
              <a:ahLst/>
              <a:cxnLst/>
              <a:rect l="l" t="t" r="r" b="b"/>
              <a:pathLst>
                <a:path w="347" h="1061" extrusionOk="0">
                  <a:moveTo>
                    <a:pt x="346" y="0"/>
                  </a:moveTo>
                  <a:lnTo>
                    <a:pt x="1" y="739"/>
                  </a:lnTo>
                  <a:lnTo>
                    <a:pt x="168" y="1060"/>
                  </a:lnTo>
                  <a:lnTo>
                    <a:pt x="346" y="655"/>
                  </a:ln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3"/>
            <p:cNvSpPr/>
            <p:nvPr/>
          </p:nvSpPr>
          <p:spPr>
            <a:xfrm>
              <a:off x="1923750" y="3070450"/>
              <a:ext cx="155700" cy="148550"/>
            </a:xfrm>
            <a:custGeom>
              <a:avLst/>
              <a:gdLst/>
              <a:ahLst/>
              <a:cxnLst/>
              <a:rect l="l" t="t" r="r" b="b"/>
              <a:pathLst>
                <a:path w="6228" h="5942" extrusionOk="0">
                  <a:moveTo>
                    <a:pt x="6037" y="0"/>
                  </a:moveTo>
                  <a:lnTo>
                    <a:pt x="3596" y="2263"/>
                  </a:lnTo>
                  <a:cubicBezTo>
                    <a:pt x="3608" y="2298"/>
                    <a:pt x="3632" y="2346"/>
                    <a:pt x="3643" y="2370"/>
                  </a:cubicBezTo>
                  <a:cubicBezTo>
                    <a:pt x="3667" y="2501"/>
                    <a:pt x="3572" y="2644"/>
                    <a:pt x="3429" y="2655"/>
                  </a:cubicBezTo>
                  <a:cubicBezTo>
                    <a:pt x="3417" y="2658"/>
                    <a:pt x="3405" y="2659"/>
                    <a:pt x="3392" y="2659"/>
                  </a:cubicBezTo>
                  <a:cubicBezTo>
                    <a:pt x="3334" y="2659"/>
                    <a:pt x="3278" y="2635"/>
                    <a:pt x="3239" y="2596"/>
                  </a:cubicBezTo>
                  <a:lnTo>
                    <a:pt x="0" y="5620"/>
                  </a:lnTo>
                  <a:cubicBezTo>
                    <a:pt x="36" y="5656"/>
                    <a:pt x="72" y="5703"/>
                    <a:pt x="83" y="5763"/>
                  </a:cubicBezTo>
                  <a:cubicBezTo>
                    <a:pt x="95" y="5834"/>
                    <a:pt x="83" y="5894"/>
                    <a:pt x="36" y="5942"/>
                  </a:cubicBezTo>
                  <a:lnTo>
                    <a:pt x="83" y="5918"/>
                  </a:lnTo>
                  <a:lnTo>
                    <a:pt x="6227" y="215"/>
                  </a:lnTo>
                  <a:cubicBezTo>
                    <a:pt x="6144" y="155"/>
                    <a:pt x="6072" y="96"/>
                    <a:pt x="603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 name="Google Shape;202;p3"/>
            <p:cNvSpPr/>
            <p:nvPr/>
          </p:nvSpPr>
          <p:spPr>
            <a:xfrm>
              <a:off x="1881475" y="3218975"/>
              <a:ext cx="41100" cy="30100"/>
            </a:xfrm>
            <a:custGeom>
              <a:avLst/>
              <a:gdLst/>
              <a:ahLst/>
              <a:cxnLst/>
              <a:rect l="l" t="t" r="r" b="b"/>
              <a:pathLst>
                <a:path w="1644" h="1204" extrusionOk="0">
                  <a:moveTo>
                    <a:pt x="1643" y="60"/>
                  </a:moveTo>
                  <a:lnTo>
                    <a:pt x="1613" y="87"/>
                  </a:lnTo>
                  <a:lnTo>
                    <a:pt x="1613" y="87"/>
                  </a:lnTo>
                  <a:cubicBezTo>
                    <a:pt x="1622" y="80"/>
                    <a:pt x="1632" y="71"/>
                    <a:pt x="1643" y="60"/>
                  </a:cubicBezTo>
                  <a:close/>
                  <a:moveTo>
                    <a:pt x="1310" y="1"/>
                  </a:moveTo>
                  <a:lnTo>
                    <a:pt x="0" y="1203"/>
                  </a:lnTo>
                  <a:lnTo>
                    <a:pt x="405" y="1203"/>
                  </a:lnTo>
                  <a:lnTo>
                    <a:pt x="1548" y="143"/>
                  </a:lnTo>
                  <a:lnTo>
                    <a:pt x="1613" y="87"/>
                  </a:lnTo>
                  <a:lnTo>
                    <a:pt x="1613" y="87"/>
                  </a:lnTo>
                  <a:cubicBezTo>
                    <a:pt x="1592" y="102"/>
                    <a:pt x="1573" y="108"/>
                    <a:pt x="1548" y="108"/>
                  </a:cubicBezTo>
                  <a:cubicBezTo>
                    <a:pt x="1540" y="109"/>
                    <a:pt x="1531" y="110"/>
                    <a:pt x="1522" y="110"/>
                  </a:cubicBezTo>
                  <a:cubicBezTo>
                    <a:pt x="1446" y="110"/>
                    <a:pt x="1363" y="65"/>
                    <a:pt x="131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 name="Google Shape;203;p3"/>
            <p:cNvSpPr/>
            <p:nvPr/>
          </p:nvSpPr>
          <p:spPr>
            <a:xfrm>
              <a:off x="2085975" y="3074925"/>
              <a:ext cx="53900" cy="112825"/>
            </a:xfrm>
            <a:custGeom>
              <a:avLst/>
              <a:gdLst/>
              <a:ahLst/>
              <a:cxnLst/>
              <a:rect l="l" t="t" r="r" b="b"/>
              <a:pathLst>
                <a:path w="2156" h="4513" extrusionOk="0">
                  <a:moveTo>
                    <a:pt x="250" y="0"/>
                  </a:moveTo>
                  <a:cubicBezTo>
                    <a:pt x="191" y="48"/>
                    <a:pt x="119" y="83"/>
                    <a:pt x="36" y="95"/>
                  </a:cubicBezTo>
                  <a:lnTo>
                    <a:pt x="0" y="95"/>
                  </a:lnTo>
                  <a:lnTo>
                    <a:pt x="1679" y="3536"/>
                  </a:lnTo>
                  <a:lnTo>
                    <a:pt x="1822" y="3846"/>
                  </a:lnTo>
                  <a:lnTo>
                    <a:pt x="2155" y="4512"/>
                  </a:lnTo>
                  <a:lnTo>
                    <a:pt x="2155" y="3893"/>
                  </a:lnTo>
                  <a:lnTo>
                    <a:pt x="1965" y="3536"/>
                  </a:lnTo>
                  <a:lnTo>
                    <a:pt x="1810" y="3215"/>
                  </a:lnTo>
                  <a:lnTo>
                    <a:pt x="25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04;p3"/>
            <p:cNvSpPr/>
            <p:nvPr/>
          </p:nvSpPr>
          <p:spPr>
            <a:xfrm>
              <a:off x="2128225" y="3239825"/>
              <a:ext cx="11350" cy="9550"/>
            </a:xfrm>
            <a:custGeom>
              <a:avLst/>
              <a:gdLst/>
              <a:ahLst/>
              <a:cxnLst/>
              <a:rect l="l" t="t" r="r" b="b"/>
              <a:pathLst>
                <a:path w="454" h="382" extrusionOk="0">
                  <a:moveTo>
                    <a:pt x="453" y="0"/>
                  </a:moveTo>
                  <a:lnTo>
                    <a:pt x="1" y="381"/>
                  </a:lnTo>
                  <a:lnTo>
                    <a:pt x="417" y="381"/>
                  </a:lnTo>
                  <a:lnTo>
                    <a:pt x="453" y="357"/>
                  </a:lnTo>
                  <a:lnTo>
                    <a:pt x="45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3"/>
            <p:cNvSpPr/>
            <p:nvPr/>
          </p:nvSpPr>
          <p:spPr>
            <a:xfrm>
              <a:off x="1326050" y="3014475"/>
              <a:ext cx="64325" cy="61350"/>
            </a:xfrm>
            <a:custGeom>
              <a:avLst/>
              <a:gdLst/>
              <a:ahLst/>
              <a:cxnLst/>
              <a:rect l="l" t="t" r="r" b="b"/>
              <a:pathLst>
                <a:path w="2573" h="2454" extrusionOk="0">
                  <a:moveTo>
                    <a:pt x="1305" y="1"/>
                  </a:moveTo>
                  <a:cubicBezTo>
                    <a:pt x="1248" y="1"/>
                    <a:pt x="1190" y="5"/>
                    <a:pt x="1131" y="13"/>
                  </a:cubicBezTo>
                  <a:cubicBezTo>
                    <a:pt x="465" y="96"/>
                    <a:pt x="0" y="727"/>
                    <a:pt x="96" y="1394"/>
                  </a:cubicBezTo>
                  <a:cubicBezTo>
                    <a:pt x="108" y="1513"/>
                    <a:pt x="131" y="1620"/>
                    <a:pt x="179" y="1727"/>
                  </a:cubicBezTo>
                  <a:cubicBezTo>
                    <a:pt x="227" y="1811"/>
                    <a:pt x="274" y="1882"/>
                    <a:pt x="310" y="1966"/>
                  </a:cubicBezTo>
                  <a:cubicBezTo>
                    <a:pt x="524" y="2239"/>
                    <a:pt x="846" y="2418"/>
                    <a:pt x="1203" y="2454"/>
                  </a:cubicBezTo>
                  <a:cubicBezTo>
                    <a:pt x="1298" y="2454"/>
                    <a:pt x="1381" y="2442"/>
                    <a:pt x="1477" y="2442"/>
                  </a:cubicBezTo>
                  <a:cubicBezTo>
                    <a:pt x="1715" y="2406"/>
                    <a:pt x="1917" y="2299"/>
                    <a:pt x="2084" y="2168"/>
                  </a:cubicBezTo>
                  <a:cubicBezTo>
                    <a:pt x="2155" y="2108"/>
                    <a:pt x="2215" y="2049"/>
                    <a:pt x="2274" y="1977"/>
                  </a:cubicBezTo>
                  <a:cubicBezTo>
                    <a:pt x="2477" y="1727"/>
                    <a:pt x="2572" y="1394"/>
                    <a:pt x="2513" y="1049"/>
                  </a:cubicBezTo>
                  <a:cubicBezTo>
                    <a:pt x="2437" y="440"/>
                    <a:pt x="1904" y="1"/>
                    <a:pt x="130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 name="Google Shape;206;p3"/>
            <p:cNvSpPr/>
            <p:nvPr/>
          </p:nvSpPr>
          <p:spPr>
            <a:xfrm>
              <a:off x="1048925" y="2815500"/>
              <a:ext cx="33075" cy="31625"/>
            </a:xfrm>
            <a:custGeom>
              <a:avLst/>
              <a:gdLst/>
              <a:ahLst/>
              <a:cxnLst/>
              <a:rect l="l" t="t" r="r" b="b"/>
              <a:pathLst>
                <a:path w="1323" h="1265" extrusionOk="0">
                  <a:moveTo>
                    <a:pt x="669" y="1"/>
                  </a:moveTo>
                  <a:cubicBezTo>
                    <a:pt x="641" y="1"/>
                    <a:pt x="613" y="3"/>
                    <a:pt x="584" y="7"/>
                  </a:cubicBezTo>
                  <a:cubicBezTo>
                    <a:pt x="239" y="66"/>
                    <a:pt x="1" y="376"/>
                    <a:pt x="48" y="721"/>
                  </a:cubicBezTo>
                  <a:cubicBezTo>
                    <a:pt x="84" y="983"/>
                    <a:pt x="286" y="1197"/>
                    <a:pt x="536" y="1245"/>
                  </a:cubicBezTo>
                  <a:cubicBezTo>
                    <a:pt x="571" y="1259"/>
                    <a:pt x="610" y="1265"/>
                    <a:pt x="656" y="1265"/>
                  </a:cubicBezTo>
                  <a:cubicBezTo>
                    <a:pt x="688" y="1265"/>
                    <a:pt x="723" y="1262"/>
                    <a:pt x="763" y="1257"/>
                  </a:cubicBezTo>
                  <a:cubicBezTo>
                    <a:pt x="775" y="1257"/>
                    <a:pt x="786" y="1257"/>
                    <a:pt x="798" y="1245"/>
                  </a:cubicBezTo>
                  <a:cubicBezTo>
                    <a:pt x="834" y="1233"/>
                    <a:pt x="882" y="1233"/>
                    <a:pt x="906" y="1209"/>
                  </a:cubicBezTo>
                  <a:cubicBezTo>
                    <a:pt x="1001" y="1185"/>
                    <a:pt x="1072" y="1126"/>
                    <a:pt x="1132" y="1066"/>
                  </a:cubicBezTo>
                  <a:cubicBezTo>
                    <a:pt x="1251" y="935"/>
                    <a:pt x="1322" y="733"/>
                    <a:pt x="1298" y="542"/>
                  </a:cubicBezTo>
                  <a:cubicBezTo>
                    <a:pt x="1244" y="227"/>
                    <a:pt x="971" y="1"/>
                    <a:pt x="66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 name="Google Shape;207;p3"/>
            <p:cNvSpPr/>
            <p:nvPr/>
          </p:nvSpPr>
          <p:spPr>
            <a:xfrm>
              <a:off x="1026600" y="3246400"/>
              <a:ext cx="18475" cy="2975"/>
            </a:xfrm>
            <a:custGeom>
              <a:avLst/>
              <a:gdLst/>
              <a:ahLst/>
              <a:cxnLst/>
              <a:rect l="l" t="t" r="r" b="b"/>
              <a:pathLst>
                <a:path w="739" h="119" extrusionOk="0">
                  <a:moveTo>
                    <a:pt x="348" y="1"/>
                  </a:moveTo>
                  <a:cubicBezTo>
                    <a:pt x="321" y="1"/>
                    <a:pt x="292" y="4"/>
                    <a:pt x="263" y="11"/>
                  </a:cubicBezTo>
                  <a:cubicBezTo>
                    <a:pt x="167" y="35"/>
                    <a:pt x="72" y="70"/>
                    <a:pt x="1" y="118"/>
                  </a:cubicBezTo>
                  <a:lnTo>
                    <a:pt x="739" y="118"/>
                  </a:lnTo>
                  <a:cubicBezTo>
                    <a:pt x="679" y="82"/>
                    <a:pt x="608" y="47"/>
                    <a:pt x="536" y="23"/>
                  </a:cubicBezTo>
                  <a:cubicBezTo>
                    <a:pt x="471" y="15"/>
                    <a:pt x="411" y="1"/>
                    <a:pt x="34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 name="Google Shape;208;p3"/>
            <p:cNvSpPr/>
            <p:nvPr/>
          </p:nvSpPr>
          <p:spPr>
            <a:xfrm>
              <a:off x="895625" y="2943300"/>
              <a:ext cx="11950" cy="10575"/>
            </a:xfrm>
            <a:custGeom>
              <a:avLst/>
              <a:gdLst/>
              <a:ahLst/>
              <a:cxnLst/>
              <a:rect l="l" t="t" r="r" b="b"/>
              <a:pathLst>
                <a:path w="478" h="423" extrusionOk="0">
                  <a:moveTo>
                    <a:pt x="236" y="1"/>
                  </a:moveTo>
                  <a:cubicBezTo>
                    <a:pt x="225" y="1"/>
                    <a:pt x="214" y="1"/>
                    <a:pt x="203" y="2"/>
                  </a:cubicBezTo>
                  <a:cubicBezTo>
                    <a:pt x="84" y="14"/>
                    <a:pt x="1" y="133"/>
                    <a:pt x="25" y="252"/>
                  </a:cubicBezTo>
                  <a:cubicBezTo>
                    <a:pt x="49" y="300"/>
                    <a:pt x="60" y="348"/>
                    <a:pt x="84" y="372"/>
                  </a:cubicBezTo>
                  <a:cubicBezTo>
                    <a:pt x="133" y="401"/>
                    <a:pt x="182" y="422"/>
                    <a:pt x="244" y="422"/>
                  </a:cubicBezTo>
                  <a:cubicBezTo>
                    <a:pt x="258" y="422"/>
                    <a:pt x="272" y="421"/>
                    <a:pt x="287" y="419"/>
                  </a:cubicBezTo>
                  <a:cubicBezTo>
                    <a:pt x="310" y="419"/>
                    <a:pt x="346" y="395"/>
                    <a:pt x="370" y="383"/>
                  </a:cubicBezTo>
                  <a:cubicBezTo>
                    <a:pt x="441" y="336"/>
                    <a:pt x="477" y="264"/>
                    <a:pt x="465" y="181"/>
                  </a:cubicBezTo>
                  <a:cubicBezTo>
                    <a:pt x="465" y="157"/>
                    <a:pt x="441" y="145"/>
                    <a:pt x="441" y="133"/>
                  </a:cubicBezTo>
                  <a:cubicBezTo>
                    <a:pt x="420" y="48"/>
                    <a:pt x="331" y="1"/>
                    <a:pt x="2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 name="Google Shape;209;p3"/>
            <p:cNvSpPr/>
            <p:nvPr/>
          </p:nvSpPr>
          <p:spPr>
            <a:xfrm>
              <a:off x="1156975" y="2989650"/>
              <a:ext cx="22950" cy="21900"/>
            </a:xfrm>
            <a:custGeom>
              <a:avLst/>
              <a:gdLst/>
              <a:ahLst/>
              <a:cxnLst/>
              <a:rect l="l" t="t" r="r" b="b"/>
              <a:pathLst>
                <a:path w="918" h="876" extrusionOk="0">
                  <a:moveTo>
                    <a:pt x="458" y="1"/>
                  </a:moveTo>
                  <a:cubicBezTo>
                    <a:pt x="437" y="1"/>
                    <a:pt x="415" y="3"/>
                    <a:pt x="394" y="6"/>
                  </a:cubicBezTo>
                  <a:cubicBezTo>
                    <a:pt x="370" y="6"/>
                    <a:pt x="346" y="18"/>
                    <a:pt x="322" y="18"/>
                  </a:cubicBezTo>
                  <a:cubicBezTo>
                    <a:pt x="227" y="53"/>
                    <a:pt x="155" y="113"/>
                    <a:pt x="96" y="184"/>
                  </a:cubicBezTo>
                  <a:cubicBezTo>
                    <a:pt x="84" y="220"/>
                    <a:pt x="72" y="232"/>
                    <a:pt x="48" y="256"/>
                  </a:cubicBezTo>
                  <a:cubicBezTo>
                    <a:pt x="24" y="339"/>
                    <a:pt x="1" y="411"/>
                    <a:pt x="24" y="494"/>
                  </a:cubicBezTo>
                  <a:lnTo>
                    <a:pt x="24" y="530"/>
                  </a:lnTo>
                  <a:cubicBezTo>
                    <a:pt x="70" y="725"/>
                    <a:pt x="249" y="876"/>
                    <a:pt x="464" y="876"/>
                  </a:cubicBezTo>
                  <a:cubicBezTo>
                    <a:pt x="472" y="876"/>
                    <a:pt x="481" y="875"/>
                    <a:pt x="489" y="875"/>
                  </a:cubicBezTo>
                  <a:lnTo>
                    <a:pt x="501" y="875"/>
                  </a:lnTo>
                  <a:cubicBezTo>
                    <a:pt x="620" y="851"/>
                    <a:pt x="691" y="827"/>
                    <a:pt x="751" y="768"/>
                  </a:cubicBezTo>
                  <a:cubicBezTo>
                    <a:pt x="858" y="673"/>
                    <a:pt x="917" y="530"/>
                    <a:pt x="882" y="375"/>
                  </a:cubicBezTo>
                  <a:cubicBezTo>
                    <a:pt x="860" y="158"/>
                    <a:pt x="671" y="1"/>
                    <a:pt x="45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 name="Google Shape;210;p3"/>
            <p:cNvSpPr/>
            <p:nvPr/>
          </p:nvSpPr>
          <p:spPr>
            <a:xfrm>
              <a:off x="2073450" y="3055500"/>
              <a:ext cx="22950" cy="21425"/>
            </a:xfrm>
            <a:custGeom>
              <a:avLst/>
              <a:gdLst/>
              <a:ahLst/>
              <a:cxnLst/>
              <a:rect l="l" t="t" r="r" b="b"/>
              <a:pathLst>
                <a:path w="918" h="857" extrusionOk="0">
                  <a:moveTo>
                    <a:pt x="454" y="1"/>
                  </a:moveTo>
                  <a:cubicBezTo>
                    <a:pt x="438" y="1"/>
                    <a:pt x="422" y="1"/>
                    <a:pt x="406" y="3"/>
                  </a:cubicBezTo>
                  <a:cubicBezTo>
                    <a:pt x="168" y="51"/>
                    <a:pt x="1" y="277"/>
                    <a:pt x="37" y="491"/>
                  </a:cubicBezTo>
                  <a:cubicBezTo>
                    <a:pt x="37" y="527"/>
                    <a:pt x="49" y="551"/>
                    <a:pt x="60" y="587"/>
                  </a:cubicBezTo>
                  <a:cubicBezTo>
                    <a:pt x="96" y="670"/>
                    <a:pt x="156" y="753"/>
                    <a:pt x="239" y="789"/>
                  </a:cubicBezTo>
                  <a:cubicBezTo>
                    <a:pt x="304" y="826"/>
                    <a:pt x="369" y="856"/>
                    <a:pt x="440" y="856"/>
                  </a:cubicBezTo>
                  <a:cubicBezTo>
                    <a:pt x="460" y="856"/>
                    <a:pt x="480" y="854"/>
                    <a:pt x="501" y="848"/>
                  </a:cubicBezTo>
                  <a:lnTo>
                    <a:pt x="537" y="848"/>
                  </a:lnTo>
                  <a:cubicBezTo>
                    <a:pt x="545" y="850"/>
                    <a:pt x="553" y="851"/>
                    <a:pt x="561" y="851"/>
                  </a:cubicBezTo>
                  <a:cubicBezTo>
                    <a:pt x="618" y="851"/>
                    <a:pt x="687" y="818"/>
                    <a:pt x="739" y="777"/>
                  </a:cubicBezTo>
                  <a:cubicBezTo>
                    <a:pt x="858" y="694"/>
                    <a:pt x="918" y="539"/>
                    <a:pt x="894" y="372"/>
                  </a:cubicBezTo>
                  <a:cubicBezTo>
                    <a:pt x="872" y="150"/>
                    <a:pt x="674" y="1"/>
                    <a:pt x="45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 name="Google Shape;211;p3"/>
            <p:cNvSpPr/>
            <p:nvPr/>
          </p:nvSpPr>
          <p:spPr>
            <a:xfrm>
              <a:off x="1916900" y="2863525"/>
              <a:ext cx="22350" cy="21800"/>
            </a:xfrm>
            <a:custGeom>
              <a:avLst/>
              <a:gdLst/>
              <a:ahLst/>
              <a:cxnLst/>
              <a:rect l="l" t="t" r="r" b="b"/>
              <a:pathLst>
                <a:path w="894" h="872" extrusionOk="0">
                  <a:moveTo>
                    <a:pt x="453" y="0"/>
                  </a:moveTo>
                  <a:cubicBezTo>
                    <a:pt x="437" y="0"/>
                    <a:pt x="421" y="1"/>
                    <a:pt x="405" y="3"/>
                  </a:cubicBezTo>
                  <a:cubicBezTo>
                    <a:pt x="167" y="50"/>
                    <a:pt x="0" y="276"/>
                    <a:pt x="36" y="491"/>
                  </a:cubicBezTo>
                  <a:cubicBezTo>
                    <a:pt x="48" y="550"/>
                    <a:pt x="60" y="610"/>
                    <a:pt x="84" y="669"/>
                  </a:cubicBezTo>
                  <a:cubicBezTo>
                    <a:pt x="131" y="717"/>
                    <a:pt x="179" y="765"/>
                    <a:pt x="226" y="800"/>
                  </a:cubicBezTo>
                  <a:cubicBezTo>
                    <a:pt x="298" y="836"/>
                    <a:pt x="393" y="872"/>
                    <a:pt x="488" y="872"/>
                  </a:cubicBezTo>
                  <a:lnTo>
                    <a:pt x="536" y="872"/>
                  </a:lnTo>
                  <a:cubicBezTo>
                    <a:pt x="643" y="848"/>
                    <a:pt x="727" y="812"/>
                    <a:pt x="786" y="741"/>
                  </a:cubicBezTo>
                  <a:cubicBezTo>
                    <a:pt x="846" y="657"/>
                    <a:pt x="893" y="586"/>
                    <a:pt x="893" y="479"/>
                  </a:cubicBezTo>
                  <a:lnTo>
                    <a:pt x="893" y="372"/>
                  </a:lnTo>
                  <a:cubicBezTo>
                    <a:pt x="871" y="150"/>
                    <a:pt x="673" y="0"/>
                    <a:pt x="45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 name="Google Shape;212;p3"/>
            <p:cNvSpPr/>
            <p:nvPr/>
          </p:nvSpPr>
          <p:spPr>
            <a:xfrm>
              <a:off x="1495125" y="3172075"/>
              <a:ext cx="22625" cy="21700"/>
            </a:xfrm>
            <a:custGeom>
              <a:avLst/>
              <a:gdLst/>
              <a:ahLst/>
              <a:cxnLst/>
              <a:rect l="l" t="t" r="r" b="b"/>
              <a:pathLst>
                <a:path w="905" h="868" extrusionOk="0">
                  <a:moveTo>
                    <a:pt x="456" y="0"/>
                  </a:moveTo>
                  <a:cubicBezTo>
                    <a:pt x="431" y="0"/>
                    <a:pt x="406" y="3"/>
                    <a:pt x="381" y="7"/>
                  </a:cubicBezTo>
                  <a:cubicBezTo>
                    <a:pt x="333" y="7"/>
                    <a:pt x="286" y="31"/>
                    <a:pt x="250" y="43"/>
                  </a:cubicBezTo>
                  <a:cubicBezTo>
                    <a:pt x="155" y="91"/>
                    <a:pt x="95" y="162"/>
                    <a:pt x="60" y="234"/>
                  </a:cubicBezTo>
                  <a:cubicBezTo>
                    <a:pt x="24" y="317"/>
                    <a:pt x="0" y="400"/>
                    <a:pt x="12" y="495"/>
                  </a:cubicBezTo>
                  <a:lnTo>
                    <a:pt x="12" y="519"/>
                  </a:lnTo>
                  <a:cubicBezTo>
                    <a:pt x="24" y="615"/>
                    <a:pt x="72" y="698"/>
                    <a:pt x="143" y="757"/>
                  </a:cubicBezTo>
                  <a:cubicBezTo>
                    <a:pt x="223" y="838"/>
                    <a:pt x="330" y="867"/>
                    <a:pt x="440" y="867"/>
                  </a:cubicBezTo>
                  <a:cubicBezTo>
                    <a:pt x="460" y="867"/>
                    <a:pt x="480" y="866"/>
                    <a:pt x="500" y="865"/>
                  </a:cubicBezTo>
                  <a:cubicBezTo>
                    <a:pt x="560" y="865"/>
                    <a:pt x="607" y="841"/>
                    <a:pt x="667" y="805"/>
                  </a:cubicBezTo>
                  <a:cubicBezTo>
                    <a:pt x="774" y="757"/>
                    <a:pt x="834" y="686"/>
                    <a:pt x="857" y="603"/>
                  </a:cubicBezTo>
                  <a:cubicBezTo>
                    <a:pt x="869" y="567"/>
                    <a:pt x="869" y="543"/>
                    <a:pt x="893" y="507"/>
                  </a:cubicBezTo>
                  <a:cubicBezTo>
                    <a:pt x="905" y="460"/>
                    <a:pt x="905" y="412"/>
                    <a:pt x="893" y="365"/>
                  </a:cubicBezTo>
                  <a:cubicBezTo>
                    <a:pt x="893" y="317"/>
                    <a:pt x="869" y="269"/>
                    <a:pt x="845" y="245"/>
                  </a:cubicBezTo>
                  <a:cubicBezTo>
                    <a:pt x="783" y="100"/>
                    <a:pt x="622" y="0"/>
                    <a:pt x="45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 name="Google Shape;213;p3"/>
            <p:cNvSpPr/>
            <p:nvPr/>
          </p:nvSpPr>
          <p:spPr>
            <a:xfrm>
              <a:off x="1045650" y="2968400"/>
              <a:ext cx="21750" cy="21700"/>
            </a:xfrm>
            <a:custGeom>
              <a:avLst/>
              <a:gdLst/>
              <a:ahLst/>
              <a:cxnLst/>
              <a:rect l="l" t="t" r="r" b="b"/>
              <a:pathLst>
                <a:path w="870" h="868" extrusionOk="0">
                  <a:moveTo>
                    <a:pt x="436" y="0"/>
                  </a:moveTo>
                  <a:cubicBezTo>
                    <a:pt x="414" y="0"/>
                    <a:pt x="392" y="3"/>
                    <a:pt x="370" y="10"/>
                  </a:cubicBezTo>
                  <a:cubicBezTo>
                    <a:pt x="334" y="10"/>
                    <a:pt x="322" y="22"/>
                    <a:pt x="298" y="22"/>
                  </a:cubicBezTo>
                  <a:cubicBezTo>
                    <a:pt x="203" y="46"/>
                    <a:pt x="132" y="106"/>
                    <a:pt x="72" y="189"/>
                  </a:cubicBezTo>
                  <a:cubicBezTo>
                    <a:pt x="13" y="261"/>
                    <a:pt x="1" y="344"/>
                    <a:pt x="1" y="451"/>
                  </a:cubicBezTo>
                  <a:lnTo>
                    <a:pt x="1" y="499"/>
                  </a:lnTo>
                  <a:cubicBezTo>
                    <a:pt x="13" y="642"/>
                    <a:pt x="120" y="761"/>
                    <a:pt x="239" y="820"/>
                  </a:cubicBezTo>
                  <a:cubicBezTo>
                    <a:pt x="310" y="856"/>
                    <a:pt x="394" y="868"/>
                    <a:pt x="489" y="868"/>
                  </a:cubicBezTo>
                  <a:lnTo>
                    <a:pt x="501" y="868"/>
                  </a:lnTo>
                  <a:cubicBezTo>
                    <a:pt x="644" y="844"/>
                    <a:pt x="775" y="749"/>
                    <a:pt x="810" y="618"/>
                  </a:cubicBezTo>
                  <a:cubicBezTo>
                    <a:pt x="858" y="546"/>
                    <a:pt x="870" y="475"/>
                    <a:pt x="858" y="380"/>
                  </a:cubicBezTo>
                  <a:lnTo>
                    <a:pt x="858" y="344"/>
                  </a:lnTo>
                  <a:cubicBezTo>
                    <a:pt x="834" y="201"/>
                    <a:pt x="715" y="82"/>
                    <a:pt x="572" y="22"/>
                  </a:cubicBezTo>
                  <a:cubicBezTo>
                    <a:pt x="531" y="14"/>
                    <a:pt x="484" y="0"/>
                    <a:pt x="43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 name="Google Shape;214;p3"/>
            <p:cNvSpPr/>
            <p:nvPr/>
          </p:nvSpPr>
          <p:spPr>
            <a:xfrm>
              <a:off x="1912725" y="3209100"/>
              <a:ext cx="13425" cy="12625"/>
            </a:xfrm>
            <a:custGeom>
              <a:avLst/>
              <a:gdLst/>
              <a:ahLst/>
              <a:cxnLst/>
              <a:rect l="l" t="t" r="r" b="b"/>
              <a:pathLst>
                <a:path w="537" h="505" extrusionOk="0">
                  <a:moveTo>
                    <a:pt x="263" y="0"/>
                  </a:moveTo>
                  <a:cubicBezTo>
                    <a:pt x="252" y="0"/>
                    <a:pt x="240" y="1"/>
                    <a:pt x="227" y="3"/>
                  </a:cubicBezTo>
                  <a:cubicBezTo>
                    <a:pt x="167" y="3"/>
                    <a:pt x="108" y="38"/>
                    <a:pt x="84" y="86"/>
                  </a:cubicBezTo>
                  <a:cubicBezTo>
                    <a:pt x="36" y="146"/>
                    <a:pt x="1" y="217"/>
                    <a:pt x="24" y="288"/>
                  </a:cubicBezTo>
                  <a:cubicBezTo>
                    <a:pt x="24" y="336"/>
                    <a:pt x="36" y="360"/>
                    <a:pt x="60" y="396"/>
                  </a:cubicBezTo>
                  <a:lnTo>
                    <a:pt x="60" y="408"/>
                  </a:lnTo>
                  <a:cubicBezTo>
                    <a:pt x="113" y="461"/>
                    <a:pt x="186" y="505"/>
                    <a:pt x="269" y="505"/>
                  </a:cubicBezTo>
                  <a:cubicBezTo>
                    <a:pt x="278" y="505"/>
                    <a:pt x="288" y="504"/>
                    <a:pt x="298" y="503"/>
                  </a:cubicBezTo>
                  <a:cubicBezTo>
                    <a:pt x="334" y="503"/>
                    <a:pt x="382" y="479"/>
                    <a:pt x="405" y="467"/>
                  </a:cubicBezTo>
                  <a:cubicBezTo>
                    <a:pt x="441" y="455"/>
                    <a:pt x="465" y="419"/>
                    <a:pt x="477" y="396"/>
                  </a:cubicBezTo>
                  <a:cubicBezTo>
                    <a:pt x="513" y="348"/>
                    <a:pt x="536" y="277"/>
                    <a:pt x="524" y="217"/>
                  </a:cubicBezTo>
                  <a:cubicBezTo>
                    <a:pt x="513" y="157"/>
                    <a:pt x="477" y="98"/>
                    <a:pt x="441" y="62"/>
                  </a:cubicBezTo>
                  <a:cubicBezTo>
                    <a:pt x="390" y="31"/>
                    <a:pt x="338" y="0"/>
                    <a:pt x="26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 name="Google Shape;215;p3"/>
            <p:cNvSpPr/>
            <p:nvPr/>
          </p:nvSpPr>
          <p:spPr>
            <a:xfrm>
              <a:off x="2001725" y="3124475"/>
              <a:ext cx="13725" cy="12675"/>
            </a:xfrm>
            <a:custGeom>
              <a:avLst/>
              <a:gdLst/>
              <a:ahLst/>
              <a:cxnLst/>
              <a:rect l="l" t="t" r="r" b="b"/>
              <a:pathLst>
                <a:path w="549" h="507" extrusionOk="0">
                  <a:moveTo>
                    <a:pt x="287" y="0"/>
                  </a:moveTo>
                  <a:cubicBezTo>
                    <a:pt x="271" y="0"/>
                    <a:pt x="255" y="2"/>
                    <a:pt x="239" y="6"/>
                  </a:cubicBezTo>
                  <a:cubicBezTo>
                    <a:pt x="108" y="30"/>
                    <a:pt x="1" y="161"/>
                    <a:pt x="36" y="280"/>
                  </a:cubicBezTo>
                  <a:cubicBezTo>
                    <a:pt x="48" y="340"/>
                    <a:pt x="72" y="399"/>
                    <a:pt x="120" y="447"/>
                  </a:cubicBezTo>
                  <a:cubicBezTo>
                    <a:pt x="167" y="494"/>
                    <a:pt x="239" y="506"/>
                    <a:pt x="310" y="506"/>
                  </a:cubicBezTo>
                  <a:cubicBezTo>
                    <a:pt x="453" y="483"/>
                    <a:pt x="548" y="364"/>
                    <a:pt x="524" y="221"/>
                  </a:cubicBezTo>
                  <a:cubicBezTo>
                    <a:pt x="524" y="185"/>
                    <a:pt x="513" y="149"/>
                    <a:pt x="477" y="125"/>
                  </a:cubicBezTo>
                  <a:cubicBezTo>
                    <a:pt x="437" y="46"/>
                    <a:pt x="365" y="0"/>
                    <a:pt x="28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 name="Google Shape;216;p3"/>
            <p:cNvSpPr/>
            <p:nvPr/>
          </p:nvSpPr>
          <p:spPr>
            <a:xfrm>
              <a:off x="1487375" y="3210250"/>
              <a:ext cx="14025" cy="12500"/>
            </a:xfrm>
            <a:custGeom>
              <a:avLst/>
              <a:gdLst/>
              <a:ahLst/>
              <a:cxnLst/>
              <a:rect l="l" t="t" r="r" b="b"/>
              <a:pathLst>
                <a:path w="561" h="500" extrusionOk="0">
                  <a:moveTo>
                    <a:pt x="291" y="1"/>
                  </a:moveTo>
                  <a:cubicBezTo>
                    <a:pt x="277" y="1"/>
                    <a:pt x="264" y="2"/>
                    <a:pt x="251" y="4"/>
                  </a:cubicBezTo>
                  <a:cubicBezTo>
                    <a:pt x="108" y="40"/>
                    <a:pt x="1" y="159"/>
                    <a:pt x="36" y="290"/>
                  </a:cubicBezTo>
                  <a:cubicBezTo>
                    <a:pt x="67" y="404"/>
                    <a:pt x="161" y="499"/>
                    <a:pt x="271" y="499"/>
                  </a:cubicBezTo>
                  <a:cubicBezTo>
                    <a:pt x="288" y="499"/>
                    <a:pt x="305" y="497"/>
                    <a:pt x="322" y="492"/>
                  </a:cubicBezTo>
                  <a:cubicBezTo>
                    <a:pt x="453" y="469"/>
                    <a:pt x="560" y="350"/>
                    <a:pt x="524" y="219"/>
                  </a:cubicBezTo>
                  <a:cubicBezTo>
                    <a:pt x="503" y="91"/>
                    <a:pt x="405" y="1"/>
                    <a:pt x="29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 name="Google Shape;217;p3"/>
            <p:cNvSpPr/>
            <p:nvPr/>
          </p:nvSpPr>
          <p:spPr>
            <a:xfrm>
              <a:off x="1315625" y="3080850"/>
              <a:ext cx="13725" cy="12425"/>
            </a:xfrm>
            <a:custGeom>
              <a:avLst/>
              <a:gdLst/>
              <a:ahLst/>
              <a:cxnLst/>
              <a:rect l="l" t="t" r="r" b="b"/>
              <a:pathLst>
                <a:path w="549" h="497" extrusionOk="0">
                  <a:moveTo>
                    <a:pt x="261" y="0"/>
                  </a:moveTo>
                  <a:cubicBezTo>
                    <a:pt x="254" y="0"/>
                    <a:pt x="246" y="0"/>
                    <a:pt x="239" y="1"/>
                  </a:cubicBezTo>
                  <a:cubicBezTo>
                    <a:pt x="108" y="37"/>
                    <a:pt x="1" y="168"/>
                    <a:pt x="36" y="287"/>
                  </a:cubicBezTo>
                  <a:cubicBezTo>
                    <a:pt x="57" y="401"/>
                    <a:pt x="149" y="496"/>
                    <a:pt x="259" y="496"/>
                  </a:cubicBezTo>
                  <a:cubicBezTo>
                    <a:pt x="276" y="496"/>
                    <a:pt x="293" y="494"/>
                    <a:pt x="310" y="489"/>
                  </a:cubicBezTo>
                  <a:cubicBezTo>
                    <a:pt x="441" y="465"/>
                    <a:pt x="548" y="346"/>
                    <a:pt x="525" y="215"/>
                  </a:cubicBezTo>
                  <a:cubicBezTo>
                    <a:pt x="513" y="92"/>
                    <a:pt x="385" y="0"/>
                    <a:pt x="26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 name="Google Shape;218;p3"/>
            <p:cNvSpPr/>
            <p:nvPr/>
          </p:nvSpPr>
          <p:spPr>
            <a:xfrm>
              <a:off x="1229600" y="3113600"/>
              <a:ext cx="13125" cy="12650"/>
            </a:xfrm>
            <a:custGeom>
              <a:avLst/>
              <a:gdLst/>
              <a:ahLst/>
              <a:cxnLst/>
              <a:rect l="l" t="t" r="r" b="b"/>
              <a:pathLst>
                <a:path w="525" h="506" extrusionOk="0">
                  <a:moveTo>
                    <a:pt x="227" y="1"/>
                  </a:moveTo>
                  <a:cubicBezTo>
                    <a:pt x="120" y="25"/>
                    <a:pt x="48" y="96"/>
                    <a:pt x="25" y="179"/>
                  </a:cubicBezTo>
                  <a:cubicBezTo>
                    <a:pt x="1" y="215"/>
                    <a:pt x="1" y="263"/>
                    <a:pt x="25" y="287"/>
                  </a:cubicBezTo>
                  <a:cubicBezTo>
                    <a:pt x="36" y="382"/>
                    <a:pt x="84" y="441"/>
                    <a:pt x="144" y="465"/>
                  </a:cubicBezTo>
                  <a:cubicBezTo>
                    <a:pt x="170" y="492"/>
                    <a:pt x="211" y="505"/>
                    <a:pt x="254" y="505"/>
                  </a:cubicBezTo>
                  <a:cubicBezTo>
                    <a:pt x="269" y="505"/>
                    <a:pt x="283" y="504"/>
                    <a:pt x="298" y="501"/>
                  </a:cubicBezTo>
                  <a:cubicBezTo>
                    <a:pt x="346" y="501"/>
                    <a:pt x="382" y="477"/>
                    <a:pt x="406" y="453"/>
                  </a:cubicBezTo>
                  <a:cubicBezTo>
                    <a:pt x="477" y="406"/>
                    <a:pt x="525" y="298"/>
                    <a:pt x="513" y="215"/>
                  </a:cubicBezTo>
                  <a:lnTo>
                    <a:pt x="513" y="203"/>
                  </a:lnTo>
                  <a:cubicBezTo>
                    <a:pt x="477" y="108"/>
                    <a:pt x="406" y="37"/>
                    <a:pt x="32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 name="Google Shape;219;p3"/>
            <p:cNvSpPr/>
            <p:nvPr/>
          </p:nvSpPr>
          <p:spPr>
            <a:xfrm>
              <a:off x="1729075" y="3062625"/>
              <a:ext cx="13725" cy="12475"/>
            </a:xfrm>
            <a:custGeom>
              <a:avLst/>
              <a:gdLst/>
              <a:ahLst/>
              <a:cxnLst/>
              <a:rect l="l" t="t" r="r" b="b"/>
              <a:pathLst>
                <a:path w="549" h="499" extrusionOk="0">
                  <a:moveTo>
                    <a:pt x="279" y="0"/>
                  </a:moveTo>
                  <a:cubicBezTo>
                    <a:pt x="265" y="0"/>
                    <a:pt x="252" y="1"/>
                    <a:pt x="239" y="4"/>
                  </a:cubicBezTo>
                  <a:cubicBezTo>
                    <a:pt x="108" y="16"/>
                    <a:pt x="0" y="159"/>
                    <a:pt x="24" y="290"/>
                  </a:cubicBezTo>
                  <a:cubicBezTo>
                    <a:pt x="55" y="403"/>
                    <a:pt x="149" y="499"/>
                    <a:pt x="259" y="499"/>
                  </a:cubicBezTo>
                  <a:cubicBezTo>
                    <a:pt x="276" y="499"/>
                    <a:pt x="293" y="497"/>
                    <a:pt x="310" y="492"/>
                  </a:cubicBezTo>
                  <a:cubicBezTo>
                    <a:pt x="441" y="468"/>
                    <a:pt x="548" y="349"/>
                    <a:pt x="524" y="218"/>
                  </a:cubicBezTo>
                  <a:cubicBezTo>
                    <a:pt x="492" y="90"/>
                    <a:pt x="393" y="0"/>
                    <a:pt x="279"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0" name="Google Shape;220;p3"/>
          <p:cNvGrpSpPr/>
          <p:nvPr/>
        </p:nvGrpSpPr>
        <p:grpSpPr>
          <a:xfrm rot="10800000">
            <a:off x="2256394" y="-6"/>
            <a:ext cx="5510401" cy="1428702"/>
            <a:chOff x="2582150" y="3714800"/>
            <a:chExt cx="2689050" cy="697200"/>
          </a:xfrm>
        </p:grpSpPr>
        <p:sp>
          <p:nvSpPr>
            <p:cNvPr id="221" name="Google Shape;221;p3"/>
            <p:cNvSpPr/>
            <p:nvPr/>
          </p:nvSpPr>
          <p:spPr>
            <a:xfrm>
              <a:off x="3636750" y="440215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 name="Google Shape;222;p3"/>
            <p:cNvSpPr/>
            <p:nvPr/>
          </p:nvSpPr>
          <p:spPr>
            <a:xfrm>
              <a:off x="3640625" y="4406925"/>
              <a:ext cx="19375" cy="4475"/>
            </a:xfrm>
            <a:custGeom>
              <a:avLst/>
              <a:gdLst/>
              <a:ahLst/>
              <a:cxnLst/>
              <a:rect l="l" t="t" r="r" b="b"/>
              <a:pathLst>
                <a:path w="775" h="179" extrusionOk="0">
                  <a:moveTo>
                    <a:pt x="393" y="0"/>
                  </a:moveTo>
                  <a:lnTo>
                    <a:pt x="36" y="108"/>
                  </a:lnTo>
                  <a:lnTo>
                    <a:pt x="0" y="179"/>
                  </a:lnTo>
                  <a:lnTo>
                    <a:pt x="774" y="179"/>
                  </a:lnTo>
                  <a:lnTo>
                    <a:pt x="39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 name="Google Shape;223;p3"/>
            <p:cNvSpPr/>
            <p:nvPr/>
          </p:nvSpPr>
          <p:spPr>
            <a:xfrm>
              <a:off x="3634075" y="4403950"/>
              <a:ext cx="25" cy="625"/>
            </a:xfrm>
            <a:custGeom>
              <a:avLst/>
              <a:gdLst/>
              <a:ahLst/>
              <a:cxnLst/>
              <a:rect l="l" t="t" r="r" b="b"/>
              <a:pathLst>
                <a:path w="1" h="25" extrusionOk="0">
                  <a:moveTo>
                    <a:pt x="0" y="24"/>
                  </a:moveTo>
                  <a:lnTo>
                    <a:pt x="0" y="24"/>
                  </a:lnTo>
                  <a:lnTo>
                    <a:pt x="0" y="24"/>
                  </a:ln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 name="Google Shape;224;p3"/>
            <p:cNvSpPr/>
            <p:nvPr/>
          </p:nvSpPr>
          <p:spPr>
            <a:xfrm>
              <a:off x="3635275" y="440305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 name="Google Shape;225;p3"/>
            <p:cNvSpPr/>
            <p:nvPr/>
          </p:nvSpPr>
          <p:spPr>
            <a:xfrm>
              <a:off x="3746875" y="4334600"/>
              <a:ext cx="142325" cy="46150"/>
            </a:xfrm>
            <a:custGeom>
              <a:avLst/>
              <a:gdLst/>
              <a:ahLst/>
              <a:cxnLst/>
              <a:rect l="l" t="t" r="r" b="b"/>
              <a:pathLst>
                <a:path w="5693" h="1846" extrusionOk="0">
                  <a:moveTo>
                    <a:pt x="5418" y="0"/>
                  </a:moveTo>
                  <a:lnTo>
                    <a:pt x="1" y="1488"/>
                  </a:lnTo>
                  <a:lnTo>
                    <a:pt x="1" y="1846"/>
                  </a:lnTo>
                  <a:lnTo>
                    <a:pt x="5692" y="262"/>
                  </a:lnTo>
                  <a:lnTo>
                    <a:pt x="541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 name="Google Shape;226;p3"/>
            <p:cNvSpPr/>
            <p:nvPr/>
          </p:nvSpPr>
          <p:spPr>
            <a:xfrm>
              <a:off x="3891850" y="4256600"/>
              <a:ext cx="273575" cy="81875"/>
            </a:xfrm>
            <a:custGeom>
              <a:avLst/>
              <a:gdLst/>
              <a:ahLst/>
              <a:cxnLst/>
              <a:rect l="l" t="t" r="r" b="b"/>
              <a:pathLst>
                <a:path w="10943" h="3275" extrusionOk="0">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 name="Google Shape;227;p3"/>
            <p:cNvSpPr/>
            <p:nvPr/>
          </p:nvSpPr>
          <p:spPr>
            <a:xfrm>
              <a:off x="3634375" y="4403350"/>
              <a:ext cx="325" cy="325"/>
            </a:xfrm>
            <a:custGeom>
              <a:avLst/>
              <a:gdLst/>
              <a:ahLst/>
              <a:cxnLst/>
              <a:rect l="l" t="t" r="r" b="b"/>
              <a:pathLst>
                <a:path w="13" h="13" extrusionOk="0">
                  <a:moveTo>
                    <a:pt x="0" y="12"/>
                  </a:move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 name="Google Shape;228;p3"/>
            <p:cNvSpPr/>
            <p:nvPr/>
          </p:nvSpPr>
          <p:spPr>
            <a:xfrm>
              <a:off x="3635275" y="4402450"/>
              <a:ext cx="300" cy="625"/>
            </a:xfrm>
            <a:custGeom>
              <a:avLst/>
              <a:gdLst/>
              <a:ahLst/>
              <a:cxnLst/>
              <a:rect l="l" t="t" r="r" b="b"/>
              <a:pathLst>
                <a:path w="12" h="25" extrusionOk="0">
                  <a:moveTo>
                    <a:pt x="12" y="1"/>
                  </a:moveTo>
                  <a:cubicBezTo>
                    <a:pt x="12" y="1"/>
                    <a:pt x="0" y="25"/>
                    <a:pt x="12" y="1"/>
                  </a:cubicBezTo>
                  <a:lnTo>
                    <a:pt x="0" y="25"/>
                  </a:lnTo>
                  <a:lnTo>
                    <a:pt x="0" y="25"/>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 name="Google Shape;229;p3"/>
            <p:cNvSpPr/>
            <p:nvPr/>
          </p:nvSpPr>
          <p:spPr>
            <a:xfrm>
              <a:off x="3636750" y="4373575"/>
              <a:ext cx="101825" cy="35750"/>
            </a:xfrm>
            <a:custGeom>
              <a:avLst/>
              <a:gdLst/>
              <a:ahLst/>
              <a:cxnLst/>
              <a:rect l="l" t="t" r="r" b="b"/>
              <a:pathLst>
                <a:path w="4073" h="1430" extrusionOk="0">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 name="Google Shape;230;p3"/>
            <p:cNvSpPr/>
            <p:nvPr/>
          </p:nvSpPr>
          <p:spPr>
            <a:xfrm>
              <a:off x="3635850" y="4402150"/>
              <a:ext cx="925" cy="325"/>
            </a:xfrm>
            <a:custGeom>
              <a:avLst/>
              <a:gdLst/>
              <a:ahLst/>
              <a:cxnLst/>
              <a:rect l="l" t="t" r="r" b="b"/>
              <a:pathLst>
                <a:path w="37" h="13" extrusionOk="0">
                  <a:moveTo>
                    <a:pt x="37" y="1"/>
                  </a:moveTo>
                  <a:cubicBezTo>
                    <a:pt x="13" y="1"/>
                    <a:pt x="1" y="1"/>
                    <a:pt x="1" y="13"/>
                  </a:cubicBezTo>
                  <a:cubicBezTo>
                    <a:pt x="1" y="13"/>
                    <a:pt x="13" y="1"/>
                    <a:pt x="3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 name="Google Shape;231;p3"/>
            <p:cNvSpPr/>
            <p:nvPr/>
          </p:nvSpPr>
          <p:spPr>
            <a:xfrm>
              <a:off x="3634075" y="4403950"/>
              <a:ext cx="325" cy="925"/>
            </a:xfrm>
            <a:custGeom>
              <a:avLst/>
              <a:gdLst/>
              <a:ahLst/>
              <a:cxnLst/>
              <a:rect l="l" t="t" r="r" b="b"/>
              <a:pathLst>
                <a:path w="13" h="37" extrusionOk="0">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 name="Google Shape;232;p3"/>
            <p:cNvSpPr/>
            <p:nvPr/>
          </p:nvSpPr>
          <p:spPr>
            <a:xfrm>
              <a:off x="2599425" y="4199450"/>
              <a:ext cx="104800" cy="112250"/>
            </a:xfrm>
            <a:custGeom>
              <a:avLst/>
              <a:gdLst/>
              <a:ahLst/>
              <a:cxnLst/>
              <a:rect l="l" t="t" r="r" b="b"/>
              <a:pathLst>
                <a:path w="4192" h="4490" extrusionOk="0">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 name="Google Shape;233;p3"/>
            <p:cNvSpPr/>
            <p:nvPr/>
          </p:nvSpPr>
          <p:spPr>
            <a:xfrm>
              <a:off x="2778900" y="4187850"/>
              <a:ext cx="124150" cy="53600"/>
            </a:xfrm>
            <a:custGeom>
              <a:avLst/>
              <a:gdLst/>
              <a:ahLst/>
              <a:cxnLst/>
              <a:rect l="l" t="t" r="r" b="b"/>
              <a:pathLst>
                <a:path w="4966" h="2144" extrusionOk="0">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 name="Google Shape;234;p3"/>
            <p:cNvSpPr/>
            <p:nvPr/>
          </p:nvSpPr>
          <p:spPr>
            <a:xfrm>
              <a:off x="2905125" y="4188150"/>
              <a:ext cx="900" cy="625"/>
            </a:xfrm>
            <a:custGeom>
              <a:avLst/>
              <a:gdLst/>
              <a:ahLst/>
              <a:cxnLst/>
              <a:rect l="l" t="t" r="r" b="b"/>
              <a:pathLst>
                <a:path w="36" h="25" extrusionOk="0">
                  <a:moveTo>
                    <a:pt x="0" y="0"/>
                  </a:moveTo>
                  <a:cubicBezTo>
                    <a:pt x="12" y="0"/>
                    <a:pt x="12" y="24"/>
                    <a:pt x="36" y="24"/>
                  </a:cubicBezTo>
                  <a:cubicBezTo>
                    <a:pt x="12" y="24"/>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 name="Google Shape;235;p3"/>
            <p:cNvSpPr/>
            <p:nvPr/>
          </p:nvSpPr>
          <p:spPr>
            <a:xfrm>
              <a:off x="2903925" y="41878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 name="Google Shape;236;p3"/>
            <p:cNvSpPr/>
            <p:nvPr/>
          </p:nvSpPr>
          <p:spPr>
            <a:xfrm>
              <a:off x="2903325" y="4187850"/>
              <a:ext cx="625" cy="25"/>
            </a:xfrm>
            <a:custGeom>
              <a:avLst/>
              <a:gdLst/>
              <a:ahLst/>
              <a:cxnLst/>
              <a:rect l="l" t="t" r="r" b="b"/>
              <a:pathLst>
                <a:path w="25" h="1" extrusionOk="0">
                  <a:moveTo>
                    <a:pt x="1" y="0"/>
                  </a:move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 name="Google Shape;237;p3"/>
            <p:cNvSpPr/>
            <p:nvPr/>
          </p:nvSpPr>
          <p:spPr>
            <a:xfrm>
              <a:off x="2906000" y="418875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 name="Google Shape;238;p3"/>
            <p:cNvSpPr/>
            <p:nvPr/>
          </p:nvSpPr>
          <p:spPr>
            <a:xfrm>
              <a:off x="2898575" y="4188150"/>
              <a:ext cx="179200" cy="127725"/>
            </a:xfrm>
            <a:custGeom>
              <a:avLst/>
              <a:gdLst/>
              <a:ahLst/>
              <a:cxnLst/>
              <a:rect l="l" t="t" r="r" b="b"/>
              <a:pathLst>
                <a:path w="7168" h="5109" extrusionOk="0">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 name="Google Shape;239;p3"/>
            <p:cNvSpPr/>
            <p:nvPr/>
          </p:nvSpPr>
          <p:spPr>
            <a:xfrm>
              <a:off x="2605375" y="4242625"/>
              <a:ext cx="151825" cy="76225"/>
            </a:xfrm>
            <a:custGeom>
              <a:avLst/>
              <a:gdLst/>
              <a:ahLst/>
              <a:cxnLst/>
              <a:rect l="l" t="t" r="r" b="b"/>
              <a:pathLst>
                <a:path w="6073" h="3049" extrusionOk="0">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 name="Google Shape;240;p3"/>
            <p:cNvSpPr/>
            <p:nvPr/>
          </p:nvSpPr>
          <p:spPr>
            <a:xfrm>
              <a:off x="2768500" y="4252150"/>
              <a:ext cx="210450" cy="159250"/>
            </a:xfrm>
            <a:custGeom>
              <a:avLst/>
              <a:gdLst/>
              <a:ahLst/>
              <a:cxnLst/>
              <a:rect l="l" t="t" r="r" b="b"/>
              <a:pathLst>
                <a:path w="8418" h="6370" extrusionOk="0">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 name="Google Shape;241;p3"/>
            <p:cNvSpPr/>
            <p:nvPr/>
          </p:nvSpPr>
          <p:spPr>
            <a:xfrm>
              <a:off x="2694975" y="4191125"/>
              <a:ext cx="62225" cy="54200"/>
            </a:xfrm>
            <a:custGeom>
              <a:avLst/>
              <a:gdLst/>
              <a:ahLst/>
              <a:cxnLst/>
              <a:rect l="l" t="t" r="r" b="b"/>
              <a:pathLst>
                <a:path w="2489" h="2168" extrusionOk="0">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3"/>
            <p:cNvSpPr/>
            <p:nvPr/>
          </p:nvSpPr>
          <p:spPr>
            <a:xfrm>
              <a:off x="3016725" y="4319125"/>
              <a:ext cx="67000" cy="92275"/>
            </a:xfrm>
            <a:custGeom>
              <a:avLst/>
              <a:gdLst/>
              <a:ahLst/>
              <a:cxnLst/>
              <a:rect l="l" t="t" r="r" b="b"/>
              <a:pathLst>
                <a:path w="2680" h="3691" extrusionOk="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 name="Google Shape;243;p3"/>
            <p:cNvSpPr/>
            <p:nvPr/>
          </p:nvSpPr>
          <p:spPr>
            <a:xfrm>
              <a:off x="3084000" y="4036650"/>
              <a:ext cx="186075" cy="275050"/>
            </a:xfrm>
            <a:custGeom>
              <a:avLst/>
              <a:gdLst/>
              <a:ahLst/>
              <a:cxnLst/>
              <a:rect l="l" t="t" r="r" b="b"/>
              <a:pathLst>
                <a:path w="7443" h="11002" extrusionOk="0">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 name="Google Shape;244;p3"/>
            <p:cNvSpPr/>
            <p:nvPr/>
          </p:nvSpPr>
          <p:spPr>
            <a:xfrm>
              <a:off x="3088475" y="4311375"/>
              <a:ext cx="161950" cy="100025"/>
            </a:xfrm>
            <a:custGeom>
              <a:avLst/>
              <a:gdLst/>
              <a:ahLst/>
              <a:cxnLst/>
              <a:rect l="l" t="t" r="r" b="b"/>
              <a:pathLst>
                <a:path w="6478" h="4001" extrusionOk="0">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245;p3"/>
            <p:cNvSpPr/>
            <p:nvPr/>
          </p:nvSpPr>
          <p:spPr>
            <a:xfrm>
              <a:off x="3271525" y="4040200"/>
              <a:ext cx="47350" cy="371200"/>
            </a:xfrm>
            <a:custGeom>
              <a:avLst/>
              <a:gdLst/>
              <a:ahLst/>
              <a:cxnLst/>
              <a:rect l="l" t="t" r="r" b="b"/>
              <a:pathLst>
                <a:path w="1894" h="14848" extrusionOk="0">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 name="Google Shape;246;p3"/>
            <p:cNvSpPr/>
            <p:nvPr/>
          </p:nvSpPr>
          <p:spPr>
            <a:xfrm>
              <a:off x="3632275" y="4401925"/>
              <a:ext cx="10750" cy="9475"/>
            </a:xfrm>
            <a:custGeom>
              <a:avLst/>
              <a:gdLst/>
              <a:ahLst/>
              <a:cxnLst/>
              <a:rect l="l" t="t" r="r" b="b"/>
              <a:pathLst>
                <a:path w="430" h="379" extrusionOk="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 name="Google Shape;247;p3"/>
            <p:cNvSpPr/>
            <p:nvPr/>
          </p:nvSpPr>
          <p:spPr>
            <a:xfrm>
              <a:off x="3737350" y="4195300"/>
              <a:ext cx="14325" cy="216100"/>
            </a:xfrm>
            <a:custGeom>
              <a:avLst/>
              <a:gdLst/>
              <a:ahLst/>
              <a:cxnLst/>
              <a:rect l="l" t="t" r="r" b="b"/>
              <a:pathLst>
                <a:path w="573" h="8644" extrusionOk="0">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 name="Google Shape;248;p3"/>
            <p:cNvSpPr/>
            <p:nvPr/>
          </p:nvSpPr>
          <p:spPr>
            <a:xfrm>
              <a:off x="4021625" y="4264050"/>
              <a:ext cx="149750" cy="147350"/>
            </a:xfrm>
            <a:custGeom>
              <a:avLst/>
              <a:gdLst/>
              <a:ahLst/>
              <a:cxnLst/>
              <a:rect l="l" t="t" r="r" b="b"/>
              <a:pathLst>
                <a:path w="5990" h="5894" extrusionOk="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 name="Google Shape;249;p3"/>
            <p:cNvSpPr/>
            <p:nvPr/>
          </p:nvSpPr>
          <p:spPr>
            <a:xfrm>
              <a:off x="4484475" y="4346500"/>
              <a:ext cx="96475" cy="64900"/>
            </a:xfrm>
            <a:custGeom>
              <a:avLst/>
              <a:gdLst/>
              <a:ahLst/>
              <a:cxnLst/>
              <a:rect l="l" t="t" r="r" b="b"/>
              <a:pathLst>
                <a:path w="3859" h="2596" extrusionOk="0">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 name="Google Shape;250;p3"/>
            <p:cNvSpPr/>
            <p:nvPr/>
          </p:nvSpPr>
          <p:spPr>
            <a:xfrm>
              <a:off x="3743025" y="4194700"/>
              <a:ext cx="230700" cy="216425"/>
            </a:xfrm>
            <a:custGeom>
              <a:avLst/>
              <a:gdLst/>
              <a:ahLst/>
              <a:cxnLst/>
              <a:rect l="l" t="t" r="r" b="b"/>
              <a:pathLst>
                <a:path w="9228" h="8657" extrusionOk="0">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 name="Google Shape;251;p3"/>
            <p:cNvSpPr/>
            <p:nvPr/>
          </p:nvSpPr>
          <p:spPr>
            <a:xfrm>
              <a:off x="4185325" y="4269100"/>
              <a:ext cx="69975" cy="142300"/>
            </a:xfrm>
            <a:custGeom>
              <a:avLst/>
              <a:gdLst/>
              <a:ahLst/>
              <a:cxnLst/>
              <a:rect l="l" t="t" r="r" b="b"/>
              <a:pathLst>
                <a:path w="2799" h="5692" extrusionOk="0">
                  <a:moveTo>
                    <a:pt x="1" y="1"/>
                  </a:moveTo>
                  <a:lnTo>
                    <a:pt x="2430" y="5692"/>
                  </a:lnTo>
                  <a:lnTo>
                    <a:pt x="2799" y="5692"/>
                  </a:lnTo>
                  <a:lnTo>
                    <a:pt x="572" y="465"/>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 name="Google Shape;252;p3"/>
            <p:cNvSpPr/>
            <p:nvPr/>
          </p:nvSpPr>
          <p:spPr>
            <a:xfrm>
              <a:off x="4174625" y="4240475"/>
              <a:ext cx="9550" cy="5725"/>
            </a:xfrm>
            <a:custGeom>
              <a:avLst/>
              <a:gdLst/>
              <a:ahLst/>
              <a:cxnLst/>
              <a:rect l="l" t="t" r="r" b="b"/>
              <a:pathLst>
                <a:path w="382" h="229" extrusionOk="0">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 name="Google Shape;253;p3"/>
            <p:cNvSpPr/>
            <p:nvPr/>
          </p:nvSpPr>
          <p:spPr>
            <a:xfrm>
              <a:off x="4599075" y="4353050"/>
              <a:ext cx="37825" cy="58350"/>
            </a:xfrm>
            <a:custGeom>
              <a:avLst/>
              <a:gdLst/>
              <a:ahLst/>
              <a:cxnLst/>
              <a:rect l="l" t="t" r="r" b="b"/>
              <a:pathLst>
                <a:path w="1513" h="2334" extrusionOk="0">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 name="Google Shape;254;p3"/>
            <p:cNvSpPr/>
            <p:nvPr/>
          </p:nvSpPr>
          <p:spPr>
            <a:xfrm>
              <a:off x="4185025" y="4263750"/>
              <a:ext cx="182500" cy="147650"/>
            </a:xfrm>
            <a:custGeom>
              <a:avLst/>
              <a:gdLst/>
              <a:ahLst/>
              <a:cxnLst/>
              <a:rect l="l" t="t" r="r" b="b"/>
              <a:pathLst>
                <a:path w="7300" h="5906" extrusionOk="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 name="Google Shape;255;p3"/>
            <p:cNvSpPr/>
            <p:nvPr/>
          </p:nvSpPr>
          <p:spPr>
            <a:xfrm>
              <a:off x="4189800" y="4255125"/>
              <a:ext cx="386375" cy="83950"/>
            </a:xfrm>
            <a:custGeom>
              <a:avLst/>
              <a:gdLst/>
              <a:ahLst/>
              <a:cxnLst/>
              <a:rect l="l" t="t" r="r" b="b"/>
              <a:pathLst>
                <a:path w="15455" h="3358" extrusionOk="0">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256;p3"/>
            <p:cNvSpPr/>
            <p:nvPr/>
          </p:nvSpPr>
          <p:spPr>
            <a:xfrm>
              <a:off x="4185925" y="3740775"/>
              <a:ext cx="804900" cy="513475"/>
            </a:xfrm>
            <a:custGeom>
              <a:avLst/>
              <a:gdLst/>
              <a:ahLst/>
              <a:cxnLst/>
              <a:rect l="l" t="t" r="r" b="b"/>
              <a:pathLst>
                <a:path w="32196" h="20539" extrusionOk="0">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 name="Google Shape;257;p3"/>
            <p:cNvSpPr/>
            <p:nvPr/>
          </p:nvSpPr>
          <p:spPr>
            <a:xfrm>
              <a:off x="4604725" y="4122375"/>
              <a:ext cx="224450" cy="207175"/>
            </a:xfrm>
            <a:custGeom>
              <a:avLst/>
              <a:gdLst/>
              <a:ahLst/>
              <a:cxnLst/>
              <a:rect l="l" t="t" r="r" b="b"/>
              <a:pathLst>
                <a:path w="8978" h="8287" extrusionOk="0">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 name="Google Shape;258;p3"/>
            <p:cNvSpPr/>
            <p:nvPr/>
          </p:nvSpPr>
          <p:spPr>
            <a:xfrm>
              <a:off x="4727950" y="4136950"/>
              <a:ext cx="125650" cy="274450"/>
            </a:xfrm>
            <a:custGeom>
              <a:avLst/>
              <a:gdLst/>
              <a:ahLst/>
              <a:cxnLst/>
              <a:rect l="l" t="t" r="r" b="b"/>
              <a:pathLst>
                <a:path w="5026" h="10978" extrusionOk="0">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259;p3"/>
            <p:cNvSpPr/>
            <p:nvPr/>
          </p:nvSpPr>
          <p:spPr>
            <a:xfrm>
              <a:off x="4605925" y="4346200"/>
              <a:ext cx="86650" cy="65200"/>
            </a:xfrm>
            <a:custGeom>
              <a:avLst/>
              <a:gdLst/>
              <a:ahLst/>
              <a:cxnLst/>
              <a:rect l="l" t="t" r="r" b="b"/>
              <a:pathLst>
                <a:path w="3466" h="2608" extrusionOk="0">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 name="Google Shape;260;p3"/>
            <p:cNvSpPr/>
            <p:nvPr/>
          </p:nvSpPr>
          <p:spPr>
            <a:xfrm>
              <a:off x="5016400" y="4244400"/>
              <a:ext cx="9250" cy="167000"/>
            </a:xfrm>
            <a:custGeom>
              <a:avLst/>
              <a:gdLst/>
              <a:ahLst/>
              <a:cxnLst/>
              <a:rect l="l" t="t" r="r" b="b"/>
              <a:pathLst>
                <a:path w="370" h="6680" extrusionOk="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 name="Google Shape;261;p3"/>
            <p:cNvSpPr/>
            <p:nvPr/>
          </p:nvSpPr>
          <p:spPr>
            <a:xfrm>
              <a:off x="5021450" y="4188150"/>
              <a:ext cx="3300" cy="3900"/>
            </a:xfrm>
            <a:custGeom>
              <a:avLst/>
              <a:gdLst/>
              <a:ahLst/>
              <a:cxnLst/>
              <a:rect l="l" t="t" r="r" b="b"/>
              <a:pathLst>
                <a:path w="132" h="156" extrusionOk="0">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 name="Google Shape;262;p3"/>
            <p:cNvSpPr/>
            <p:nvPr/>
          </p:nvSpPr>
          <p:spPr>
            <a:xfrm>
              <a:off x="4864275" y="3750900"/>
              <a:ext cx="138450" cy="315225"/>
            </a:xfrm>
            <a:custGeom>
              <a:avLst/>
              <a:gdLst/>
              <a:ahLst/>
              <a:cxnLst/>
              <a:rect l="l" t="t" r="r" b="b"/>
              <a:pathLst>
                <a:path w="5538" h="12609" extrusionOk="0">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 name="Google Shape;263;p3"/>
            <p:cNvSpPr/>
            <p:nvPr/>
          </p:nvSpPr>
          <p:spPr>
            <a:xfrm>
              <a:off x="5003300" y="3753275"/>
              <a:ext cx="18175" cy="439050"/>
            </a:xfrm>
            <a:custGeom>
              <a:avLst/>
              <a:gdLst/>
              <a:ahLst/>
              <a:cxnLst/>
              <a:rect l="l" t="t" r="r" b="b"/>
              <a:pathLst>
                <a:path w="727" h="17562" extrusionOk="0">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 name="Google Shape;264;p3"/>
            <p:cNvSpPr/>
            <p:nvPr/>
          </p:nvSpPr>
          <p:spPr>
            <a:xfrm>
              <a:off x="4886325" y="4112250"/>
              <a:ext cx="111625" cy="96750"/>
            </a:xfrm>
            <a:custGeom>
              <a:avLst/>
              <a:gdLst/>
              <a:ahLst/>
              <a:cxnLst/>
              <a:rect l="l" t="t" r="r" b="b"/>
              <a:pathLst>
                <a:path w="4465" h="3870" extrusionOk="0">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 name="Google Shape;265;p3"/>
            <p:cNvSpPr/>
            <p:nvPr/>
          </p:nvSpPr>
          <p:spPr>
            <a:xfrm>
              <a:off x="5032450" y="4235775"/>
              <a:ext cx="207800" cy="173550"/>
            </a:xfrm>
            <a:custGeom>
              <a:avLst/>
              <a:gdLst/>
              <a:ahLst/>
              <a:cxnLst/>
              <a:rect l="l" t="t" r="r" b="b"/>
              <a:pathLst>
                <a:path w="8312" h="6942" extrusionOk="0">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 name="Google Shape;266;p3"/>
            <p:cNvSpPr/>
            <p:nvPr/>
          </p:nvSpPr>
          <p:spPr>
            <a:xfrm>
              <a:off x="5006875" y="3750000"/>
              <a:ext cx="242600" cy="651600"/>
            </a:xfrm>
            <a:custGeom>
              <a:avLst/>
              <a:gdLst/>
              <a:ahLst/>
              <a:cxnLst/>
              <a:rect l="l" t="t" r="r" b="b"/>
              <a:pathLst>
                <a:path w="9704" h="26064" extrusionOk="0">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 name="Google Shape;267;p3"/>
            <p:cNvSpPr/>
            <p:nvPr/>
          </p:nvSpPr>
          <p:spPr>
            <a:xfrm>
              <a:off x="4991100" y="4191000"/>
              <a:ext cx="56575" cy="53975"/>
            </a:xfrm>
            <a:custGeom>
              <a:avLst/>
              <a:gdLst/>
              <a:ahLst/>
              <a:cxnLst/>
              <a:rect l="l" t="t" r="r" b="b"/>
              <a:pathLst>
                <a:path w="2263" h="2159" extrusionOk="0">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 name="Google Shape;268;p3"/>
            <p:cNvSpPr/>
            <p:nvPr/>
          </p:nvSpPr>
          <p:spPr>
            <a:xfrm>
              <a:off x="4815775" y="4062050"/>
              <a:ext cx="78000" cy="76425"/>
            </a:xfrm>
            <a:custGeom>
              <a:avLst/>
              <a:gdLst/>
              <a:ahLst/>
              <a:cxnLst/>
              <a:rect l="l" t="t" r="r" b="b"/>
              <a:pathLst>
                <a:path w="3120" h="3057" extrusionOk="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 name="Google Shape;269;p3"/>
            <p:cNvSpPr/>
            <p:nvPr/>
          </p:nvSpPr>
          <p:spPr>
            <a:xfrm>
              <a:off x="2997100" y="4406875"/>
              <a:ext cx="25600" cy="5125"/>
            </a:xfrm>
            <a:custGeom>
              <a:avLst/>
              <a:gdLst/>
              <a:ahLst/>
              <a:cxnLst/>
              <a:rect l="l" t="t" r="r" b="b"/>
              <a:pathLst>
                <a:path w="1024" h="205" extrusionOk="0">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 name="Google Shape;270;p3"/>
            <p:cNvSpPr/>
            <p:nvPr/>
          </p:nvSpPr>
          <p:spPr>
            <a:xfrm>
              <a:off x="2698250" y="4188575"/>
              <a:ext cx="14300" cy="13925"/>
            </a:xfrm>
            <a:custGeom>
              <a:avLst/>
              <a:gdLst/>
              <a:ahLst/>
              <a:cxnLst/>
              <a:rect l="l" t="t" r="r" b="b"/>
              <a:pathLst>
                <a:path w="572" h="557" extrusionOk="0">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 name="Google Shape;271;p3"/>
            <p:cNvSpPr/>
            <p:nvPr/>
          </p:nvSpPr>
          <p:spPr>
            <a:xfrm>
              <a:off x="3732600" y="4168050"/>
              <a:ext cx="29200" cy="27800"/>
            </a:xfrm>
            <a:custGeom>
              <a:avLst/>
              <a:gdLst/>
              <a:ahLst/>
              <a:cxnLst/>
              <a:rect l="l" t="t" r="r" b="b"/>
              <a:pathLst>
                <a:path w="1168" h="1112" extrusionOk="0">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 name="Google Shape;272;p3"/>
            <p:cNvSpPr/>
            <p:nvPr/>
          </p:nvSpPr>
          <p:spPr>
            <a:xfrm>
              <a:off x="4574675" y="4319825"/>
              <a:ext cx="37825" cy="38250"/>
            </a:xfrm>
            <a:custGeom>
              <a:avLst/>
              <a:gdLst/>
              <a:ahLst/>
              <a:cxnLst/>
              <a:rect l="l" t="t" r="r" b="b"/>
              <a:pathLst>
                <a:path w="1513" h="1530" extrusionOk="0">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 name="Google Shape;273;p3"/>
            <p:cNvSpPr/>
            <p:nvPr/>
          </p:nvSpPr>
          <p:spPr>
            <a:xfrm>
              <a:off x="4163600" y="4245300"/>
              <a:ext cx="27400" cy="26400"/>
            </a:xfrm>
            <a:custGeom>
              <a:avLst/>
              <a:gdLst/>
              <a:ahLst/>
              <a:cxnLst/>
              <a:rect l="l" t="t" r="r" b="b"/>
              <a:pathLst>
                <a:path w="1096" h="1056" extrusionOk="0">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 name="Google Shape;274;p3"/>
            <p:cNvSpPr/>
            <p:nvPr/>
          </p:nvSpPr>
          <p:spPr>
            <a:xfrm>
              <a:off x="2754800" y="4228775"/>
              <a:ext cx="27100" cy="27250"/>
            </a:xfrm>
            <a:custGeom>
              <a:avLst/>
              <a:gdLst/>
              <a:ahLst/>
              <a:cxnLst/>
              <a:rect l="l" t="t" r="r" b="b"/>
              <a:pathLst>
                <a:path w="1084" h="1090" extrusionOk="0">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 name="Google Shape;275;p3"/>
            <p:cNvSpPr/>
            <p:nvPr/>
          </p:nvSpPr>
          <p:spPr>
            <a:xfrm>
              <a:off x="2582150" y="4308350"/>
              <a:ext cx="28000" cy="27250"/>
            </a:xfrm>
            <a:custGeom>
              <a:avLst/>
              <a:gdLst/>
              <a:ahLst/>
              <a:cxnLst/>
              <a:rect l="l" t="t" r="r" b="b"/>
              <a:pathLst>
                <a:path w="1120" h="1090" extrusionOk="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 name="Google Shape;276;p3"/>
            <p:cNvSpPr/>
            <p:nvPr/>
          </p:nvSpPr>
          <p:spPr>
            <a:xfrm>
              <a:off x="3259325" y="4015150"/>
              <a:ext cx="28300" cy="26950"/>
            </a:xfrm>
            <a:custGeom>
              <a:avLst/>
              <a:gdLst/>
              <a:ahLst/>
              <a:cxnLst/>
              <a:rect l="l" t="t" r="r" b="b"/>
              <a:pathLst>
                <a:path w="1132" h="1078" extrusionOk="0">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 name="Google Shape;277;p3"/>
            <p:cNvSpPr/>
            <p:nvPr/>
          </p:nvSpPr>
          <p:spPr>
            <a:xfrm>
              <a:off x="5234575" y="4397850"/>
              <a:ext cx="36625" cy="13550"/>
            </a:xfrm>
            <a:custGeom>
              <a:avLst/>
              <a:gdLst/>
              <a:ahLst/>
              <a:cxnLst/>
              <a:rect l="l" t="t" r="r" b="b"/>
              <a:pathLst>
                <a:path w="1465" h="542" extrusionOk="0">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 name="Google Shape;278;p3"/>
            <p:cNvSpPr/>
            <p:nvPr/>
          </p:nvSpPr>
          <p:spPr>
            <a:xfrm>
              <a:off x="4984250" y="3714800"/>
              <a:ext cx="39600" cy="38200"/>
            </a:xfrm>
            <a:custGeom>
              <a:avLst/>
              <a:gdLst/>
              <a:ahLst/>
              <a:cxnLst/>
              <a:rect l="l" t="t" r="r" b="b"/>
              <a:pathLst>
                <a:path w="1584" h="1528" extrusionOk="0">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9" name="Google Shape;279;p3"/>
            <p:cNvSpPr/>
            <p:nvPr/>
          </p:nvSpPr>
          <p:spPr>
            <a:xfrm>
              <a:off x="3074475" y="4307150"/>
              <a:ext cx="15500" cy="15550"/>
            </a:xfrm>
            <a:custGeom>
              <a:avLst/>
              <a:gdLst/>
              <a:ahLst/>
              <a:cxnLst/>
              <a:rect l="l" t="t" r="r" b="b"/>
              <a:pathLst>
                <a:path w="620" h="622" extrusionOk="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 name="Google Shape;280;p3"/>
            <p:cNvSpPr/>
            <p:nvPr/>
          </p:nvSpPr>
          <p:spPr>
            <a:xfrm>
              <a:off x="3911200" y="4344925"/>
              <a:ext cx="16375" cy="15575"/>
            </a:xfrm>
            <a:custGeom>
              <a:avLst/>
              <a:gdLst/>
              <a:ahLst/>
              <a:cxnLst/>
              <a:rect l="l" t="t" r="r" b="b"/>
              <a:pathLst>
                <a:path w="655" h="623" extrusionOk="0">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81" name="Google Shape;281;p3"/>
          <p:cNvSpPr/>
          <p:nvPr/>
        </p:nvSpPr>
        <p:spPr>
          <a:xfrm>
            <a:off x="0" y="4845825"/>
            <a:ext cx="9144000" cy="297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 name="Google Shape;282;p3"/>
          <p:cNvSpPr txBox="1">
            <a:spLocks noGrp="1"/>
          </p:cNvSpPr>
          <p:nvPr>
            <p:ph type="title"/>
          </p:nvPr>
        </p:nvSpPr>
        <p:spPr>
          <a:xfrm>
            <a:off x="622250" y="1934525"/>
            <a:ext cx="3949800" cy="1546500"/>
          </a:xfrm>
          <a:prstGeom prst="rect">
            <a:avLst/>
          </a:prstGeom>
        </p:spPr>
        <p:txBody>
          <a:bodyPr spcFirstLastPara="1" wrap="square" lIns="91425" tIns="91425" rIns="91425" bIns="91425" anchor="t" anchorCtr="0">
            <a:noAutofit/>
          </a:bodyPr>
          <a:lstStyle>
            <a:lvl1pPr lvl="0" algn="l">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83" name="Google Shape;283;p3"/>
          <p:cNvSpPr txBox="1">
            <a:spLocks noGrp="1"/>
          </p:cNvSpPr>
          <p:nvPr>
            <p:ph type="title" idx="2" hasCustomPrompt="1"/>
          </p:nvPr>
        </p:nvSpPr>
        <p:spPr>
          <a:xfrm>
            <a:off x="622250" y="953225"/>
            <a:ext cx="5039400" cy="981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4" name="Google Shape;284;p3"/>
          <p:cNvSpPr txBox="1">
            <a:spLocks noGrp="1"/>
          </p:cNvSpPr>
          <p:nvPr>
            <p:ph type="subTitle" idx="1"/>
          </p:nvPr>
        </p:nvSpPr>
        <p:spPr>
          <a:xfrm>
            <a:off x="622250" y="3601950"/>
            <a:ext cx="5039400" cy="39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solidFill>
                  <a:schemeClr val="dk1"/>
                </a:solidFill>
              </a:defRPr>
            </a:lvl1pPr>
            <a:lvl2pPr lvl="1" algn="ctr" rtl="0">
              <a:lnSpc>
                <a:spcPct val="100000"/>
              </a:lnSpc>
              <a:spcBef>
                <a:spcPts val="160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7"/>
        <p:cNvGrpSpPr/>
        <p:nvPr/>
      </p:nvGrpSpPr>
      <p:grpSpPr>
        <a:xfrm>
          <a:off x="0" y="0"/>
          <a:ext cx="0" cy="0"/>
          <a:chOff x="0" y="0"/>
          <a:chExt cx="0" cy="0"/>
        </a:xfrm>
      </p:grpSpPr>
      <p:grpSp>
        <p:nvGrpSpPr>
          <p:cNvPr id="378" name="Google Shape;378;p5"/>
          <p:cNvGrpSpPr/>
          <p:nvPr/>
        </p:nvGrpSpPr>
        <p:grpSpPr>
          <a:xfrm>
            <a:off x="-4" y="-2"/>
            <a:ext cx="1262493" cy="697985"/>
            <a:chOff x="3729625" y="3808325"/>
            <a:chExt cx="470325" cy="260025"/>
          </a:xfrm>
        </p:grpSpPr>
        <p:sp>
          <p:nvSpPr>
            <p:cNvPr id="379" name="Google Shape;379;p5"/>
            <p:cNvSpPr/>
            <p:nvPr/>
          </p:nvSpPr>
          <p:spPr>
            <a:xfrm>
              <a:off x="4184725" y="3808325"/>
              <a:ext cx="15225" cy="20575"/>
            </a:xfrm>
            <a:custGeom>
              <a:avLst/>
              <a:gdLst/>
              <a:ahLst/>
              <a:cxnLst/>
              <a:rect l="l" t="t" r="r" b="b"/>
              <a:pathLst>
                <a:path w="609" h="823" extrusionOk="0">
                  <a:moveTo>
                    <a:pt x="346" y="1"/>
                  </a:moveTo>
                  <a:lnTo>
                    <a:pt x="1" y="727"/>
                  </a:lnTo>
                  <a:lnTo>
                    <a:pt x="227" y="822"/>
                  </a:lnTo>
                  <a:lnTo>
                    <a:pt x="60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 name="Google Shape;380;p5"/>
            <p:cNvSpPr/>
            <p:nvPr/>
          </p:nvSpPr>
          <p:spPr>
            <a:xfrm>
              <a:off x="40534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 name="Google Shape;381;p5"/>
            <p:cNvSpPr/>
            <p:nvPr/>
          </p:nvSpPr>
          <p:spPr>
            <a:xfrm>
              <a:off x="40540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 name="Google Shape;382;p5"/>
            <p:cNvSpPr/>
            <p:nvPr/>
          </p:nvSpPr>
          <p:spPr>
            <a:xfrm>
              <a:off x="4052575" y="3877975"/>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 name="Google Shape;383;p5"/>
            <p:cNvSpPr/>
            <p:nvPr/>
          </p:nvSpPr>
          <p:spPr>
            <a:xfrm>
              <a:off x="4052575" y="3877975"/>
              <a:ext cx="925" cy="25"/>
            </a:xfrm>
            <a:custGeom>
              <a:avLst/>
              <a:gdLst/>
              <a:ahLst/>
              <a:cxnLst/>
              <a:rect l="l" t="t" r="r" b="b"/>
              <a:pathLst>
                <a:path w="37" h="1" extrusionOk="0">
                  <a:moveTo>
                    <a:pt x="36"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 name="Google Shape;384;p5"/>
            <p:cNvSpPr/>
            <p:nvPr/>
          </p:nvSpPr>
          <p:spPr>
            <a:xfrm>
              <a:off x="4052875" y="3817575"/>
              <a:ext cx="75325" cy="60150"/>
            </a:xfrm>
            <a:custGeom>
              <a:avLst/>
              <a:gdLst/>
              <a:ahLst/>
              <a:cxnLst/>
              <a:rect l="l" t="t" r="r" b="b"/>
              <a:pathLst>
                <a:path w="3013" h="2406" extrusionOk="0">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 name="Google Shape;385;p5"/>
            <p:cNvSpPr/>
            <p:nvPr/>
          </p:nvSpPr>
          <p:spPr>
            <a:xfrm>
              <a:off x="4054375" y="3877700"/>
              <a:ext cx="900" cy="300"/>
            </a:xfrm>
            <a:custGeom>
              <a:avLst/>
              <a:gdLst/>
              <a:ahLst/>
              <a:cxnLst/>
              <a:rect l="l" t="t" r="r" b="b"/>
              <a:pathLst>
                <a:path w="36" h="12" extrusionOk="0">
                  <a:moveTo>
                    <a:pt x="36" y="0"/>
                  </a:moveTo>
                  <a:cubicBezTo>
                    <a:pt x="36" y="0"/>
                    <a:pt x="24" y="0"/>
                    <a:pt x="0" y="12"/>
                  </a:cubicBezTo>
                  <a:cubicBezTo>
                    <a:pt x="24" y="12"/>
                    <a:pt x="36" y="0"/>
                    <a:pt x="3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 name="Google Shape;386;p5"/>
            <p:cNvSpPr/>
            <p:nvPr/>
          </p:nvSpPr>
          <p:spPr>
            <a:xfrm>
              <a:off x="3913575" y="3827100"/>
              <a:ext cx="143200" cy="50900"/>
            </a:xfrm>
            <a:custGeom>
              <a:avLst/>
              <a:gdLst/>
              <a:ahLst/>
              <a:cxnLst/>
              <a:rect l="l" t="t" r="r" b="b"/>
              <a:pathLst>
                <a:path w="5728" h="2036" extrusionOk="0">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 name="Google Shape;387;p5"/>
            <p:cNvSpPr/>
            <p:nvPr/>
          </p:nvSpPr>
          <p:spPr>
            <a:xfrm>
              <a:off x="4141275" y="3808325"/>
              <a:ext cx="5975" cy="2725"/>
            </a:xfrm>
            <a:custGeom>
              <a:avLst/>
              <a:gdLst/>
              <a:ahLst/>
              <a:cxnLst/>
              <a:rect l="l" t="t" r="r" b="b"/>
              <a:pathLst>
                <a:path w="239" h="109" extrusionOk="0">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 name="Google Shape;388;p5"/>
            <p:cNvSpPr/>
            <p:nvPr/>
          </p:nvSpPr>
          <p:spPr>
            <a:xfrm>
              <a:off x="4141875" y="3809525"/>
              <a:ext cx="51525" cy="25325"/>
            </a:xfrm>
            <a:custGeom>
              <a:avLst/>
              <a:gdLst/>
              <a:ahLst/>
              <a:cxnLst/>
              <a:rect l="l" t="t" r="r" b="b"/>
              <a:pathLst>
                <a:path w="2061" h="1013" extrusionOk="0">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 name="Google Shape;389;p5"/>
            <p:cNvSpPr/>
            <p:nvPr/>
          </p:nvSpPr>
          <p:spPr>
            <a:xfrm>
              <a:off x="4122525" y="3808325"/>
              <a:ext cx="3900" cy="1225"/>
            </a:xfrm>
            <a:custGeom>
              <a:avLst/>
              <a:gdLst/>
              <a:ahLst/>
              <a:cxnLst/>
              <a:rect l="l" t="t" r="r" b="b"/>
              <a:pathLst>
                <a:path w="156" h="49" extrusionOk="0">
                  <a:moveTo>
                    <a:pt x="1" y="1"/>
                  </a:moveTo>
                  <a:lnTo>
                    <a:pt x="120" y="49"/>
                  </a:lnTo>
                  <a:cubicBezTo>
                    <a:pt x="132" y="37"/>
                    <a:pt x="132" y="13"/>
                    <a:pt x="15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 name="Google Shape;390;p5"/>
            <p:cNvSpPr/>
            <p:nvPr/>
          </p:nvSpPr>
          <p:spPr>
            <a:xfrm>
              <a:off x="3906425" y="3808325"/>
              <a:ext cx="10750" cy="16400"/>
            </a:xfrm>
            <a:custGeom>
              <a:avLst/>
              <a:gdLst/>
              <a:ahLst/>
              <a:cxnLst/>
              <a:rect l="l" t="t" r="r" b="b"/>
              <a:pathLst>
                <a:path w="430" h="656" extrusionOk="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 name="Google Shape;391;p5"/>
            <p:cNvSpPr/>
            <p:nvPr/>
          </p:nvSpPr>
          <p:spPr>
            <a:xfrm>
              <a:off x="3838275" y="3832450"/>
              <a:ext cx="71150" cy="218800"/>
            </a:xfrm>
            <a:custGeom>
              <a:avLst/>
              <a:gdLst/>
              <a:ahLst/>
              <a:cxnLst/>
              <a:rect l="l" t="t" r="r" b="b"/>
              <a:pathLst>
                <a:path w="2846" h="8752" extrusionOk="0">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 name="Google Shape;392;p5"/>
            <p:cNvSpPr/>
            <p:nvPr/>
          </p:nvSpPr>
          <p:spPr>
            <a:xfrm>
              <a:off x="3813250" y="3808325"/>
              <a:ext cx="91425" cy="24750"/>
            </a:xfrm>
            <a:custGeom>
              <a:avLst/>
              <a:gdLst/>
              <a:ahLst/>
              <a:cxnLst/>
              <a:rect l="l" t="t" r="r" b="b"/>
              <a:pathLst>
                <a:path w="3657" h="990" extrusionOk="0">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3" name="Google Shape;393;p5"/>
            <p:cNvSpPr/>
            <p:nvPr/>
          </p:nvSpPr>
          <p:spPr>
            <a:xfrm>
              <a:off x="3729625" y="3808325"/>
              <a:ext cx="107475" cy="244125"/>
            </a:xfrm>
            <a:custGeom>
              <a:avLst/>
              <a:gdLst/>
              <a:ahLst/>
              <a:cxnLst/>
              <a:rect l="l" t="t" r="r" b="b"/>
              <a:pathLst>
                <a:path w="4299" h="9765" extrusionOk="0">
                  <a:moveTo>
                    <a:pt x="0" y="1"/>
                  </a:moveTo>
                  <a:lnTo>
                    <a:pt x="4108" y="9764"/>
                  </a:lnTo>
                  <a:cubicBezTo>
                    <a:pt x="4156" y="9716"/>
                    <a:pt x="4215" y="9681"/>
                    <a:pt x="4298" y="965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4" name="Google Shape;394;p5"/>
            <p:cNvSpPr/>
            <p:nvPr/>
          </p:nvSpPr>
          <p:spPr>
            <a:xfrm>
              <a:off x="4180275" y="3827875"/>
              <a:ext cx="10150" cy="9700"/>
            </a:xfrm>
            <a:custGeom>
              <a:avLst/>
              <a:gdLst/>
              <a:ahLst/>
              <a:cxnLst/>
              <a:rect l="l" t="t" r="r" b="b"/>
              <a:pathLst>
                <a:path w="406" h="388" extrusionOk="0">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 name="Google Shape;395;p5"/>
            <p:cNvSpPr/>
            <p:nvPr/>
          </p:nvSpPr>
          <p:spPr>
            <a:xfrm>
              <a:off x="4124025" y="3808325"/>
              <a:ext cx="19075" cy="15750"/>
            </a:xfrm>
            <a:custGeom>
              <a:avLst/>
              <a:gdLst/>
              <a:ahLst/>
              <a:cxnLst/>
              <a:rect l="l" t="t" r="r" b="b"/>
              <a:pathLst>
                <a:path w="763" h="630" extrusionOk="0">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 name="Google Shape;396;p5"/>
            <p:cNvSpPr/>
            <p:nvPr/>
          </p:nvSpPr>
          <p:spPr>
            <a:xfrm>
              <a:off x="3828750" y="4049725"/>
              <a:ext cx="20250" cy="18625"/>
            </a:xfrm>
            <a:custGeom>
              <a:avLst/>
              <a:gdLst/>
              <a:ahLst/>
              <a:cxnLst/>
              <a:rect l="l" t="t" r="r" b="b"/>
              <a:pathLst>
                <a:path w="810" h="745" extrusionOk="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 name="Google Shape;397;p5"/>
            <p:cNvSpPr/>
            <p:nvPr/>
          </p:nvSpPr>
          <p:spPr>
            <a:xfrm>
              <a:off x="3903450" y="3823400"/>
              <a:ext cx="11625" cy="11450"/>
            </a:xfrm>
            <a:custGeom>
              <a:avLst/>
              <a:gdLst/>
              <a:ahLst/>
              <a:cxnLst/>
              <a:rect l="l" t="t" r="r" b="b"/>
              <a:pathLst>
                <a:path w="465" h="458" extrusionOk="0">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98" name="Google Shape;398;p5"/>
          <p:cNvGrpSpPr/>
          <p:nvPr/>
        </p:nvGrpSpPr>
        <p:grpSpPr>
          <a:xfrm flipH="1">
            <a:off x="7881496" y="-2"/>
            <a:ext cx="1262493" cy="697985"/>
            <a:chOff x="3729625" y="3808325"/>
            <a:chExt cx="470325" cy="260025"/>
          </a:xfrm>
        </p:grpSpPr>
        <p:sp>
          <p:nvSpPr>
            <p:cNvPr id="399" name="Google Shape;399;p5"/>
            <p:cNvSpPr/>
            <p:nvPr/>
          </p:nvSpPr>
          <p:spPr>
            <a:xfrm>
              <a:off x="4184725" y="3808325"/>
              <a:ext cx="15225" cy="20575"/>
            </a:xfrm>
            <a:custGeom>
              <a:avLst/>
              <a:gdLst/>
              <a:ahLst/>
              <a:cxnLst/>
              <a:rect l="l" t="t" r="r" b="b"/>
              <a:pathLst>
                <a:path w="609" h="823" extrusionOk="0">
                  <a:moveTo>
                    <a:pt x="346" y="1"/>
                  </a:moveTo>
                  <a:lnTo>
                    <a:pt x="1" y="727"/>
                  </a:lnTo>
                  <a:lnTo>
                    <a:pt x="227" y="822"/>
                  </a:lnTo>
                  <a:lnTo>
                    <a:pt x="60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 name="Google Shape;400;p5"/>
            <p:cNvSpPr/>
            <p:nvPr/>
          </p:nvSpPr>
          <p:spPr>
            <a:xfrm>
              <a:off x="40534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 name="Google Shape;401;p5"/>
            <p:cNvSpPr/>
            <p:nvPr/>
          </p:nvSpPr>
          <p:spPr>
            <a:xfrm>
              <a:off x="40540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 name="Google Shape;402;p5"/>
            <p:cNvSpPr/>
            <p:nvPr/>
          </p:nvSpPr>
          <p:spPr>
            <a:xfrm>
              <a:off x="4052575" y="3877975"/>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 name="Google Shape;403;p5"/>
            <p:cNvSpPr/>
            <p:nvPr/>
          </p:nvSpPr>
          <p:spPr>
            <a:xfrm>
              <a:off x="4052575" y="3877975"/>
              <a:ext cx="925" cy="25"/>
            </a:xfrm>
            <a:custGeom>
              <a:avLst/>
              <a:gdLst/>
              <a:ahLst/>
              <a:cxnLst/>
              <a:rect l="l" t="t" r="r" b="b"/>
              <a:pathLst>
                <a:path w="37" h="1" extrusionOk="0">
                  <a:moveTo>
                    <a:pt x="36"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 name="Google Shape;404;p5"/>
            <p:cNvSpPr/>
            <p:nvPr/>
          </p:nvSpPr>
          <p:spPr>
            <a:xfrm>
              <a:off x="4052875" y="3817575"/>
              <a:ext cx="75325" cy="60150"/>
            </a:xfrm>
            <a:custGeom>
              <a:avLst/>
              <a:gdLst/>
              <a:ahLst/>
              <a:cxnLst/>
              <a:rect l="l" t="t" r="r" b="b"/>
              <a:pathLst>
                <a:path w="3013" h="2406" extrusionOk="0">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 name="Google Shape;405;p5"/>
            <p:cNvSpPr/>
            <p:nvPr/>
          </p:nvSpPr>
          <p:spPr>
            <a:xfrm>
              <a:off x="4054375" y="3877700"/>
              <a:ext cx="900" cy="300"/>
            </a:xfrm>
            <a:custGeom>
              <a:avLst/>
              <a:gdLst/>
              <a:ahLst/>
              <a:cxnLst/>
              <a:rect l="l" t="t" r="r" b="b"/>
              <a:pathLst>
                <a:path w="36" h="12" extrusionOk="0">
                  <a:moveTo>
                    <a:pt x="36" y="0"/>
                  </a:moveTo>
                  <a:cubicBezTo>
                    <a:pt x="36" y="0"/>
                    <a:pt x="24" y="0"/>
                    <a:pt x="0" y="12"/>
                  </a:cubicBezTo>
                  <a:cubicBezTo>
                    <a:pt x="24" y="12"/>
                    <a:pt x="36" y="0"/>
                    <a:pt x="3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 name="Google Shape;406;p5"/>
            <p:cNvSpPr/>
            <p:nvPr/>
          </p:nvSpPr>
          <p:spPr>
            <a:xfrm>
              <a:off x="3913575" y="3827100"/>
              <a:ext cx="143200" cy="50900"/>
            </a:xfrm>
            <a:custGeom>
              <a:avLst/>
              <a:gdLst/>
              <a:ahLst/>
              <a:cxnLst/>
              <a:rect l="l" t="t" r="r" b="b"/>
              <a:pathLst>
                <a:path w="5728" h="2036" extrusionOk="0">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 name="Google Shape;407;p5"/>
            <p:cNvSpPr/>
            <p:nvPr/>
          </p:nvSpPr>
          <p:spPr>
            <a:xfrm>
              <a:off x="4141275" y="3808325"/>
              <a:ext cx="5975" cy="2725"/>
            </a:xfrm>
            <a:custGeom>
              <a:avLst/>
              <a:gdLst/>
              <a:ahLst/>
              <a:cxnLst/>
              <a:rect l="l" t="t" r="r" b="b"/>
              <a:pathLst>
                <a:path w="239" h="109" extrusionOk="0">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 name="Google Shape;408;p5"/>
            <p:cNvSpPr/>
            <p:nvPr/>
          </p:nvSpPr>
          <p:spPr>
            <a:xfrm>
              <a:off x="4141875" y="3809525"/>
              <a:ext cx="51525" cy="25325"/>
            </a:xfrm>
            <a:custGeom>
              <a:avLst/>
              <a:gdLst/>
              <a:ahLst/>
              <a:cxnLst/>
              <a:rect l="l" t="t" r="r" b="b"/>
              <a:pathLst>
                <a:path w="2061" h="1013" extrusionOk="0">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 name="Google Shape;409;p5"/>
            <p:cNvSpPr/>
            <p:nvPr/>
          </p:nvSpPr>
          <p:spPr>
            <a:xfrm>
              <a:off x="4122525" y="3808325"/>
              <a:ext cx="3900" cy="1225"/>
            </a:xfrm>
            <a:custGeom>
              <a:avLst/>
              <a:gdLst/>
              <a:ahLst/>
              <a:cxnLst/>
              <a:rect l="l" t="t" r="r" b="b"/>
              <a:pathLst>
                <a:path w="156" h="49" extrusionOk="0">
                  <a:moveTo>
                    <a:pt x="1" y="1"/>
                  </a:moveTo>
                  <a:lnTo>
                    <a:pt x="120" y="49"/>
                  </a:lnTo>
                  <a:cubicBezTo>
                    <a:pt x="132" y="37"/>
                    <a:pt x="132" y="13"/>
                    <a:pt x="15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 name="Google Shape;410;p5"/>
            <p:cNvSpPr/>
            <p:nvPr/>
          </p:nvSpPr>
          <p:spPr>
            <a:xfrm>
              <a:off x="3906425" y="3808325"/>
              <a:ext cx="10750" cy="16400"/>
            </a:xfrm>
            <a:custGeom>
              <a:avLst/>
              <a:gdLst/>
              <a:ahLst/>
              <a:cxnLst/>
              <a:rect l="l" t="t" r="r" b="b"/>
              <a:pathLst>
                <a:path w="430" h="656" extrusionOk="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 name="Google Shape;411;p5"/>
            <p:cNvSpPr/>
            <p:nvPr/>
          </p:nvSpPr>
          <p:spPr>
            <a:xfrm>
              <a:off x="3838275" y="3832450"/>
              <a:ext cx="71150" cy="218800"/>
            </a:xfrm>
            <a:custGeom>
              <a:avLst/>
              <a:gdLst/>
              <a:ahLst/>
              <a:cxnLst/>
              <a:rect l="l" t="t" r="r" b="b"/>
              <a:pathLst>
                <a:path w="2846" h="8752" extrusionOk="0">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 name="Google Shape;412;p5"/>
            <p:cNvSpPr/>
            <p:nvPr/>
          </p:nvSpPr>
          <p:spPr>
            <a:xfrm>
              <a:off x="3813250" y="3808325"/>
              <a:ext cx="91425" cy="24750"/>
            </a:xfrm>
            <a:custGeom>
              <a:avLst/>
              <a:gdLst/>
              <a:ahLst/>
              <a:cxnLst/>
              <a:rect l="l" t="t" r="r" b="b"/>
              <a:pathLst>
                <a:path w="3657" h="990" extrusionOk="0">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 name="Google Shape;413;p5"/>
            <p:cNvSpPr/>
            <p:nvPr/>
          </p:nvSpPr>
          <p:spPr>
            <a:xfrm>
              <a:off x="3729625" y="3808325"/>
              <a:ext cx="107475" cy="244125"/>
            </a:xfrm>
            <a:custGeom>
              <a:avLst/>
              <a:gdLst/>
              <a:ahLst/>
              <a:cxnLst/>
              <a:rect l="l" t="t" r="r" b="b"/>
              <a:pathLst>
                <a:path w="4299" h="9765" extrusionOk="0">
                  <a:moveTo>
                    <a:pt x="0" y="1"/>
                  </a:moveTo>
                  <a:lnTo>
                    <a:pt x="4108" y="9764"/>
                  </a:lnTo>
                  <a:cubicBezTo>
                    <a:pt x="4156" y="9716"/>
                    <a:pt x="4215" y="9681"/>
                    <a:pt x="4298" y="965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5"/>
            <p:cNvSpPr/>
            <p:nvPr/>
          </p:nvSpPr>
          <p:spPr>
            <a:xfrm>
              <a:off x="4180275" y="3827875"/>
              <a:ext cx="10150" cy="9700"/>
            </a:xfrm>
            <a:custGeom>
              <a:avLst/>
              <a:gdLst/>
              <a:ahLst/>
              <a:cxnLst/>
              <a:rect l="l" t="t" r="r" b="b"/>
              <a:pathLst>
                <a:path w="406" h="388" extrusionOk="0">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 name="Google Shape;415;p5"/>
            <p:cNvSpPr/>
            <p:nvPr/>
          </p:nvSpPr>
          <p:spPr>
            <a:xfrm>
              <a:off x="4124025" y="3808325"/>
              <a:ext cx="19075" cy="15750"/>
            </a:xfrm>
            <a:custGeom>
              <a:avLst/>
              <a:gdLst/>
              <a:ahLst/>
              <a:cxnLst/>
              <a:rect l="l" t="t" r="r" b="b"/>
              <a:pathLst>
                <a:path w="763" h="630" extrusionOk="0">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 name="Google Shape;416;p5"/>
            <p:cNvSpPr/>
            <p:nvPr/>
          </p:nvSpPr>
          <p:spPr>
            <a:xfrm>
              <a:off x="3828750" y="4049725"/>
              <a:ext cx="20250" cy="18625"/>
            </a:xfrm>
            <a:custGeom>
              <a:avLst/>
              <a:gdLst/>
              <a:ahLst/>
              <a:cxnLst/>
              <a:rect l="l" t="t" r="r" b="b"/>
              <a:pathLst>
                <a:path w="810" h="745" extrusionOk="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 name="Google Shape;417;p5"/>
            <p:cNvSpPr/>
            <p:nvPr/>
          </p:nvSpPr>
          <p:spPr>
            <a:xfrm>
              <a:off x="3903450" y="3823400"/>
              <a:ext cx="11625" cy="11450"/>
            </a:xfrm>
            <a:custGeom>
              <a:avLst/>
              <a:gdLst/>
              <a:ahLst/>
              <a:cxnLst/>
              <a:rect l="l" t="t" r="r" b="b"/>
              <a:pathLst>
                <a:path w="465" h="458" extrusionOk="0">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18" name="Google Shape;418;p5"/>
          <p:cNvGrpSpPr/>
          <p:nvPr/>
        </p:nvGrpSpPr>
        <p:grpSpPr>
          <a:xfrm rot="10800000" flipH="1">
            <a:off x="-5825" y="2616294"/>
            <a:ext cx="1451646" cy="2527204"/>
            <a:chOff x="1083450" y="1318750"/>
            <a:chExt cx="624525" cy="1087250"/>
          </a:xfrm>
        </p:grpSpPr>
        <p:sp>
          <p:nvSpPr>
            <p:cNvPr id="419" name="Google Shape;419;p5"/>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 name="Google Shape;420;p5"/>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 name="Google Shape;421;p5"/>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 name="Google Shape;422;p5"/>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 name="Google Shape;423;p5"/>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 name="Google Shape;424;p5"/>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 name="Google Shape;425;p5"/>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 name="Google Shape;426;p5"/>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 name="Google Shape;427;p5"/>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 name="Google Shape;428;p5"/>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 name="Google Shape;429;p5"/>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 name="Google Shape;430;p5"/>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 name="Google Shape;431;p5"/>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 name="Google Shape;432;p5"/>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 name="Google Shape;433;p5"/>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 name="Google Shape;434;p5"/>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 name="Google Shape;435;p5"/>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 name="Google Shape;436;p5"/>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 name="Google Shape;437;p5"/>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 name="Google Shape;438;p5"/>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 name="Google Shape;439;p5"/>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 name="Google Shape;440;p5"/>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 name="Google Shape;441;p5"/>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 name="Google Shape;442;p5"/>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 name="Google Shape;443;p5"/>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 name="Google Shape;444;p5"/>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 name="Google Shape;445;p5"/>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 name="Google Shape;446;p5"/>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 name="Google Shape;447;p5"/>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 name="Google Shape;448;p5"/>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 name="Google Shape;449;p5"/>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 name="Google Shape;450;p5"/>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 name="Google Shape;451;p5"/>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 name="Google Shape;452;p5"/>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 name="Google Shape;453;p5"/>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 name="Google Shape;454;p5"/>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 name="Google Shape;455;p5"/>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56" name="Google Shape;456;p5"/>
          <p:cNvGrpSpPr/>
          <p:nvPr/>
        </p:nvGrpSpPr>
        <p:grpSpPr>
          <a:xfrm rot="10800000">
            <a:off x="7698175" y="2616294"/>
            <a:ext cx="1451646" cy="2527204"/>
            <a:chOff x="1083450" y="1318750"/>
            <a:chExt cx="624525" cy="1087250"/>
          </a:xfrm>
        </p:grpSpPr>
        <p:sp>
          <p:nvSpPr>
            <p:cNvPr id="457" name="Google Shape;457;p5"/>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 name="Google Shape;458;p5"/>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 name="Google Shape;459;p5"/>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5"/>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1" name="Google Shape;461;p5"/>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2" name="Google Shape;462;p5"/>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463;p5"/>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464;p5"/>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5" name="Google Shape;465;p5"/>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6" name="Google Shape;466;p5"/>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7" name="Google Shape;467;p5"/>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8" name="Google Shape;468;p5"/>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9" name="Google Shape;469;p5"/>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0" name="Google Shape;470;p5"/>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5"/>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2" name="Google Shape;472;p5"/>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3" name="Google Shape;473;p5"/>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 name="Google Shape;474;p5"/>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5" name="Google Shape;475;p5"/>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6" name="Google Shape;476;p5"/>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7" name="Google Shape;477;p5"/>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8" name="Google Shape;478;p5"/>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9" name="Google Shape;479;p5"/>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0" name="Google Shape;480;p5"/>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1" name="Google Shape;481;p5"/>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2" name="Google Shape;482;p5"/>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3" name="Google Shape;483;p5"/>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4" name="Google Shape;484;p5"/>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5" name="Google Shape;485;p5"/>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6" name="Google Shape;486;p5"/>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7" name="Google Shape;487;p5"/>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8" name="Google Shape;488;p5"/>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9" name="Google Shape;489;p5"/>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0" name="Google Shape;490;p5"/>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1" name="Google Shape;491;p5"/>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2" name="Google Shape;492;p5"/>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3" name="Google Shape;493;p5"/>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94" name="Google Shape;494;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95" name="Google Shape;495;p5"/>
          <p:cNvSpPr txBox="1">
            <a:spLocks noGrp="1"/>
          </p:cNvSpPr>
          <p:nvPr>
            <p:ph type="title" idx="2"/>
          </p:nvPr>
        </p:nvSpPr>
        <p:spPr>
          <a:xfrm>
            <a:off x="1525123" y="2626694"/>
            <a:ext cx="28857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2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96" name="Google Shape;496;p5"/>
          <p:cNvSpPr txBox="1">
            <a:spLocks noGrp="1"/>
          </p:cNvSpPr>
          <p:nvPr>
            <p:ph type="title" idx="3"/>
          </p:nvPr>
        </p:nvSpPr>
        <p:spPr>
          <a:xfrm>
            <a:off x="4733177" y="2626694"/>
            <a:ext cx="28857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2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97" name="Google Shape;497;p5"/>
          <p:cNvSpPr txBox="1">
            <a:spLocks noGrp="1"/>
          </p:cNvSpPr>
          <p:nvPr>
            <p:ph type="subTitle" idx="1"/>
          </p:nvPr>
        </p:nvSpPr>
        <p:spPr>
          <a:xfrm>
            <a:off x="4733173" y="2945269"/>
            <a:ext cx="28857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98" name="Google Shape;498;p5"/>
          <p:cNvSpPr txBox="1">
            <a:spLocks noGrp="1"/>
          </p:cNvSpPr>
          <p:nvPr>
            <p:ph type="subTitle" idx="4"/>
          </p:nvPr>
        </p:nvSpPr>
        <p:spPr>
          <a:xfrm>
            <a:off x="1525123" y="2945269"/>
            <a:ext cx="28857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12"/>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413"/>
        <p:cNvGrpSpPr/>
        <p:nvPr/>
      </p:nvGrpSpPr>
      <p:grpSpPr>
        <a:xfrm>
          <a:off x="0" y="0"/>
          <a:ext cx="0" cy="0"/>
          <a:chOff x="0" y="0"/>
          <a:chExt cx="0" cy="0"/>
        </a:xfrm>
      </p:grpSpPr>
      <p:grpSp>
        <p:nvGrpSpPr>
          <p:cNvPr id="1414" name="Google Shape;1414;p13"/>
          <p:cNvGrpSpPr/>
          <p:nvPr/>
        </p:nvGrpSpPr>
        <p:grpSpPr>
          <a:xfrm rot="10800000">
            <a:off x="-22204" y="145"/>
            <a:ext cx="2094212" cy="1053578"/>
            <a:chOff x="4905075" y="2588800"/>
            <a:chExt cx="982875" cy="494475"/>
          </a:xfrm>
        </p:grpSpPr>
        <p:sp>
          <p:nvSpPr>
            <p:cNvPr id="1415" name="Google Shape;1415;p13"/>
            <p:cNvSpPr/>
            <p:nvPr/>
          </p:nvSpPr>
          <p:spPr>
            <a:xfrm>
              <a:off x="5082475" y="3000200"/>
              <a:ext cx="30675" cy="83075"/>
            </a:xfrm>
            <a:custGeom>
              <a:avLst/>
              <a:gdLst/>
              <a:ahLst/>
              <a:cxnLst/>
              <a:rect l="l" t="t" r="r" b="b"/>
              <a:pathLst>
                <a:path w="1227" h="3323" extrusionOk="0">
                  <a:moveTo>
                    <a:pt x="1048" y="1"/>
                  </a:moveTo>
                  <a:lnTo>
                    <a:pt x="0" y="3322"/>
                  </a:lnTo>
                  <a:lnTo>
                    <a:pt x="191" y="3322"/>
                  </a:lnTo>
                  <a:lnTo>
                    <a:pt x="1227" y="48"/>
                  </a:lnTo>
                  <a:cubicBezTo>
                    <a:pt x="1167" y="48"/>
                    <a:pt x="1108" y="36"/>
                    <a:pt x="1048"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6" name="Google Shape;1416;p13"/>
            <p:cNvSpPr/>
            <p:nvPr/>
          </p:nvSpPr>
          <p:spPr>
            <a:xfrm>
              <a:off x="4905075" y="3083250"/>
              <a:ext cx="300" cy="25"/>
            </a:xfrm>
            <a:custGeom>
              <a:avLst/>
              <a:gdLst/>
              <a:ahLst/>
              <a:cxnLst/>
              <a:rect l="l" t="t" r="r" b="b"/>
              <a:pathLst>
                <a:path w="12" h="1" fill="none" extrusionOk="0">
                  <a:moveTo>
                    <a:pt x="12" y="0"/>
                  </a:move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7" name="Google Shape;1417;p13"/>
            <p:cNvSpPr/>
            <p:nvPr/>
          </p:nvSpPr>
          <p:spPr>
            <a:xfrm>
              <a:off x="5122050" y="2993050"/>
              <a:ext cx="87550" cy="45875"/>
            </a:xfrm>
            <a:custGeom>
              <a:avLst/>
              <a:gdLst/>
              <a:ahLst/>
              <a:cxnLst/>
              <a:rect l="l" t="t" r="r" b="b"/>
              <a:pathLst>
                <a:path w="3502" h="1835" extrusionOk="0">
                  <a:moveTo>
                    <a:pt x="72" y="1"/>
                  </a:moveTo>
                  <a:cubicBezTo>
                    <a:pt x="60" y="60"/>
                    <a:pt x="36" y="108"/>
                    <a:pt x="1" y="156"/>
                  </a:cubicBezTo>
                  <a:lnTo>
                    <a:pt x="3501" y="1834"/>
                  </a:lnTo>
                  <a:lnTo>
                    <a:pt x="3442" y="1608"/>
                  </a:lnTo>
                  <a:lnTo>
                    <a:pt x="9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8" name="Google Shape;1418;p13"/>
            <p:cNvSpPr/>
            <p:nvPr/>
          </p:nvSpPr>
          <p:spPr>
            <a:xfrm>
              <a:off x="5213425" y="3035925"/>
              <a:ext cx="97675" cy="47050"/>
            </a:xfrm>
            <a:custGeom>
              <a:avLst/>
              <a:gdLst/>
              <a:ahLst/>
              <a:cxnLst/>
              <a:rect l="l" t="t" r="r" b="b"/>
              <a:pathLst>
                <a:path w="3907" h="1882" extrusionOk="0">
                  <a:moveTo>
                    <a:pt x="1" y="0"/>
                  </a:moveTo>
                  <a:lnTo>
                    <a:pt x="61" y="227"/>
                  </a:lnTo>
                  <a:lnTo>
                    <a:pt x="3501" y="1881"/>
                  </a:lnTo>
                  <a:lnTo>
                    <a:pt x="3906" y="1881"/>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9" name="Google Shape;1419;p13"/>
            <p:cNvSpPr/>
            <p:nvPr/>
          </p:nvSpPr>
          <p:spPr>
            <a:xfrm>
              <a:off x="4919950" y="2993050"/>
              <a:ext cx="185175" cy="90225"/>
            </a:xfrm>
            <a:custGeom>
              <a:avLst/>
              <a:gdLst/>
              <a:ahLst/>
              <a:cxnLst/>
              <a:rect l="l" t="t" r="r" b="b"/>
              <a:pathLst>
                <a:path w="7407" h="3609" extrusionOk="0">
                  <a:moveTo>
                    <a:pt x="7335" y="1"/>
                  </a:moveTo>
                  <a:lnTo>
                    <a:pt x="0" y="3608"/>
                  </a:lnTo>
                  <a:lnTo>
                    <a:pt x="417" y="3608"/>
                  </a:lnTo>
                  <a:lnTo>
                    <a:pt x="7406" y="179"/>
                  </a:lnTo>
                  <a:cubicBezTo>
                    <a:pt x="7394" y="167"/>
                    <a:pt x="7394" y="156"/>
                    <a:pt x="7382" y="156"/>
                  </a:cubicBezTo>
                  <a:cubicBezTo>
                    <a:pt x="7370" y="96"/>
                    <a:pt x="7347" y="48"/>
                    <a:pt x="733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0" name="Google Shape;1420;p13"/>
            <p:cNvSpPr/>
            <p:nvPr/>
          </p:nvSpPr>
          <p:spPr>
            <a:xfrm>
              <a:off x="4909525" y="2607000"/>
              <a:ext cx="182500" cy="476275"/>
            </a:xfrm>
            <a:custGeom>
              <a:avLst/>
              <a:gdLst/>
              <a:ahLst/>
              <a:cxnLst/>
              <a:rect l="l" t="t" r="r" b="b"/>
              <a:pathLst>
                <a:path w="7300" h="19051" extrusionOk="0">
                  <a:moveTo>
                    <a:pt x="7121" y="0"/>
                  </a:moveTo>
                  <a:lnTo>
                    <a:pt x="1" y="19050"/>
                  </a:lnTo>
                  <a:lnTo>
                    <a:pt x="191" y="19050"/>
                  </a:lnTo>
                  <a:lnTo>
                    <a:pt x="7299" y="60"/>
                  </a:lnTo>
                  <a:cubicBezTo>
                    <a:pt x="7240" y="48"/>
                    <a:pt x="7192" y="24"/>
                    <a:pt x="712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1" name="Google Shape;1421;p13"/>
            <p:cNvSpPr/>
            <p:nvPr/>
          </p:nvSpPr>
          <p:spPr>
            <a:xfrm>
              <a:off x="5113425" y="2823400"/>
              <a:ext cx="33075" cy="158075"/>
            </a:xfrm>
            <a:custGeom>
              <a:avLst/>
              <a:gdLst/>
              <a:ahLst/>
              <a:cxnLst/>
              <a:rect l="l" t="t" r="r" b="b"/>
              <a:pathLst>
                <a:path w="1323" h="6323" extrusionOk="0">
                  <a:moveTo>
                    <a:pt x="1143" y="0"/>
                  </a:moveTo>
                  <a:lnTo>
                    <a:pt x="0" y="6299"/>
                  </a:lnTo>
                  <a:cubicBezTo>
                    <a:pt x="60" y="6299"/>
                    <a:pt x="120" y="6311"/>
                    <a:pt x="179" y="6322"/>
                  </a:cubicBezTo>
                  <a:lnTo>
                    <a:pt x="1322" y="36"/>
                  </a:lnTo>
                  <a:cubicBezTo>
                    <a:pt x="1263" y="36"/>
                    <a:pt x="1203" y="24"/>
                    <a:pt x="114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2" name="Google Shape;1422;p13"/>
            <p:cNvSpPr/>
            <p:nvPr/>
          </p:nvSpPr>
          <p:spPr>
            <a:xfrm>
              <a:off x="5201525" y="2989775"/>
              <a:ext cx="925" cy="1225"/>
            </a:xfrm>
            <a:custGeom>
              <a:avLst/>
              <a:gdLst/>
              <a:ahLst/>
              <a:cxnLst/>
              <a:rect l="l" t="t" r="r" b="b"/>
              <a:pathLst>
                <a:path w="37" h="49" extrusionOk="0">
                  <a:moveTo>
                    <a:pt x="13" y="1"/>
                  </a:moveTo>
                  <a:cubicBezTo>
                    <a:pt x="13" y="13"/>
                    <a:pt x="1" y="37"/>
                    <a:pt x="1" y="48"/>
                  </a:cubicBezTo>
                  <a:lnTo>
                    <a:pt x="36" y="48"/>
                  </a:lnTo>
                  <a:lnTo>
                    <a:pt x="1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3" name="Google Shape;1423;p13"/>
            <p:cNvSpPr/>
            <p:nvPr/>
          </p:nvSpPr>
          <p:spPr>
            <a:xfrm>
              <a:off x="5156275" y="2820425"/>
              <a:ext cx="44975" cy="165800"/>
            </a:xfrm>
            <a:custGeom>
              <a:avLst/>
              <a:gdLst/>
              <a:ahLst/>
              <a:cxnLst/>
              <a:rect l="l" t="t" r="r" b="b"/>
              <a:pathLst>
                <a:path w="1799" h="6632" extrusionOk="0">
                  <a:moveTo>
                    <a:pt x="144" y="0"/>
                  </a:moveTo>
                  <a:cubicBezTo>
                    <a:pt x="132" y="24"/>
                    <a:pt x="120" y="36"/>
                    <a:pt x="96" y="36"/>
                  </a:cubicBezTo>
                  <a:cubicBezTo>
                    <a:pt x="72" y="48"/>
                    <a:pt x="25" y="84"/>
                    <a:pt x="1" y="95"/>
                  </a:cubicBezTo>
                  <a:lnTo>
                    <a:pt x="1608" y="6584"/>
                  </a:lnTo>
                  <a:cubicBezTo>
                    <a:pt x="1627" y="6573"/>
                    <a:pt x="1649" y="6568"/>
                    <a:pt x="1671" y="6568"/>
                  </a:cubicBezTo>
                  <a:cubicBezTo>
                    <a:pt x="1718" y="6568"/>
                    <a:pt x="1766" y="6591"/>
                    <a:pt x="1799" y="6632"/>
                  </a:cubicBezTo>
                  <a:lnTo>
                    <a:pt x="156" y="48"/>
                  </a:lnTo>
                  <a:cubicBezTo>
                    <a:pt x="156" y="36"/>
                    <a:pt x="144" y="12"/>
                    <a:pt x="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4" name="Google Shape;1424;p13"/>
            <p:cNvSpPr/>
            <p:nvPr/>
          </p:nvSpPr>
          <p:spPr>
            <a:xfrm>
              <a:off x="5198850" y="2995450"/>
              <a:ext cx="26525" cy="87825"/>
            </a:xfrm>
            <a:custGeom>
              <a:avLst/>
              <a:gdLst/>
              <a:ahLst/>
              <a:cxnLst/>
              <a:rect l="l" t="t" r="r" b="b"/>
              <a:pathLst>
                <a:path w="1061" h="3513" extrusionOk="0">
                  <a:moveTo>
                    <a:pt x="1" y="0"/>
                  </a:moveTo>
                  <a:lnTo>
                    <a:pt x="382" y="1512"/>
                  </a:lnTo>
                  <a:lnTo>
                    <a:pt x="441" y="1750"/>
                  </a:lnTo>
                  <a:lnTo>
                    <a:pt x="870" y="3512"/>
                  </a:lnTo>
                  <a:lnTo>
                    <a:pt x="1060" y="3512"/>
                  </a:lnTo>
                  <a:lnTo>
                    <a:pt x="644" y="1857"/>
                  </a:lnTo>
                  <a:lnTo>
                    <a:pt x="584" y="1619"/>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5" name="Google Shape;1425;p13"/>
            <p:cNvSpPr/>
            <p:nvPr/>
          </p:nvSpPr>
          <p:spPr>
            <a:xfrm>
              <a:off x="5123550" y="2988600"/>
              <a:ext cx="175625" cy="8950"/>
            </a:xfrm>
            <a:custGeom>
              <a:avLst/>
              <a:gdLst/>
              <a:ahLst/>
              <a:cxnLst/>
              <a:rect l="l" t="t" r="r" b="b"/>
              <a:pathLst>
                <a:path w="7025" h="358" extrusionOk="0">
                  <a:moveTo>
                    <a:pt x="0" y="0"/>
                  </a:moveTo>
                  <a:lnTo>
                    <a:pt x="0" y="0"/>
                  </a:lnTo>
                  <a:cubicBezTo>
                    <a:pt x="12" y="60"/>
                    <a:pt x="12" y="119"/>
                    <a:pt x="0" y="179"/>
                  </a:cubicBezTo>
                  <a:lnTo>
                    <a:pt x="24" y="179"/>
                  </a:lnTo>
                  <a:lnTo>
                    <a:pt x="3001" y="262"/>
                  </a:lnTo>
                  <a:lnTo>
                    <a:pt x="3191" y="262"/>
                  </a:lnTo>
                  <a:lnTo>
                    <a:pt x="6989" y="357"/>
                  </a:lnTo>
                  <a:lnTo>
                    <a:pt x="6977" y="286"/>
                  </a:lnTo>
                  <a:lnTo>
                    <a:pt x="6977" y="274"/>
                  </a:lnTo>
                  <a:lnTo>
                    <a:pt x="6977" y="262"/>
                  </a:lnTo>
                  <a:lnTo>
                    <a:pt x="6977" y="238"/>
                  </a:lnTo>
                  <a:lnTo>
                    <a:pt x="6977" y="226"/>
                  </a:lnTo>
                  <a:cubicBezTo>
                    <a:pt x="6977" y="226"/>
                    <a:pt x="6977" y="215"/>
                    <a:pt x="6989" y="215"/>
                  </a:cubicBezTo>
                  <a:lnTo>
                    <a:pt x="7025" y="167"/>
                  </a:lnTo>
                  <a:lnTo>
                    <a:pt x="3155" y="60"/>
                  </a:lnTo>
                  <a:lnTo>
                    <a:pt x="3120" y="95"/>
                  </a:lnTo>
                  <a:cubicBezTo>
                    <a:pt x="3108" y="119"/>
                    <a:pt x="3096" y="131"/>
                    <a:pt x="3060" y="155"/>
                  </a:cubicBezTo>
                  <a:cubicBezTo>
                    <a:pt x="3038" y="166"/>
                    <a:pt x="3013" y="171"/>
                    <a:pt x="2986" y="171"/>
                  </a:cubicBezTo>
                  <a:cubicBezTo>
                    <a:pt x="2927" y="171"/>
                    <a:pt x="2863" y="145"/>
                    <a:pt x="2822" y="95"/>
                  </a:cubicBezTo>
                  <a:lnTo>
                    <a:pt x="2822" y="72"/>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6" name="Google Shape;1426;p13"/>
            <p:cNvSpPr/>
            <p:nvPr/>
          </p:nvSpPr>
          <p:spPr>
            <a:xfrm>
              <a:off x="5302725" y="2995150"/>
              <a:ext cx="138750" cy="88125"/>
            </a:xfrm>
            <a:custGeom>
              <a:avLst/>
              <a:gdLst/>
              <a:ahLst/>
              <a:cxnLst/>
              <a:rect l="l" t="t" r="r" b="b"/>
              <a:pathLst>
                <a:path w="5550" h="3525" extrusionOk="0">
                  <a:moveTo>
                    <a:pt x="37" y="0"/>
                  </a:moveTo>
                  <a:lnTo>
                    <a:pt x="1" y="36"/>
                  </a:lnTo>
                  <a:lnTo>
                    <a:pt x="37" y="214"/>
                  </a:lnTo>
                  <a:lnTo>
                    <a:pt x="5216" y="3524"/>
                  </a:lnTo>
                  <a:lnTo>
                    <a:pt x="5549" y="3524"/>
                  </a:lnTo>
                  <a:lnTo>
                    <a:pt x="3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7" name="Google Shape;1427;p13"/>
            <p:cNvSpPr/>
            <p:nvPr/>
          </p:nvSpPr>
          <p:spPr>
            <a:xfrm>
              <a:off x="5297675" y="2995725"/>
              <a:ext cx="21750" cy="84275"/>
            </a:xfrm>
            <a:custGeom>
              <a:avLst/>
              <a:gdLst/>
              <a:ahLst/>
              <a:cxnLst/>
              <a:rect l="l" t="t" r="r" b="b"/>
              <a:pathLst>
                <a:path w="870" h="3371" extrusionOk="0">
                  <a:moveTo>
                    <a:pt x="191" y="1"/>
                  </a:moveTo>
                  <a:lnTo>
                    <a:pt x="179" y="49"/>
                  </a:lnTo>
                  <a:cubicBezTo>
                    <a:pt x="156" y="72"/>
                    <a:pt x="122" y="90"/>
                    <a:pt x="89" y="90"/>
                  </a:cubicBezTo>
                  <a:cubicBezTo>
                    <a:pt x="71" y="90"/>
                    <a:pt x="53" y="85"/>
                    <a:pt x="36" y="72"/>
                  </a:cubicBezTo>
                  <a:cubicBezTo>
                    <a:pt x="12" y="60"/>
                    <a:pt x="12" y="37"/>
                    <a:pt x="0" y="13"/>
                  </a:cubicBezTo>
                  <a:lnTo>
                    <a:pt x="0" y="13"/>
                  </a:lnTo>
                  <a:lnTo>
                    <a:pt x="12" y="96"/>
                  </a:lnTo>
                  <a:lnTo>
                    <a:pt x="691" y="3370"/>
                  </a:lnTo>
                  <a:cubicBezTo>
                    <a:pt x="751" y="3335"/>
                    <a:pt x="810" y="3335"/>
                    <a:pt x="870" y="3335"/>
                  </a:cubicBezTo>
                  <a:lnTo>
                    <a:pt x="215" y="180"/>
                  </a:lnTo>
                  <a:lnTo>
                    <a:pt x="19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8" name="Google Shape;1428;p13"/>
            <p:cNvSpPr/>
            <p:nvPr/>
          </p:nvSpPr>
          <p:spPr>
            <a:xfrm>
              <a:off x="5349175" y="2817450"/>
              <a:ext cx="69375" cy="103300"/>
            </a:xfrm>
            <a:custGeom>
              <a:avLst/>
              <a:gdLst/>
              <a:ahLst/>
              <a:cxnLst/>
              <a:rect l="l" t="t" r="r" b="b"/>
              <a:pathLst>
                <a:path w="2775" h="4132" extrusionOk="0">
                  <a:moveTo>
                    <a:pt x="2620" y="0"/>
                  </a:moveTo>
                  <a:lnTo>
                    <a:pt x="0" y="3977"/>
                  </a:lnTo>
                  <a:lnTo>
                    <a:pt x="119" y="4132"/>
                  </a:lnTo>
                  <a:lnTo>
                    <a:pt x="2774" y="95"/>
                  </a:lnTo>
                  <a:cubicBezTo>
                    <a:pt x="2715" y="72"/>
                    <a:pt x="2667" y="36"/>
                    <a:pt x="262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9" name="Google Shape;1429;p13"/>
            <p:cNvSpPr/>
            <p:nvPr/>
          </p:nvSpPr>
          <p:spPr>
            <a:xfrm>
              <a:off x="5297975" y="2921625"/>
              <a:ext cx="51825" cy="76825"/>
            </a:xfrm>
            <a:custGeom>
              <a:avLst/>
              <a:gdLst/>
              <a:ahLst/>
              <a:cxnLst/>
              <a:rect l="l" t="t" r="r" b="b"/>
              <a:pathLst>
                <a:path w="2073" h="3073" extrusionOk="0">
                  <a:moveTo>
                    <a:pt x="1953" y="0"/>
                  </a:moveTo>
                  <a:lnTo>
                    <a:pt x="48" y="2882"/>
                  </a:lnTo>
                  <a:lnTo>
                    <a:pt x="12" y="2917"/>
                  </a:lnTo>
                  <a:cubicBezTo>
                    <a:pt x="12" y="2917"/>
                    <a:pt x="12" y="2941"/>
                    <a:pt x="0" y="2941"/>
                  </a:cubicBezTo>
                  <a:lnTo>
                    <a:pt x="0" y="2953"/>
                  </a:lnTo>
                  <a:lnTo>
                    <a:pt x="0" y="2965"/>
                  </a:lnTo>
                  <a:lnTo>
                    <a:pt x="0" y="2977"/>
                  </a:lnTo>
                  <a:lnTo>
                    <a:pt x="0" y="3001"/>
                  </a:lnTo>
                  <a:cubicBezTo>
                    <a:pt x="0" y="3024"/>
                    <a:pt x="12" y="3036"/>
                    <a:pt x="48" y="3060"/>
                  </a:cubicBezTo>
                  <a:cubicBezTo>
                    <a:pt x="60" y="3068"/>
                    <a:pt x="74" y="3072"/>
                    <a:pt x="90" y="3072"/>
                  </a:cubicBezTo>
                  <a:cubicBezTo>
                    <a:pt x="121" y="3072"/>
                    <a:pt x="155" y="3056"/>
                    <a:pt x="179" y="3024"/>
                  </a:cubicBezTo>
                  <a:lnTo>
                    <a:pt x="191" y="2989"/>
                  </a:lnTo>
                  <a:lnTo>
                    <a:pt x="227" y="2953"/>
                  </a:lnTo>
                  <a:lnTo>
                    <a:pt x="2072" y="155"/>
                  </a:lnTo>
                  <a:lnTo>
                    <a:pt x="195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0" name="Google Shape;1430;p13"/>
            <p:cNvSpPr/>
            <p:nvPr/>
          </p:nvSpPr>
          <p:spPr>
            <a:xfrm>
              <a:off x="5247975" y="2787475"/>
              <a:ext cx="2700" cy="1425"/>
            </a:xfrm>
            <a:custGeom>
              <a:avLst/>
              <a:gdLst/>
              <a:ahLst/>
              <a:cxnLst/>
              <a:rect l="l" t="t" r="r" b="b"/>
              <a:pathLst>
                <a:path w="108" h="57" extrusionOk="0">
                  <a:moveTo>
                    <a:pt x="48" y="1"/>
                  </a:moveTo>
                  <a:cubicBezTo>
                    <a:pt x="32" y="1"/>
                    <a:pt x="15" y="4"/>
                    <a:pt x="0" y="8"/>
                  </a:cubicBezTo>
                  <a:lnTo>
                    <a:pt x="48" y="56"/>
                  </a:lnTo>
                  <a:cubicBezTo>
                    <a:pt x="60" y="44"/>
                    <a:pt x="95" y="44"/>
                    <a:pt x="107" y="20"/>
                  </a:cubicBezTo>
                  <a:cubicBezTo>
                    <a:pt x="93" y="6"/>
                    <a:pt x="71" y="1"/>
                    <a:pt x="48"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1" name="Google Shape;1431;p13"/>
            <p:cNvSpPr/>
            <p:nvPr/>
          </p:nvSpPr>
          <p:spPr>
            <a:xfrm>
              <a:off x="5264925" y="2810300"/>
              <a:ext cx="211375" cy="272375"/>
            </a:xfrm>
            <a:custGeom>
              <a:avLst/>
              <a:gdLst/>
              <a:ahLst/>
              <a:cxnLst/>
              <a:rect l="l" t="t" r="r" b="b"/>
              <a:pathLst>
                <a:path w="8455" h="10895" extrusionOk="0">
                  <a:moveTo>
                    <a:pt x="132" y="0"/>
                  </a:moveTo>
                  <a:cubicBezTo>
                    <a:pt x="84" y="48"/>
                    <a:pt x="36" y="96"/>
                    <a:pt x="1" y="119"/>
                  </a:cubicBezTo>
                  <a:lnTo>
                    <a:pt x="3287" y="4429"/>
                  </a:lnTo>
                  <a:lnTo>
                    <a:pt x="3406" y="4572"/>
                  </a:lnTo>
                  <a:lnTo>
                    <a:pt x="8228" y="10895"/>
                  </a:lnTo>
                  <a:lnTo>
                    <a:pt x="8454" y="10895"/>
                  </a:lnTo>
                  <a:lnTo>
                    <a:pt x="3489" y="4406"/>
                  </a:lnTo>
                  <a:lnTo>
                    <a:pt x="3370" y="4263"/>
                  </a:lnTo>
                  <a:lnTo>
                    <a:pt x="13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2" name="Google Shape;1432;p13"/>
            <p:cNvSpPr/>
            <p:nvPr/>
          </p:nvSpPr>
          <p:spPr>
            <a:xfrm>
              <a:off x="5094375" y="2607000"/>
              <a:ext cx="50025" cy="177725"/>
            </a:xfrm>
            <a:custGeom>
              <a:avLst/>
              <a:gdLst/>
              <a:ahLst/>
              <a:cxnLst/>
              <a:rect l="l" t="t" r="r" b="b"/>
              <a:pathLst>
                <a:path w="2001" h="7109" extrusionOk="0">
                  <a:moveTo>
                    <a:pt x="179" y="0"/>
                  </a:moveTo>
                  <a:cubicBezTo>
                    <a:pt x="120" y="48"/>
                    <a:pt x="60" y="60"/>
                    <a:pt x="0" y="60"/>
                  </a:cubicBezTo>
                  <a:lnTo>
                    <a:pt x="1822" y="7108"/>
                  </a:lnTo>
                  <a:cubicBezTo>
                    <a:pt x="1882" y="7085"/>
                    <a:pt x="1941" y="7073"/>
                    <a:pt x="2001" y="7073"/>
                  </a:cubicBez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3" name="Google Shape;1433;p13"/>
            <p:cNvSpPr/>
            <p:nvPr/>
          </p:nvSpPr>
          <p:spPr>
            <a:xfrm>
              <a:off x="5098850" y="2605500"/>
              <a:ext cx="150325" cy="186375"/>
            </a:xfrm>
            <a:custGeom>
              <a:avLst/>
              <a:gdLst/>
              <a:ahLst/>
              <a:cxnLst/>
              <a:rect l="l" t="t" r="r" b="b"/>
              <a:pathLst>
                <a:path w="6013" h="7455" extrusionOk="0">
                  <a:moveTo>
                    <a:pt x="60" y="1"/>
                  </a:moveTo>
                  <a:cubicBezTo>
                    <a:pt x="48" y="13"/>
                    <a:pt x="12" y="25"/>
                    <a:pt x="0" y="49"/>
                  </a:cubicBezTo>
                  <a:lnTo>
                    <a:pt x="5882" y="7454"/>
                  </a:lnTo>
                  <a:cubicBezTo>
                    <a:pt x="5906" y="7407"/>
                    <a:pt x="5965" y="7371"/>
                    <a:pt x="6013" y="7335"/>
                  </a:cubicBezTo>
                  <a:lnTo>
                    <a:pt x="5965" y="7276"/>
                  </a:lnTo>
                  <a:lnTo>
                    <a:pt x="322" y="179"/>
                  </a:lnTo>
                  <a:lnTo>
                    <a:pt x="6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4" name="Google Shape;1434;p13"/>
            <p:cNvSpPr/>
            <p:nvPr/>
          </p:nvSpPr>
          <p:spPr>
            <a:xfrm>
              <a:off x="5270300" y="2802250"/>
              <a:ext cx="141400" cy="10750"/>
            </a:xfrm>
            <a:custGeom>
              <a:avLst/>
              <a:gdLst/>
              <a:ahLst/>
              <a:cxnLst/>
              <a:rect l="l" t="t" r="r" b="b"/>
              <a:pathLst>
                <a:path w="5656" h="430" extrusionOk="0">
                  <a:moveTo>
                    <a:pt x="48" y="1"/>
                  </a:moveTo>
                  <a:lnTo>
                    <a:pt x="0" y="179"/>
                  </a:lnTo>
                  <a:lnTo>
                    <a:pt x="5656" y="430"/>
                  </a:lnTo>
                  <a:cubicBezTo>
                    <a:pt x="5644" y="370"/>
                    <a:pt x="5644" y="310"/>
                    <a:pt x="5656" y="251"/>
                  </a:cubicBez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5" name="Google Shape;1435;p13"/>
            <p:cNvSpPr/>
            <p:nvPr/>
          </p:nvSpPr>
          <p:spPr>
            <a:xfrm>
              <a:off x="5167300" y="2797500"/>
              <a:ext cx="75625" cy="7750"/>
            </a:xfrm>
            <a:custGeom>
              <a:avLst/>
              <a:gdLst/>
              <a:ahLst/>
              <a:cxnLst/>
              <a:rect l="l" t="t" r="r" b="b"/>
              <a:pathLst>
                <a:path w="3025" h="310" extrusionOk="0">
                  <a:moveTo>
                    <a:pt x="1" y="0"/>
                  </a:moveTo>
                  <a:lnTo>
                    <a:pt x="1" y="0"/>
                  </a:lnTo>
                  <a:cubicBezTo>
                    <a:pt x="12" y="60"/>
                    <a:pt x="36" y="119"/>
                    <a:pt x="36" y="179"/>
                  </a:cubicBezTo>
                  <a:lnTo>
                    <a:pt x="3025" y="310"/>
                  </a:lnTo>
                  <a:cubicBezTo>
                    <a:pt x="3013" y="262"/>
                    <a:pt x="3013" y="191"/>
                    <a:pt x="3013" y="131"/>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6" name="Google Shape;1436;p13"/>
            <p:cNvSpPr/>
            <p:nvPr/>
          </p:nvSpPr>
          <p:spPr>
            <a:xfrm>
              <a:off x="5100325" y="2601350"/>
              <a:ext cx="313750" cy="206300"/>
            </a:xfrm>
            <a:custGeom>
              <a:avLst/>
              <a:gdLst/>
              <a:ahLst/>
              <a:cxnLst/>
              <a:rect l="l" t="t" r="r" b="b"/>
              <a:pathLst>
                <a:path w="12550" h="8252" extrusionOk="0">
                  <a:moveTo>
                    <a:pt x="108" y="0"/>
                  </a:moveTo>
                  <a:cubicBezTo>
                    <a:pt x="96" y="60"/>
                    <a:pt x="48" y="107"/>
                    <a:pt x="1" y="155"/>
                  </a:cubicBezTo>
                  <a:lnTo>
                    <a:pt x="286" y="345"/>
                  </a:lnTo>
                  <a:lnTo>
                    <a:pt x="12455" y="8251"/>
                  </a:lnTo>
                  <a:cubicBezTo>
                    <a:pt x="12478" y="8192"/>
                    <a:pt x="12502" y="8132"/>
                    <a:pt x="12550" y="8085"/>
                  </a:cubicBezTo>
                  <a:lnTo>
                    <a:pt x="10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7" name="Google Shape;1437;p13"/>
            <p:cNvSpPr/>
            <p:nvPr/>
          </p:nvSpPr>
          <p:spPr>
            <a:xfrm>
              <a:off x="5428950" y="2814475"/>
              <a:ext cx="164325" cy="108950"/>
            </a:xfrm>
            <a:custGeom>
              <a:avLst/>
              <a:gdLst/>
              <a:ahLst/>
              <a:cxnLst/>
              <a:rect l="l" t="t" r="r" b="b"/>
              <a:pathLst>
                <a:path w="6573" h="4358" extrusionOk="0">
                  <a:moveTo>
                    <a:pt x="107" y="0"/>
                  </a:moveTo>
                  <a:cubicBezTo>
                    <a:pt x="72" y="60"/>
                    <a:pt x="48" y="107"/>
                    <a:pt x="0" y="155"/>
                  </a:cubicBezTo>
                  <a:lnTo>
                    <a:pt x="6501" y="4358"/>
                  </a:lnTo>
                  <a:cubicBezTo>
                    <a:pt x="6513" y="4322"/>
                    <a:pt x="6513" y="4286"/>
                    <a:pt x="6549" y="4251"/>
                  </a:cubicBezTo>
                  <a:cubicBezTo>
                    <a:pt x="6549" y="4227"/>
                    <a:pt x="6560" y="4215"/>
                    <a:pt x="6572" y="4203"/>
                  </a:cubicBezTo>
                  <a:lnTo>
                    <a:pt x="10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8" name="Google Shape;1438;p13"/>
            <p:cNvSpPr/>
            <p:nvPr/>
          </p:nvSpPr>
          <p:spPr>
            <a:xfrm>
              <a:off x="5542350" y="2760000"/>
              <a:ext cx="82775" cy="84250"/>
            </a:xfrm>
            <a:custGeom>
              <a:avLst/>
              <a:gdLst/>
              <a:ahLst/>
              <a:cxnLst/>
              <a:rect l="l" t="t" r="r" b="b"/>
              <a:pathLst>
                <a:path w="3311" h="3370" extrusionOk="0">
                  <a:moveTo>
                    <a:pt x="119" y="0"/>
                  </a:moveTo>
                  <a:cubicBezTo>
                    <a:pt x="84" y="36"/>
                    <a:pt x="48" y="95"/>
                    <a:pt x="0" y="131"/>
                  </a:cubicBezTo>
                  <a:lnTo>
                    <a:pt x="3167" y="3370"/>
                  </a:lnTo>
                  <a:cubicBezTo>
                    <a:pt x="3191" y="3334"/>
                    <a:pt x="3227" y="3298"/>
                    <a:pt x="3275" y="3274"/>
                  </a:cubicBezTo>
                  <a:cubicBezTo>
                    <a:pt x="3287" y="3274"/>
                    <a:pt x="3287" y="3251"/>
                    <a:pt x="3310" y="3251"/>
                  </a:cubicBezTo>
                  <a:lnTo>
                    <a:pt x="11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9" name="Google Shape;1439;p13"/>
            <p:cNvSpPr/>
            <p:nvPr/>
          </p:nvSpPr>
          <p:spPr>
            <a:xfrm>
              <a:off x="5525375" y="2931750"/>
              <a:ext cx="73550" cy="151525"/>
            </a:xfrm>
            <a:custGeom>
              <a:avLst/>
              <a:gdLst/>
              <a:ahLst/>
              <a:cxnLst/>
              <a:rect l="l" t="t" r="r" b="b"/>
              <a:pathLst>
                <a:path w="2942" h="6061" extrusionOk="0">
                  <a:moveTo>
                    <a:pt x="2763" y="0"/>
                  </a:moveTo>
                  <a:lnTo>
                    <a:pt x="1" y="6060"/>
                  </a:lnTo>
                  <a:lnTo>
                    <a:pt x="203" y="6060"/>
                  </a:lnTo>
                  <a:lnTo>
                    <a:pt x="2942" y="72"/>
                  </a:lnTo>
                  <a:cubicBezTo>
                    <a:pt x="2882" y="72"/>
                    <a:pt x="2834" y="60"/>
                    <a:pt x="2775" y="36"/>
                  </a:cubicBezTo>
                  <a:cubicBezTo>
                    <a:pt x="2763" y="12"/>
                    <a:pt x="2763" y="0"/>
                    <a:pt x="276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0" name="Google Shape;1440;p13"/>
            <p:cNvSpPr/>
            <p:nvPr/>
          </p:nvSpPr>
          <p:spPr>
            <a:xfrm>
              <a:off x="5603675" y="2928475"/>
              <a:ext cx="78000" cy="52400"/>
            </a:xfrm>
            <a:custGeom>
              <a:avLst/>
              <a:gdLst/>
              <a:ahLst/>
              <a:cxnLst/>
              <a:rect l="l" t="t" r="r" b="b"/>
              <a:pathLst>
                <a:path w="3120" h="2096" extrusionOk="0">
                  <a:moveTo>
                    <a:pt x="119" y="0"/>
                  </a:moveTo>
                  <a:cubicBezTo>
                    <a:pt x="107" y="12"/>
                    <a:pt x="107" y="24"/>
                    <a:pt x="95" y="60"/>
                  </a:cubicBezTo>
                  <a:lnTo>
                    <a:pt x="0" y="143"/>
                  </a:lnTo>
                  <a:lnTo>
                    <a:pt x="3072" y="2096"/>
                  </a:lnTo>
                  <a:lnTo>
                    <a:pt x="3120" y="1917"/>
                  </a:lnTo>
                  <a:lnTo>
                    <a:pt x="11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1" name="Google Shape;1441;p13"/>
            <p:cNvSpPr/>
            <p:nvPr/>
          </p:nvSpPr>
          <p:spPr>
            <a:xfrm>
              <a:off x="5600700" y="2860600"/>
              <a:ext cx="29775" cy="58950"/>
            </a:xfrm>
            <a:custGeom>
              <a:avLst/>
              <a:gdLst/>
              <a:ahLst/>
              <a:cxnLst/>
              <a:rect l="l" t="t" r="r" b="b"/>
              <a:pathLst>
                <a:path w="1191" h="2358" extrusionOk="0">
                  <a:moveTo>
                    <a:pt x="1000" y="1"/>
                  </a:moveTo>
                  <a:lnTo>
                    <a:pt x="0" y="2263"/>
                  </a:lnTo>
                  <a:cubicBezTo>
                    <a:pt x="36" y="2287"/>
                    <a:pt x="83" y="2287"/>
                    <a:pt x="107" y="2310"/>
                  </a:cubicBezTo>
                  <a:cubicBezTo>
                    <a:pt x="143" y="2322"/>
                    <a:pt x="155" y="2346"/>
                    <a:pt x="167" y="2358"/>
                  </a:cubicBezTo>
                  <a:lnTo>
                    <a:pt x="1191" y="36"/>
                  </a:lnTo>
                  <a:cubicBezTo>
                    <a:pt x="1131" y="36"/>
                    <a:pt x="1060" y="36"/>
                    <a:pt x="100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2" name="Google Shape;1442;p13"/>
            <p:cNvSpPr/>
            <p:nvPr/>
          </p:nvSpPr>
          <p:spPr>
            <a:xfrm>
              <a:off x="5706050" y="268440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3" name="Google Shape;1443;p13"/>
            <p:cNvSpPr/>
            <p:nvPr/>
          </p:nvSpPr>
          <p:spPr>
            <a:xfrm>
              <a:off x="5634325" y="2690050"/>
              <a:ext cx="68475" cy="154200"/>
            </a:xfrm>
            <a:custGeom>
              <a:avLst/>
              <a:gdLst/>
              <a:ahLst/>
              <a:cxnLst/>
              <a:rect l="l" t="t" r="r" b="b"/>
              <a:pathLst>
                <a:path w="2739" h="6168" extrusionOk="0">
                  <a:moveTo>
                    <a:pt x="2739" y="0"/>
                  </a:moveTo>
                  <a:lnTo>
                    <a:pt x="2656" y="24"/>
                  </a:lnTo>
                  <a:lnTo>
                    <a:pt x="0" y="6049"/>
                  </a:lnTo>
                  <a:cubicBezTo>
                    <a:pt x="60" y="6084"/>
                    <a:pt x="108" y="6132"/>
                    <a:pt x="143" y="6168"/>
                  </a:cubicBezTo>
                  <a:lnTo>
                    <a:pt x="2727" y="322"/>
                  </a:lnTo>
                  <a:lnTo>
                    <a:pt x="273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4" name="Google Shape;1444;p13"/>
            <p:cNvSpPr/>
            <p:nvPr/>
          </p:nvSpPr>
          <p:spPr>
            <a:xfrm>
              <a:off x="5704575" y="2684400"/>
              <a:ext cx="25" cy="25"/>
            </a:xfrm>
            <a:custGeom>
              <a:avLst/>
              <a:gdLst/>
              <a:ahLst/>
              <a:cxnLst/>
              <a:rect l="l" t="t" r="r" b="b"/>
              <a:pathLst>
                <a:path w="1" h="1" extrusionOk="0">
                  <a:moveTo>
                    <a:pt x="0" y="0"/>
                  </a:move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5" name="Google Shape;1445;p13"/>
            <p:cNvSpPr/>
            <p:nvPr/>
          </p:nvSpPr>
          <p:spPr>
            <a:xfrm>
              <a:off x="5705475" y="2684400"/>
              <a:ext cx="0" cy="25"/>
            </a:xfrm>
            <a:custGeom>
              <a:avLst/>
              <a:gdLst/>
              <a:ahLst/>
              <a:cxnLst/>
              <a:rect l="l" t="t" r="r" b="b"/>
              <a:pathLst>
                <a:path h="1" extrusionOk="0">
                  <a:moveTo>
                    <a:pt x="0" y="0"/>
                  </a:move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6" name="Google Shape;1446;p13"/>
            <p:cNvSpPr/>
            <p:nvPr/>
          </p:nvSpPr>
          <p:spPr>
            <a:xfrm>
              <a:off x="5544725" y="2684975"/>
              <a:ext cx="159275" cy="67000"/>
            </a:xfrm>
            <a:custGeom>
              <a:avLst/>
              <a:gdLst/>
              <a:ahLst/>
              <a:cxnLst/>
              <a:rect l="l" t="t" r="r" b="b"/>
              <a:pathLst>
                <a:path w="6371" h="2680" extrusionOk="0">
                  <a:moveTo>
                    <a:pt x="6370" y="1"/>
                  </a:moveTo>
                  <a:cubicBezTo>
                    <a:pt x="6360" y="1"/>
                    <a:pt x="6352" y="5"/>
                    <a:pt x="6346" y="11"/>
                  </a:cubicBezTo>
                  <a:lnTo>
                    <a:pt x="6346" y="11"/>
                  </a:lnTo>
                  <a:lnTo>
                    <a:pt x="6370" y="1"/>
                  </a:lnTo>
                  <a:close/>
                  <a:moveTo>
                    <a:pt x="6346" y="11"/>
                  </a:moveTo>
                  <a:lnTo>
                    <a:pt x="1" y="2537"/>
                  </a:lnTo>
                  <a:lnTo>
                    <a:pt x="1" y="2549"/>
                  </a:lnTo>
                  <a:cubicBezTo>
                    <a:pt x="60" y="2561"/>
                    <a:pt x="72" y="2620"/>
                    <a:pt x="84" y="2680"/>
                  </a:cubicBezTo>
                  <a:lnTo>
                    <a:pt x="6251" y="227"/>
                  </a:lnTo>
                  <a:lnTo>
                    <a:pt x="6323" y="203"/>
                  </a:lnTo>
                  <a:lnTo>
                    <a:pt x="6323" y="60"/>
                  </a:lnTo>
                  <a:lnTo>
                    <a:pt x="6323" y="48"/>
                  </a:lnTo>
                  <a:lnTo>
                    <a:pt x="6323" y="37"/>
                  </a:lnTo>
                  <a:cubicBezTo>
                    <a:pt x="6323" y="25"/>
                    <a:pt x="6335" y="25"/>
                    <a:pt x="6335" y="25"/>
                  </a:cubicBezTo>
                  <a:cubicBezTo>
                    <a:pt x="6335" y="25"/>
                    <a:pt x="6339" y="17"/>
                    <a:pt x="6346" y="1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7" name="Google Shape;1447;p13"/>
            <p:cNvSpPr/>
            <p:nvPr/>
          </p:nvSpPr>
          <p:spPr>
            <a:xfrm>
              <a:off x="5705750" y="2684400"/>
              <a:ext cx="25" cy="25"/>
            </a:xfrm>
            <a:custGeom>
              <a:avLst/>
              <a:gdLst/>
              <a:ahLst/>
              <a:cxnLst/>
              <a:rect l="l" t="t" r="r" b="b"/>
              <a:pathLst>
                <a:path w="1" h="1" extrusionOk="0">
                  <a:moveTo>
                    <a:pt x="1" y="0"/>
                  </a:move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8" name="Google Shape;1448;p13"/>
            <p:cNvSpPr/>
            <p:nvPr/>
          </p:nvSpPr>
          <p:spPr>
            <a:xfrm>
              <a:off x="5706050" y="2684400"/>
              <a:ext cx="25" cy="25"/>
            </a:xfrm>
            <a:custGeom>
              <a:avLst/>
              <a:gdLst/>
              <a:ahLst/>
              <a:cxnLst/>
              <a:rect l="l" t="t" r="r" b="b"/>
              <a:pathLst>
                <a:path w="1" h="1" extrusionOk="0">
                  <a:moveTo>
                    <a:pt x="1" y="0"/>
                  </a:move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9" name="Google Shape;1449;p13"/>
            <p:cNvSpPr/>
            <p:nvPr/>
          </p:nvSpPr>
          <p:spPr>
            <a:xfrm>
              <a:off x="5705475" y="2684400"/>
              <a:ext cx="300" cy="25"/>
            </a:xfrm>
            <a:custGeom>
              <a:avLst/>
              <a:gdLst/>
              <a:ahLst/>
              <a:cxnLst/>
              <a:rect l="l" t="t" r="r" b="b"/>
              <a:pathLst>
                <a:path w="12" h="1" extrusionOk="0">
                  <a:moveTo>
                    <a:pt x="12" y="0"/>
                  </a:moveTo>
                  <a:lnTo>
                    <a:pt x="12" y="0"/>
                  </a:lnTo>
                  <a:cubicBezTo>
                    <a:pt x="0" y="0"/>
                    <a:pt x="0" y="0"/>
                    <a:pt x="12" y="0"/>
                  </a:cubicBezTo>
                  <a:cubicBezTo>
                    <a:pt x="0" y="0"/>
                    <a:pt x="0" y="0"/>
                    <a:pt x="12" y="0"/>
                  </a:cubicBezTo>
                  <a:cubicBezTo>
                    <a:pt x="0" y="0"/>
                    <a:pt x="0" y="0"/>
                    <a:pt x="1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0" name="Google Shape;1450;p13"/>
            <p:cNvSpPr/>
            <p:nvPr/>
          </p:nvSpPr>
          <p:spPr>
            <a:xfrm>
              <a:off x="5706350" y="2684400"/>
              <a:ext cx="181600" cy="98250"/>
            </a:xfrm>
            <a:custGeom>
              <a:avLst/>
              <a:gdLst/>
              <a:ahLst/>
              <a:cxnLst/>
              <a:rect l="l" t="t" r="r" b="b"/>
              <a:pathLst>
                <a:path w="7264" h="3930" extrusionOk="0">
                  <a:moveTo>
                    <a:pt x="1" y="0"/>
                  </a:moveTo>
                  <a:lnTo>
                    <a:pt x="18" y="9"/>
                  </a:lnTo>
                  <a:lnTo>
                    <a:pt x="18" y="9"/>
                  </a:lnTo>
                  <a:cubicBezTo>
                    <a:pt x="13" y="5"/>
                    <a:pt x="7" y="2"/>
                    <a:pt x="1" y="0"/>
                  </a:cubicBezTo>
                  <a:close/>
                  <a:moveTo>
                    <a:pt x="18" y="9"/>
                  </a:moveTo>
                  <a:cubicBezTo>
                    <a:pt x="40" y="25"/>
                    <a:pt x="48" y="54"/>
                    <a:pt x="48" y="83"/>
                  </a:cubicBezTo>
                  <a:lnTo>
                    <a:pt x="48" y="238"/>
                  </a:lnTo>
                  <a:lnTo>
                    <a:pt x="7264" y="3929"/>
                  </a:lnTo>
                  <a:lnTo>
                    <a:pt x="7264" y="3715"/>
                  </a:lnTo>
                  <a:lnTo>
                    <a:pt x="18" y="9"/>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1" name="Google Shape;1451;p13"/>
            <p:cNvSpPr/>
            <p:nvPr/>
          </p:nvSpPr>
          <p:spPr>
            <a:xfrm>
              <a:off x="5703075" y="2685575"/>
              <a:ext cx="325" cy="325"/>
            </a:xfrm>
            <a:custGeom>
              <a:avLst/>
              <a:gdLst/>
              <a:ahLst/>
              <a:cxnLst/>
              <a:rect l="l" t="t" r="r" b="b"/>
              <a:pathLst>
                <a:path w="13" h="13" extrusionOk="0">
                  <a:moveTo>
                    <a:pt x="13" y="1"/>
                  </a:moveTo>
                  <a:cubicBezTo>
                    <a:pt x="1" y="1"/>
                    <a:pt x="1" y="1"/>
                    <a:pt x="1" y="13"/>
                  </a:cubicBezTo>
                  <a:cubicBezTo>
                    <a:pt x="1" y="13"/>
                    <a:pt x="1" y="1"/>
                    <a:pt x="1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2" name="Google Shape;1452;p13"/>
            <p:cNvSpPr/>
            <p:nvPr/>
          </p:nvSpPr>
          <p:spPr>
            <a:xfrm>
              <a:off x="5704575" y="2684400"/>
              <a:ext cx="25" cy="25"/>
            </a:xfrm>
            <a:custGeom>
              <a:avLst/>
              <a:gdLst/>
              <a:ahLst/>
              <a:cxnLst/>
              <a:rect l="l" t="t" r="r" b="b"/>
              <a:pathLst>
                <a:path w="1" h="1" extrusionOk="0">
                  <a:moveTo>
                    <a:pt x="0" y="0"/>
                  </a:moveTo>
                  <a:lnTo>
                    <a:pt x="0" y="0"/>
                  </a:ln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3" name="Google Shape;1453;p13"/>
            <p:cNvSpPr/>
            <p:nvPr/>
          </p:nvSpPr>
          <p:spPr>
            <a:xfrm>
              <a:off x="5703375" y="2685575"/>
              <a:ext cx="25" cy="25"/>
            </a:xfrm>
            <a:custGeom>
              <a:avLst/>
              <a:gdLst/>
              <a:ahLst/>
              <a:cxnLst/>
              <a:rect l="l" t="t" r="r" b="b"/>
              <a:pathLst>
                <a:path w="1" h="1" extrusionOk="0">
                  <a:moveTo>
                    <a:pt x="1" y="1"/>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4" name="Google Shape;1454;p13"/>
            <p:cNvSpPr/>
            <p:nvPr/>
          </p:nvSpPr>
          <p:spPr>
            <a:xfrm>
              <a:off x="5806975" y="2990975"/>
              <a:ext cx="80975" cy="92300"/>
            </a:xfrm>
            <a:custGeom>
              <a:avLst/>
              <a:gdLst/>
              <a:ahLst/>
              <a:cxnLst/>
              <a:rect l="l" t="t" r="r" b="b"/>
              <a:pathLst>
                <a:path w="3239" h="3692" extrusionOk="0">
                  <a:moveTo>
                    <a:pt x="3239" y="0"/>
                  </a:moveTo>
                  <a:lnTo>
                    <a:pt x="0" y="3691"/>
                  </a:lnTo>
                  <a:lnTo>
                    <a:pt x="250" y="3691"/>
                  </a:lnTo>
                  <a:lnTo>
                    <a:pt x="3239" y="262"/>
                  </a:lnTo>
                  <a:lnTo>
                    <a:pt x="323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5" name="Google Shape;1455;p13"/>
            <p:cNvSpPr/>
            <p:nvPr/>
          </p:nvSpPr>
          <p:spPr>
            <a:xfrm>
              <a:off x="5690575" y="3002575"/>
              <a:ext cx="6875" cy="80700"/>
            </a:xfrm>
            <a:custGeom>
              <a:avLst/>
              <a:gdLst/>
              <a:ahLst/>
              <a:cxnLst/>
              <a:rect l="l" t="t" r="r" b="b"/>
              <a:pathLst>
                <a:path w="275" h="3228" extrusionOk="0">
                  <a:moveTo>
                    <a:pt x="96" y="1"/>
                  </a:moveTo>
                  <a:lnTo>
                    <a:pt x="1" y="3227"/>
                  </a:lnTo>
                  <a:lnTo>
                    <a:pt x="179" y="3227"/>
                  </a:lnTo>
                  <a:lnTo>
                    <a:pt x="275" y="60"/>
                  </a:lnTo>
                  <a:cubicBezTo>
                    <a:pt x="215" y="37"/>
                    <a:pt x="155" y="25"/>
                    <a:pt x="9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6" name="Google Shape;1456;p13"/>
            <p:cNvSpPr/>
            <p:nvPr/>
          </p:nvSpPr>
          <p:spPr>
            <a:xfrm>
              <a:off x="5695050" y="2684400"/>
              <a:ext cx="12825" cy="278925"/>
            </a:xfrm>
            <a:custGeom>
              <a:avLst/>
              <a:gdLst/>
              <a:ahLst/>
              <a:cxnLst/>
              <a:rect l="l" t="t" r="r" b="b"/>
              <a:pathLst>
                <a:path w="513" h="11157" extrusionOk="0">
                  <a:moveTo>
                    <a:pt x="393" y="0"/>
                  </a:moveTo>
                  <a:cubicBezTo>
                    <a:pt x="381" y="0"/>
                    <a:pt x="381" y="0"/>
                    <a:pt x="369" y="12"/>
                  </a:cubicBezTo>
                  <a:cubicBezTo>
                    <a:pt x="357" y="12"/>
                    <a:pt x="357" y="24"/>
                    <a:pt x="357" y="24"/>
                  </a:cubicBezTo>
                  <a:cubicBezTo>
                    <a:pt x="357" y="24"/>
                    <a:pt x="357" y="48"/>
                    <a:pt x="334" y="48"/>
                  </a:cubicBezTo>
                  <a:lnTo>
                    <a:pt x="334" y="60"/>
                  </a:lnTo>
                  <a:lnTo>
                    <a:pt x="334" y="191"/>
                  </a:lnTo>
                  <a:lnTo>
                    <a:pt x="322" y="524"/>
                  </a:lnTo>
                  <a:lnTo>
                    <a:pt x="0" y="11156"/>
                  </a:lnTo>
                  <a:lnTo>
                    <a:pt x="179" y="11120"/>
                  </a:lnTo>
                  <a:lnTo>
                    <a:pt x="512" y="202"/>
                  </a:lnTo>
                  <a:lnTo>
                    <a:pt x="512" y="60"/>
                  </a:lnTo>
                  <a:cubicBezTo>
                    <a:pt x="500" y="60"/>
                    <a:pt x="488" y="12"/>
                    <a:pt x="44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7" name="Google Shape;1457;p13"/>
            <p:cNvSpPr/>
            <p:nvPr/>
          </p:nvSpPr>
          <p:spPr>
            <a:xfrm>
              <a:off x="5680150" y="2962925"/>
              <a:ext cx="44675" cy="40925"/>
            </a:xfrm>
            <a:custGeom>
              <a:avLst/>
              <a:gdLst/>
              <a:ahLst/>
              <a:cxnLst/>
              <a:rect l="l" t="t" r="r" b="b"/>
              <a:pathLst>
                <a:path w="1787" h="1637" extrusionOk="0">
                  <a:moveTo>
                    <a:pt x="818" y="1"/>
                  </a:moveTo>
                  <a:cubicBezTo>
                    <a:pt x="796" y="1"/>
                    <a:pt x="773" y="2"/>
                    <a:pt x="751" y="3"/>
                  </a:cubicBezTo>
                  <a:cubicBezTo>
                    <a:pt x="692" y="3"/>
                    <a:pt x="632" y="15"/>
                    <a:pt x="572" y="51"/>
                  </a:cubicBezTo>
                  <a:cubicBezTo>
                    <a:pt x="513" y="63"/>
                    <a:pt x="453" y="99"/>
                    <a:pt x="394" y="122"/>
                  </a:cubicBezTo>
                  <a:cubicBezTo>
                    <a:pt x="239" y="229"/>
                    <a:pt x="132" y="360"/>
                    <a:pt x="72" y="527"/>
                  </a:cubicBezTo>
                  <a:cubicBezTo>
                    <a:pt x="37" y="587"/>
                    <a:pt x="25" y="646"/>
                    <a:pt x="25" y="706"/>
                  </a:cubicBezTo>
                  <a:cubicBezTo>
                    <a:pt x="1" y="884"/>
                    <a:pt x="37" y="1075"/>
                    <a:pt x="144" y="1242"/>
                  </a:cubicBezTo>
                  <a:cubicBezTo>
                    <a:pt x="227" y="1384"/>
                    <a:pt x="370" y="1492"/>
                    <a:pt x="525" y="1563"/>
                  </a:cubicBezTo>
                  <a:cubicBezTo>
                    <a:pt x="596" y="1599"/>
                    <a:pt x="644" y="1611"/>
                    <a:pt x="715" y="1623"/>
                  </a:cubicBezTo>
                  <a:cubicBezTo>
                    <a:pt x="764" y="1632"/>
                    <a:pt x="813" y="1636"/>
                    <a:pt x="861" y="1636"/>
                  </a:cubicBezTo>
                  <a:cubicBezTo>
                    <a:pt x="1002" y="1636"/>
                    <a:pt x="1142" y="1598"/>
                    <a:pt x="1275" y="1527"/>
                  </a:cubicBezTo>
                  <a:cubicBezTo>
                    <a:pt x="1656" y="1289"/>
                    <a:pt x="1787" y="777"/>
                    <a:pt x="1537" y="396"/>
                  </a:cubicBezTo>
                  <a:cubicBezTo>
                    <a:pt x="1371" y="142"/>
                    <a:pt x="1103" y="1"/>
                    <a:pt x="81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8" name="Google Shape;1458;p13"/>
            <p:cNvSpPr/>
            <p:nvPr/>
          </p:nvSpPr>
          <p:spPr>
            <a:xfrm>
              <a:off x="5242300" y="2786925"/>
              <a:ext cx="29500" cy="28675"/>
            </a:xfrm>
            <a:custGeom>
              <a:avLst/>
              <a:gdLst/>
              <a:ahLst/>
              <a:cxnLst/>
              <a:rect l="l" t="t" r="r" b="b"/>
              <a:pathLst>
                <a:path w="1180" h="1147" extrusionOk="0">
                  <a:moveTo>
                    <a:pt x="590" y="1"/>
                  </a:moveTo>
                  <a:cubicBezTo>
                    <a:pt x="504" y="1"/>
                    <a:pt x="417" y="18"/>
                    <a:pt x="334" y="54"/>
                  </a:cubicBezTo>
                  <a:cubicBezTo>
                    <a:pt x="322" y="66"/>
                    <a:pt x="287" y="66"/>
                    <a:pt x="275" y="78"/>
                  </a:cubicBezTo>
                  <a:cubicBezTo>
                    <a:pt x="215" y="114"/>
                    <a:pt x="168" y="150"/>
                    <a:pt x="144" y="197"/>
                  </a:cubicBezTo>
                  <a:cubicBezTo>
                    <a:pt x="49" y="304"/>
                    <a:pt x="1" y="423"/>
                    <a:pt x="1" y="554"/>
                  </a:cubicBezTo>
                  <a:cubicBezTo>
                    <a:pt x="1" y="614"/>
                    <a:pt x="25" y="673"/>
                    <a:pt x="37" y="733"/>
                  </a:cubicBezTo>
                  <a:cubicBezTo>
                    <a:pt x="49" y="781"/>
                    <a:pt x="72" y="828"/>
                    <a:pt x="96" y="864"/>
                  </a:cubicBezTo>
                  <a:cubicBezTo>
                    <a:pt x="213" y="1051"/>
                    <a:pt x="407" y="1146"/>
                    <a:pt x="603" y="1146"/>
                  </a:cubicBezTo>
                  <a:cubicBezTo>
                    <a:pt x="707" y="1146"/>
                    <a:pt x="811" y="1120"/>
                    <a:pt x="906" y="1066"/>
                  </a:cubicBezTo>
                  <a:cubicBezTo>
                    <a:pt x="965" y="1031"/>
                    <a:pt x="1001" y="983"/>
                    <a:pt x="1037" y="947"/>
                  </a:cubicBezTo>
                  <a:cubicBezTo>
                    <a:pt x="1084" y="900"/>
                    <a:pt x="1108" y="840"/>
                    <a:pt x="1120" y="792"/>
                  </a:cubicBezTo>
                  <a:lnTo>
                    <a:pt x="1168" y="614"/>
                  </a:lnTo>
                  <a:cubicBezTo>
                    <a:pt x="1180" y="495"/>
                    <a:pt x="1156" y="376"/>
                    <a:pt x="1084" y="269"/>
                  </a:cubicBezTo>
                  <a:cubicBezTo>
                    <a:pt x="976" y="94"/>
                    <a:pt x="787" y="1"/>
                    <a:pt x="59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9" name="Google Shape;1459;p13"/>
            <p:cNvSpPr/>
            <p:nvPr/>
          </p:nvSpPr>
          <p:spPr>
            <a:xfrm>
              <a:off x="5124150" y="2783375"/>
              <a:ext cx="44375" cy="41000"/>
            </a:xfrm>
            <a:custGeom>
              <a:avLst/>
              <a:gdLst/>
              <a:ahLst/>
              <a:cxnLst/>
              <a:rect l="l" t="t" r="r" b="b"/>
              <a:pathLst>
                <a:path w="1775" h="1640" extrusionOk="0">
                  <a:moveTo>
                    <a:pt x="916" y="0"/>
                  </a:moveTo>
                  <a:cubicBezTo>
                    <a:pt x="884" y="0"/>
                    <a:pt x="853" y="2"/>
                    <a:pt x="822" y="6"/>
                  </a:cubicBezTo>
                  <a:lnTo>
                    <a:pt x="643" y="53"/>
                  </a:lnTo>
                  <a:cubicBezTo>
                    <a:pt x="595" y="65"/>
                    <a:pt x="548" y="101"/>
                    <a:pt x="512" y="113"/>
                  </a:cubicBezTo>
                  <a:cubicBezTo>
                    <a:pt x="119" y="351"/>
                    <a:pt x="0" y="863"/>
                    <a:pt x="238" y="1244"/>
                  </a:cubicBezTo>
                  <a:cubicBezTo>
                    <a:pt x="345" y="1423"/>
                    <a:pt x="524" y="1542"/>
                    <a:pt x="703" y="1601"/>
                  </a:cubicBezTo>
                  <a:cubicBezTo>
                    <a:pt x="762" y="1613"/>
                    <a:pt x="822" y="1637"/>
                    <a:pt x="881" y="1637"/>
                  </a:cubicBezTo>
                  <a:cubicBezTo>
                    <a:pt x="904" y="1639"/>
                    <a:pt x="926" y="1640"/>
                    <a:pt x="949" y="1640"/>
                  </a:cubicBezTo>
                  <a:cubicBezTo>
                    <a:pt x="1057" y="1640"/>
                    <a:pt x="1164" y="1617"/>
                    <a:pt x="1262" y="1577"/>
                  </a:cubicBezTo>
                  <a:cubicBezTo>
                    <a:pt x="1298" y="1566"/>
                    <a:pt x="1346" y="1542"/>
                    <a:pt x="1369" y="1518"/>
                  </a:cubicBezTo>
                  <a:cubicBezTo>
                    <a:pt x="1381" y="1506"/>
                    <a:pt x="1405" y="1482"/>
                    <a:pt x="1417" y="1482"/>
                  </a:cubicBezTo>
                  <a:cubicBezTo>
                    <a:pt x="1655" y="1304"/>
                    <a:pt x="1774" y="1042"/>
                    <a:pt x="1762" y="756"/>
                  </a:cubicBezTo>
                  <a:cubicBezTo>
                    <a:pt x="1762" y="696"/>
                    <a:pt x="1738" y="637"/>
                    <a:pt x="1727" y="577"/>
                  </a:cubicBezTo>
                  <a:cubicBezTo>
                    <a:pt x="1715" y="518"/>
                    <a:pt x="1679" y="458"/>
                    <a:pt x="1643" y="399"/>
                  </a:cubicBezTo>
                  <a:cubicBezTo>
                    <a:pt x="1483" y="142"/>
                    <a:pt x="1197" y="0"/>
                    <a:pt x="9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0" name="Google Shape;1460;p13"/>
            <p:cNvSpPr/>
            <p:nvPr/>
          </p:nvSpPr>
          <p:spPr>
            <a:xfrm>
              <a:off x="5311075" y="3079075"/>
              <a:ext cx="15800" cy="3900"/>
            </a:xfrm>
            <a:custGeom>
              <a:avLst/>
              <a:gdLst/>
              <a:ahLst/>
              <a:cxnLst/>
              <a:rect l="l" t="t" r="r" b="b"/>
              <a:pathLst>
                <a:path w="632" h="156" extrusionOk="0">
                  <a:moveTo>
                    <a:pt x="346" y="1"/>
                  </a:moveTo>
                  <a:cubicBezTo>
                    <a:pt x="310" y="1"/>
                    <a:pt x="238" y="13"/>
                    <a:pt x="179" y="36"/>
                  </a:cubicBezTo>
                  <a:cubicBezTo>
                    <a:pt x="143" y="48"/>
                    <a:pt x="131" y="48"/>
                    <a:pt x="95" y="60"/>
                  </a:cubicBezTo>
                  <a:cubicBezTo>
                    <a:pt x="60" y="96"/>
                    <a:pt x="24" y="108"/>
                    <a:pt x="0" y="155"/>
                  </a:cubicBezTo>
                  <a:lnTo>
                    <a:pt x="631" y="155"/>
                  </a:lnTo>
                  <a:cubicBezTo>
                    <a:pt x="560" y="60"/>
                    <a:pt x="453" y="1"/>
                    <a:pt x="34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1" name="Google Shape;1461;p13"/>
            <p:cNvSpPr/>
            <p:nvPr/>
          </p:nvSpPr>
          <p:spPr>
            <a:xfrm>
              <a:off x="5102400" y="2980750"/>
              <a:ext cx="21475" cy="20375"/>
            </a:xfrm>
            <a:custGeom>
              <a:avLst/>
              <a:gdLst/>
              <a:ahLst/>
              <a:cxnLst/>
              <a:rect l="l" t="t" r="r" b="b"/>
              <a:pathLst>
                <a:path w="859" h="815" extrusionOk="0">
                  <a:moveTo>
                    <a:pt x="486" y="0"/>
                  </a:moveTo>
                  <a:cubicBezTo>
                    <a:pt x="471" y="0"/>
                    <a:pt x="456" y="2"/>
                    <a:pt x="441" y="5"/>
                  </a:cubicBezTo>
                  <a:cubicBezTo>
                    <a:pt x="370" y="5"/>
                    <a:pt x="287" y="17"/>
                    <a:pt x="227" y="64"/>
                  </a:cubicBezTo>
                  <a:cubicBezTo>
                    <a:pt x="84" y="159"/>
                    <a:pt x="1" y="326"/>
                    <a:pt x="37" y="493"/>
                  </a:cubicBezTo>
                  <a:cubicBezTo>
                    <a:pt x="49" y="540"/>
                    <a:pt x="72" y="588"/>
                    <a:pt x="96" y="624"/>
                  </a:cubicBezTo>
                  <a:cubicBezTo>
                    <a:pt x="108" y="648"/>
                    <a:pt x="108" y="659"/>
                    <a:pt x="132" y="659"/>
                  </a:cubicBezTo>
                  <a:cubicBezTo>
                    <a:pt x="156" y="707"/>
                    <a:pt x="203" y="731"/>
                    <a:pt x="251" y="767"/>
                  </a:cubicBezTo>
                  <a:cubicBezTo>
                    <a:pt x="311" y="790"/>
                    <a:pt x="370" y="814"/>
                    <a:pt x="430" y="814"/>
                  </a:cubicBezTo>
                  <a:cubicBezTo>
                    <a:pt x="501" y="814"/>
                    <a:pt x="584" y="790"/>
                    <a:pt x="668" y="755"/>
                  </a:cubicBezTo>
                  <a:cubicBezTo>
                    <a:pt x="703" y="719"/>
                    <a:pt x="751" y="695"/>
                    <a:pt x="787" y="648"/>
                  </a:cubicBezTo>
                  <a:cubicBezTo>
                    <a:pt x="811" y="600"/>
                    <a:pt x="846" y="540"/>
                    <a:pt x="858" y="493"/>
                  </a:cubicBezTo>
                  <a:cubicBezTo>
                    <a:pt x="858" y="433"/>
                    <a:pt x="858" y="374"/>
                    <a:pt x="846" y="314"/>
                  </a:cubicBezTo>
                  <a:cubicBezTo>
                    <a:pt x="822" y="278"/>
                    <a:pt x="811" y="243"/>
                    <a:pt x="799" y="195"/>
                  </a:cubicBezTo>
                  <a:cubicBezTo>
                    <a:pt x="751" y="124"/>
                    <a:pt x="692" y="64"/>
                    <a:pt x="620" y="40"/>
                  </a:cubicBezTo>
                  <a:cubicBezTo>
                    <a:pt x="575" y="14"/>
                    <a:pt x="531" y="0"/>
                    <a:pt x="48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2" name="Google Shape;1462;p13"/>
            <p:cNvSpPr/>
            <p:nvPr/>
          </p:nvSpPr>
          <p:spPr>
            <a:xfrm>
              <a:off x="5251825" y="2953700"/>
              <a:ext cx="16700" cy="14600"/>
            </a:xfrm>
            <a:custGeom>
              <a:avLst/>
              <a:gdLst/>
              <a:ahLst/>
              <a:cxnLst/>
              <a:rect l="l" t="t" r="r" b="b"/>
              <a:pathLst>
                <a:path w="668" h="584" extrusionOk="0">
                  <a:moveTo>
                    <a:pt x="336" y="1"/>
                  </a:moveTo>
                  <a:cubicBezTo>
                    <a:pt x="282" y="1"/>
                    <a:pt x="227" y="16"/>
                    <a:pt x="179" y="51"/>
                  </a:cubicBezTo>
                  <a:cubicBezTo>
                    <a:pt x="49" y="134"/>
                    <a:pt x="1" y="313"/>
                    <a:pt x="84" y="444"/>
                  </a:cubicBezTo>
                  <a:cubicBezTo>
                    <a:pt x="146" y="536"/>
                    <a:pt x="241" y="583"/>
                    <a:pt x="337" y="583"/>
                  </a:cubicBezTo>
                  <a:cubicBezTo>
                    <a:pt x="390" y="583"/>
                    <a:pt x="442" y="569"/>
                    <a:pt x="489" y="539"/>
                  </a:cubicBezTo>
                  <a:cubicBezTo>
                    <a:pt x="620" y="444"/>
                    <a:pt x="668" y="265"/>
                    <a:pt x="584" y="134"/>
                  </a:cubicBezTo>
                  <a:cubicBezTo>
                    <a:pt x="531" y="50"/>
                    <a:pt x="434" y="1"/>
                    <a:pt x="3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3" name="Google Shape;1463;p13"/>
            <p:cNvSpPr/>
            <p:nvPr/>
          </p:nvSpPr>
          <p:spPr>
            <a:xfrm>
              <a:off x="5411075" y="2800425"/>
              <a:ext cx="21175" cy="20450"/>
            </a:xfrm>
            <a:custGeom>
              <a:avLst/>
              <a:gdLst/>
              <a:ahLst/>
              <a:cxnLst/>
              <a:rect l="l" t="t" r="r" b="b"/>
              <a:pathLst>
                <a:path w="847" h="818" extrusionOk="0">
                  <a:moveTo>
                    <a:pt x="425" y="1"/>
                  </a:moveTo>
                  <a:cubicBezTo>
                    <a:pt x="350" y="1"/>
                    <a:pt x="274" y="20"/>
                    <a:pt x="203" y="62"/>
                  </a:cubicBezTo>
                  <a:cubicBezTo>
                    <a:pt x="179" y="74"/>
                    <a:pt x="144" y="98"/>
                    <a:pt x="120" y="133"/>
                  </a:cubicBezTo>
                  <a:cubicBezTo>
                    <a:pt x="72" y="181"/>
                    <a:pt x="48" y="241"/>
                    <a:pt x="25" y="300"/>
                  </a:cubicBezTo>
                  <a:cubicBezTo>
                    <a:pt x="25" y="312"/>
                    <a:pt x="25" y="324"/>
                    <a:pt x="13" y="324"/>
                  </a:cubicBezTo>
                  <a:cubicBezTo>
                    <a:pt x="1" y="383"/>
                    <a:pt x="1" y="443"/>
                    <a:pt x="13" y="503"/>
                  </a:cubicBezTo>
                  <a:cubicBezTo>
                    <a:pt x="25" y="550"/>
                    <a:pt x="48" y="586"/>
                    <a:pt x="60" y="622"/>
                  </a:cubicBezTo>
                  <a:cubicBezTo>
                    <a:pt x="72" y="657"/>
                    <a:pt x="108" y="681"/>
                    <a:pt x="120" y="705"/>
                  </a:cubicBezTo>
                  <a:cubicBezTo>
                    <a:pt x="167" y="741"/>
                    <a:pt x="227" y="776"/>
                    <a:pt x="263" y="788"/>
                  </a:cubicBezTo>
                  <a:cubicBezTo>
                    <a:pt x="312" y="808"/>
                    <a:pt x="362" y="818"/>
                    <a:pt x="411" y="818"/>
                  </a:cubicBezTo>
                  <a:cubicBezTo>
                    <a:pt x="479" y="818"/>
                    <a:pt x="546" y="799"/>
                    <a:pt x="608" y="764"/>
                  </a:cubicBezTo>
                  <a:cubicBezTo>
                    <a:pt x="620" y="741"/>
                    <a:pt x="656" y="729"/>
                    <a:pt x="667" y="717"/>
                  </a:cubicBezTo>
                  <a:cubicBezTo>
                    <a:pt x="739" y="669"/>
                    <a:pt x="787" y="622"/>
                    <a:pt x="798" y="562"/>
                  </a:cubicBezTo>
                  <a:cubicBezTo>
                    <a:pt x="846" y="443"/>
                    <a:pt x="846" y="312"/>
                    <a:pt x="775" y="193"/>
                  </a:cubicBezTo>
                  <a:cubicBezTo>
                    <a:pt x="697" y="69"/>
                    <a:pt x="564" y="1"/>
                    <a:pt x="4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4" name="Google Shape;1464;p13"/>
            <p:cNvSpPr/>
            <p:nvPr/>
          </p:nvSpPr>
          <p:spPr>
            <a:xfrm>
              <a:off x="5081275" y="2588800"/>
              <a:ext cx="22950" cy="20300"/>
            </a:xfrm>
            <a:custGeom>
              <a:avLst/>
              <a:gdLst/>
              <a:ahLst/>
              <a:cxnLst/>
              <a:rect l="l" t="t" r="r" b="b"/>
              <a:pathLst>
                <a:path w="918" h="812" extrusionOk="0">
                  <a:moveTo>
                    <a:pt x="476" y="0"/>
                  </a:moveTo>
                  <a:cubicBezTo>
                    <a:pt x="403" y="0"/>
                    <a:pt x="329" y="20"/>
                    <a:pt x="263" y="62"/>
                  </a:cubicBezTo>
                  <a:cubicBezTo>
                    <a:pt x="60" y="181"/>
                    <a:pt x="1" y="431"/>
                    <a:pt x="120" y="621"/>
                  </a:cubicBezTo>
                  <a:cubicBezTo>
                    <a:pt x="155" y="681"/>
                    <a:pt x="203" y="728"/>
                    <a:pt x="263" y="752"/>
                  </a:cubicBezTo>
                  <a:cubicBezTo>
                    <a:pt x="322" y="788"/>
                    <a:pt x="358" y="812"/>
                    <a:pt x="441" y="812"/>
                  </a:cubicBezTo>
                  <a:lnTo>
                    <a:pt x="536" y="812"/>
                  </a:lnTo>
                  <a:cubicBezTo>
                    <a:pt x="584" y="776"/>
                    <a:pt x="644" y="752"/>
                    <a:pt x="703" y="728"/>
                  </a:cubicBezTo>
                  <a:cubicBezTo>
                    <a:pt x="739" y="717"/>
                    <a:pt x="751" y="693"/>
                    <a:pt x="763" y="681"/>
                  </a:cubicBezTo>
                  <a:cubicBezTo>
                    <a:pt x="810" y="633"/>
                    <a:pt x="834" y="574"/>
                    <a:pt x="870" y="538"/>
                  </a:cubicBezTo>
                  <a:cubicBezTo>
                    <a:pt x="917" y="419"/>
                    <a:pt x="894" y="300"/>
                    <a:pt x="822" y="193"/>
                  </a:cubicBezTo>
                  <a:cubicBezTo>
                    <a:pt x="745" y="69"/>
                    <a:pt x="612" y="0"/>
                    <a:pt x="47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5" name="Google Shape;1465;p13"/>
            <p:cNvSpPr/>
            <p:nvPr/>
          </p:nvSpPr>
          <p:spPr>
            <a:xfrm>
              <a:off x="5522700" y="2742050"/>
              <a:ext cx="24425" cy="23250"/>
            </a:xfrm>
            <a:custGeom>
              <a:avLst/>
              <a:gdLst/>
              <a:ahLst/>
              <a:cxnLst/>
              <a:rect l="l" t="t" r="r" b="b"/>
              <a:pathLst>
                <a:path w="977" h="930" extrusionOk="0">
                  <a:moveTo>
                    <a:pt x="525" y="0"/>
                  </a:moveTo>
                  <a:cubicBezTo>
                    <a:pt x="442" y="0"/>
                    <a:pt x="359" y="24"/>
                    <a:pt x="286" y="75"/>
                  </a:cubicBezTo>
                  <a:cubicBezTo>
                    <a:pt x="72" y="206"/>
                    <a:pt x="1" y="492"/>
                    <a:pt x="132" y="706"/>
                  </a:cubicBezTo>
                  <a:cubicBezTo>
                    <a:pt x="216" y="853"/>
                    <a:pt x="367" y="930"/>
                    <a:pt x="523" y="930"/>
                  </a:cubicBezTo>
                  <a:cubicBezTo>
                    <a:pt x="608" y="930"/>
                    <a:pt x="695" y="907"/>
                    <a:pt x="774" y="861"/>
                  </a:cubicBezTo>
                  <a:cubicBezTo>
                    <a:pt x="786" y="861"/>
                    <a:pt x="786" y="849"/>
                    <a:pt x="798" y="849"/>
                  </a:cubicBezTo>
                  <a:cubicBezTo>
                    <a:pt x="834" y="813"/>
                    <a:pt x="858" y="778"/>
                    <a:pt x="905" y="718"/>
                  </a:cubicBezTo>
                  <a:cubicBezTo>
                    <a:pt x="965" y="623"/>
                    <a:pt x="977" y="504"/>
                    <a:pt x="965" y="385"/>
                  </a:cubicBezTo>
                  <a:cubicBezTo>
                    <a:pt x="953" y="325"/>
                    <a:pt x="941" y="278"/>
                    <a:pt x="905" y="218"/>
                  </a:cubicBezTo>
                  <a:lnTo>
                    <a:pt x="905" y="206"/>
                  </a:lnTo>
                  <a:cubicBezTo>
                    <a:pt x="821" y="76"/>
                    <a:pt x="674" y="0"/>
                    <a:pt x="52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6" name="Google Shape;1466;p13"/>
            <p:cNvSpPr/>
            <p:nvPr/>
          </p:nvSpPr>
          <p:spPr>
            <a:xfrm>
              <a:off x="5589975" y="2916675"/>
              <a:ext cx="17875" cy="16275"/>
            </a:xfrm>
            <a:custGeom>
              <a:avLst/>
              <a:gdLst/>
              <a:ahLst/>
              <a:cxnLst/>
              <a:rect l="l" t="t" r="r" b="b"/>
              <a:pathLst>
                <a:path w="715" h="651" extrusionOk="0">
                  <a:moveTo>
                    <a:pt x="368" y="1"/>
                  </a:moveTo>
                  <a:cubicBezTo>
                    <a:pt x="286" y="1"/>
                    <a:pt x="195" y="37"/>
                    <a:pt x="119" y="103"/>
                  </a:cubicBezTo>
                  <a:lnTo>
                    <a:pt x="72" y="139"/>
                  </a:lnTo>
                  <a:cubicBezTo>
                    <a:pt x="48" y="174"/>
                    <a:pt x="48" y="222"/>
                    <a:pt x="36" y="258"/>
                  </a:cubicBezTo>
                  <a:cubicBezTo>
                    <a:pt x="0" y="377"/>
                    <a:pt x="60" y="520"/>
                    <a:pt x="167" y="591"/>
                  </a:cubicBezTo>
                  <a:lnTo>
                    <a:pt x="179" y="603"/>
                  </a:lnTo>
                  <a:cubicBezTo>
                    <a:pt x="227" y="639"/>
                    <a:pt x="286" y="651"/>
                    <a:pt x="346" y="651"/>
                  </a:cubicBezTo>
                  <a:cubicBezTo>
                    <a:pt x="417" y="651"/>
                    <a:pt x="489" y="639"/>
                    <a:pt x="548" y="591"/>
                  </a:cubicBezTo>
                  <a:cubicBezTo>
                    <a:pt x="596" y="591"/>
                    <a:pt x="631" y="555"/>
                    <a:pt x="643" y="508"/>
                  </a:cubicBezTo>
                  <a:cubicBezTo>
                    <a:pt x="655" y="496"/>
                    <a:pt x="655" y="484"/>
                    <a:pt x="667" y="460"/>
                  </a:cubicBezTo>
                  <a:cubicBezTo>
                    <a:pt x="715" y="341"/>
                    <a:pt x="691" y="186"/>
                    <a:pt x="596" y="103"/>
                  </a:cubicBezTo>
                  <a:cubicBezTo>
                    <a:pt x="584" y="79"/>
                    <a:pt x="572" y="67"/>
                    <a:pt x="536" y="55"/>
                  </a:cubicBezTo>
                  <a:cubicBezTo>
                    <a:pt x="512" y="44"/>
                    <a:pt x="465" y="20"/>
                    <a:pt x="429" y="8"/>
                  </a:cubicBezTo>
                  <a:cubicBezTo>
                    <a:pt x="410" y="3"/>
                    <a:pt x="389" y="1"/>
                    <a:pt x="36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7" name="Google Shape;1467;p13"/>
            <p:cNvSpPr/>
            <p:nvPr/>
          </p:nvSpPr>
          <p:spPr>
            <a:xfrm>
              <a:off x="5193500" y="2984600"/>
              <a:ext cx="9250" cy="8725"/>
            </a:xfrm>
            <a:custGeom>
              <a:avLst/>
              <a:gdLst/>
              <a:ahLst/>
              <a:cxnLst/>
              <a:rect l="l" t="t" r="r" b="b"/>
              <a:pathLst>
                <a:path w="370" h="349" extrusionOk="0">
                  <a:moveTo>
                    <a:pt x="180" y="1"/>
                  </a:moveTo>
                  <a:cubicBezTo>
                    <a:pt x="158" y="1"/>
                    <a:pt x="138" y="6"/>
                    <a:pt x="119" y="17"/>
                  </a:cubicBezTo>
                  <a:cubicBezTo>
                    <a:pt x="119" y="17"/>
                    <a:pt x="96" y="17"/>
                    <a:pt x="96" y="29"/>
                  </a:cubicBezTo>
                  <a:cubicBezTo>
                    <a:pt x="24" y="77"/>
                    <a:pt x="0" y="160"/>
                    <a:pt x="36" y="255"/>
                  </a:cubicBezTo>
                  <a:lnTo>
                    <a:pt x="36" y="267"/>
                  </a:lnTo>
                  <a:cubicBezTo>
                    <a:pt x="77" y="316"/>
                    <a:pt x="134" y="349"/>
                    <a:pt x="194" y="349"/>
                  </a:cubicBezTo>
                  <a:cubicBezTo>
                    <a:pt x="221" y="349"/>
                    <a:pt x="248" y="342"/>
                    <a:pt x="274" y="327"/>
                  </a:cubicBezTo>
                  <a:cubicBezTo>
                    <a:pt x="310" y="315"/>
                    <a:pt x="322" y="303"/>
                    <a:pt x="334" y="267"/>
                  </a:cubicBezTo>
                  <a:cubicBezTo>
                    <a:pt x="346" y="255"/>
                    <a:pt x="346" y="244"/>
                    <a:pt x="346" y="220"/>
                  </a:cubicBezTo>
                  <a:cubicBezTo>
                    <a:pt x="369" y="184"/>
                    <a:pt x="346" y="136"/>
                    <a:pt x="334" y="89"/>
                  </a:cubicBezTo>
                  <a:cubicBezTo>
                    <a:pt x="334" y="77"/>
                    <a:pt x="322" y="77"/>
                    <a:pt x="322" y="77"/>
                  </a:cubicBezTo>
                  <a:cubicBezTo>
                    <a:pt x="281" y="28"/>
                    <a:pt x="228" y="1"/>
                    <a:pt x="18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8" name="Google Shape;1468;p13"/>
            <p:cNvSpPr/>
            <p:nvPr/>
          </p:nvSpPr>
          <p:spPr>
            <a:xfrm>
              <a:off x="5617950" y="2840125"/>
              <a:ext cx="23550" cy="21200"/>
            </a:xfrm>
            <a:custGeom>
              <a:avLst/>
              <a:gdLst/>
              <a:ahLst/>
              <a:cxnLst/>
              <a:rect l="l" t="t" r="r" b="b"/>
              <a:pathLst>
                <a:path w="942" h="848" extrusionOk="0">
                  <a:moveTo>
                    <a:pt x="468" y="1"/>
                  </a:moveTo>
                  <a:cubicBezTo>
                    <a:pt x="402" y="1"/>
                    <a:pt x="334" y="16"/>
                    <a:pt x="263" y="46"/>
                  </a:cubicBezTo>
                  <a:cubicBezTo>
                    <a:pt x="251" y="46"/>
                    <a:pt x="251" y="69"/>
                    <a:pt x="239" y="69"/>
                  </a:cubicBezTo>
                  <a:cubicBezTo>
                    <a:pt x="191" y="93"/>
                    <a:pt x="143" y="129"/>
                    <a:pt x="120" y="165"/>
                  </a:cubicBezTo>
                  <a:cubicBezTo>
                    <a:pt x="12" y="308"/>
                    <a:pt x="1" y="498"/>
                    <a:pt x="108" y="641"/>
                  </a:cubicBezTo>
                  <a:cubicBezTo>
                    <a:pt x="143" y="736"/>
                    <a:pt x="227" y="784"/>
                    <a:pt x="310" y="820"/>
                  </a:cubicBezTo>
                  <a:cubicBezTo>
                    <a:pt x="362" y="837"/>
                    <a:pt x="408" y="848"/>
                    <a:pt x="453" y="848"/>
                  </a:cubicBezTo>
                  <a:cubicBezTo>
                    <a:pt x="469" y="848"/>
                    <a:pt x="485" y="847"/>
                    <a:pt x="501" y="843"/>
                  </a:cubicBezTo>
                  <a:cubicBezTo>
                    <a:pt x="560" y="843"/>
                    <a:pt x="620" y="808"/>
                    <a:pt x="679" y="784"/>
                  </a:cubicBezTo>
                  <a:cubicBezTo>
                    <a:pt x="882" y="665"/>
                    <a:pt x="941" y="403"/>
                    <a:pt x="822" y="200"/>
                  </a:cubicBezTo>
                  <a:cubicBezTo>
                    <a:pt x="822" y="188"/>
                    <a:pt x="798" y="165"/>
                    <a:pt x="798" y="165"/>
                  </a:cubicBezTo>
                  <a:cubicBezTo>
                    <a:pt x="763" y="105"/>
                    <a:pt x="715" y="81"/>
                    <a:pt x="655" y="46"/>
                  </a:cubicBezTo>
                  <a:cubicBezTo>
                    <a:pt x="596" y="16"/>
                    <a:pt x="533" y="1"/>
                    <a:pt x="46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469" name="Google Shape;1469;p13"/>
          <p:cNvGrpSpPr/>
          <p:nvPr/>
        </p:nvGrpSpPr>
        <p:grpSpPr>
          <a:xfrm rot="10800000" flipH="1">
            <a:off x="7049796" y="145"/>
            <a:ext cx="2094212" cy="1053578"/>
            <a:chOff x="4905075" y="2588800"/>
            <a:chExt cx="982875" cy="494475"/>
          </a:xfrm>
        </p:grpSpPr>
        <p:sp>
          <p:nvSpPr>
            <p:cNvPr id="1470" name="Google Shape;1470;p13"/>
            <p:cNvSpPr/>
            <p:nvPr/>
          </p:nvSpPr>
          <p:spPr>
            <a:xfrm>
              <a:off x="5082475" y="3000200"/>
              <a:ext cx="30675" cy="83075"/>
            </a:xfrm>
            <a:custGeom>
              <a:avLst/>
              <a:gdLst/>
              <a:ahLst/>
              <a:cxnLst/>
              <a:rect l="l" t="t" r="r" b="b"/>
              <a:pathLst>
                <a:path w="1227" h="3323" extrusionOk="0">
                  <a:moveTo>
                    <a:pt x="1048" y="1"/>
                  </a:moveTo>
                  <a:lnTo>
                    <a:pt x="0" y="3322"/>
                  </a:lnTo>
                  <a:lnTo>
                    <a:pt x="191" y="3322"/>
                  </a:lnTo>
                  <a:lnTo>
                    <a:pt x="1227" y="48"/>
                  </a:lnTo>
                  <a:cubicBezTo>
                    <a:pt x="1167" y="48"/>
                    <a:pt x="1108" y="36"/>
                    <a:pt x="1048"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1" name="Google Shape;1471;p13"/>
            <p:cNvSpPr/>
            <p:nvPr/>
          </p:nvSpPr>
          <p:spPr>
            <a:xfrm>
              <a:off x="4905075" y="3083250"/>
              <a:ext cx="300" cy="25"/>
            </a:xfrm>
            <a:custGeom>
              <a:avLst/>
              <a:gdLst/>
              <a:ahLst/>
              <a:cxnLst/>
              <a:rect l="l" t="t" r="r" b="b"/>
              <a:pathLst>
                <a:path w="12" h="1" fill="none" extrusionOk="0">
                  <a:moveTo>
                    <a:pt x="12" y="0"/>
                  </a:move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2" name="Google Shape;1472;p13"/>
            <p:cNvSpPr/>
            <p:nvPr/>
          </p:nvSpPr>
          <p:spPr>
            <a:xfrm>
              <a:off x="5122050" y="2993050"/>
              <a:ext cx="87550" cy="45875"/>
            </a:xfrm>
            <a:custGeom>
              <a:avLst/>
              <a:gdLst/>
              <a:ahLst/>
              <a:cxnLst/>
              <a:rect l="l" t="t" r="r" b="b"/>
              <a:pathLst>
                <a:path w="3502" h="1835" extrusionOk="0">
                  <a:moveTo>
                    <a:pt x="72" y="1"/>
                  </a:moveTo>
                  <a:cubicBezTo>
                    <a:pt x="60" y="60"/>
                    <a:pt x="36" y="108"/>
                    <a:pt x="1" y="156"/>
                  </a:cubicBezTo>
                  <a:lnTo>
                    <a:pt x="3501" y="1834"/>
                  </a:lnTo>
                  <a:lnTo>
                    <a:pt x="3442" y="1608"/>
                  </a:lnTo>
                  <a:lnTo>
                    <a:pt x="9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3" name="Google Shape;1473;p13"/>
            <p:cNvSpPr/>
            <p:nvPr/>
          </p:nvSpPr>
          <p:spPr>
            <a:xfrm>
              <a:off x="5213425" y="3035925"/>
              <a:ext cx="97675" cy="47050"/>
            </a:xfrm>
            <a:custGeom>
              <a:avLst/>
              <a:gdLst/>
              <a:ahLst/>
              <a:cxnLst/>
              <a:rect l="l" t="t" r="r" b="b"/>
              <a:pathLst>
                <a:path w="3907" h="1882" extrusionOk="0">
                  <a:moveTo>
                    <a:pt x="1" y="0"/>
                  </a:moveTo>
                  <a:lnTo>
                    <a:pt x="61" y="227"/>
                  </a:lnTo>
                  <a:lnTo>
                    <a:pt x="3501" y="1881"/>
                  </a:lnTo>
                  <a:lnTo>
                    <a:pt x="3906" y="1881"/>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4" name="Google Shape;1474;p13"/>
            <p:cNvSpPr/>
            <p:nvPr/>
          </p:nvSpPr>
          <p:spPr>
            <a:xfrm>
              <a:off x="4919950" y="2993050"/>
              <a:ext cx="185175" cy="90225"/>
            </a:xfrm>
            <a:custGeom>
              <a:avLst/>
              <a:gdLst/>
              <a:ahLst/>
              <a:cxnLst/>
              <a:rect l="l" t="t" r="r" b="b"/>
              <a:pathLst>
                <a:path w="7407" h="3609" extrusionOk="0">
                  <a:moveTo>
                    <a:pt x="7335" y="1"/>
                  </a:moveTo>
                  <a:lnTo>
                    <a:pt x="0" y="3608"/>
                  </a:lnTo>
                  <a:lnTo>
                    <a:pt x="417" y="3608"/>
                  </a:lnTo>
                  <a:lnTo>
                    <a:pt x="7406" y="179"/>
                  </a:lnTo>
                  <a:cubicBezTo>
                    <a:pt x="7394" y="167"/>
                    <a:pt x="7394" y="156"/>
                    <a:pt x="7382" y="156"/>
                  </a:cubicBezTo>
                  <a:cubicBezTo>
                    <a:pt x="7370" y="96"/>
                    <a:pt x="7347" y="48"/>
                    <a:pt x="733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5" name="Google Shape;1475;p13"/>
            <p:cNvSpPr/>
            <p:nvPr/>
          </p:nvSpPr>
          <p:spPr>
            <a:xfrm>
              <a:off x="4909525" y="2607000"/>
              <a:ext cx="182500" cy="476275"/>
            </a:xfrm>
            <a:custGeom>
              <a:avLst/>
              <a:gdLst/>
              <a:ahLst/>
              <a:cxnLst/>
              <a:rect l="l" t="t" r="r" b="b"/>
              <a:pathLst>
                <a:path w="7300" h="19051" extrusionOk="0">
                  <a:moveTo>
                    <a:pt x="7121" y="0"/>
                  </a:moveTo>
                  <a:lnTo>
                    <a:pt x="1" y="19050"/>
                  </a:lnTo>
                  <a:lnTo>
                    <a:pt x="191" y="19050"/>
                  </a:lnTo>
                  <a:lnTo>
                    <a:pt x="7299" y="60"/>
                  </a:lnTo>
                  <a:cubicBezTo>
                    <a:pt x="7240" y="48"/>
                    <a:pt x="7192" y="24"/>
                    <a:pt x="712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6" name="Google Shape;1476;p13"/>
            <p:cNvSpPr/>
            <p:nvPr/>
          </p:nvSpPr>
          <p:spPr>
            <a:xfrm>
              <a:off x="5113425" y="2823400"/>
              <a:ext cx="33075" cy="158075"/>
            </a:xfrm>
            <a:custGeom>
              <a:avLst/>
              <a:gdLst/>
              <a:ahLst/>
              <a:cxnLst/>
              <a:rect l="l" t="t" r="r" b="b"/>
              <a:pathLst>
                <a:path w="1323" h="6323" extrusionOk="0">
                  <a:moveTo>
                    <a:pt x="1143" y="0"/>
                  </a:moveTo>
                  <a:lnTo>
                    <a:pt x="0" y="6299"/>
                  </a:lnTo>
                  <a:cubicBezTo>
                    <a:pt x="60" y="6299"/>
                    <a:pt x="120" y="6311"/>
                    <a:pt x="179" y="6322"/>
                  </a:cubicBezTo>
                  <a:lnTo>
                    <a:pt x="1322" y="36"/>
                  </a:lnTo>
                  <a:cubicBezTo>
                    <a:pt x="1263" y="36"/>
                    <a:pt x="1203" y="24"/>
                    <a:pt x="114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7" name="Google Shape;1477;p13"/>
            <p:cNvSpPr/>
            <p:nvPr/>
          </p:nvSpPr>
          <p:spPr>
            <a:xfrm>
              <a:off x="5201525" y="2989775"/>
              <a:ext cx="925" cy="1225"/>
            </a:xfrm>
            <a:custGeom>
              <a:avLst/>
              <a:gdLst/>
              <a:ahLst/>
              <a:cxnLst/>
              <a:rect l="l" t="t" r="r" b="b"/>
              <a:pathLst>
                <a:path w="37" h="49" extrusionOk="0">
                  <a:moveTo>
                    <a:pt x="13" y="1"/>
                  </a:moveTo>
                  <a:cubicBezTo>
                    <a:pt x="13" y="13"/>
                    <a:pt x="1" y="37"/>
                    <a:pt x="1" y="48"/>
                  </a:cubicBezTo>
                  <a:lnTo>
                    <a:pt x="36" y="48"/>
                  </a:lnTo>
                  <a:lnTo>
                    <a:pt x="1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8" name="Google Shape;1478;p13"/>
            <p:cNvSpPr/>
            <p:nvPr/>
          </p:nvSpPr>
          <p:spPr>
            <a:xfrm>
              <a:off x="5156275" y="2820425"/>
              <a:ext cx="44975" cy="165800"/>
            </a:xfrm>
            <a:custGeom>
              <a:avLst/>
              <a:gdLst/>
              <a:ahLst/>
              <a:cxnLst/>
              <a:rect l="l" t="t" r="r" b="b"/>
              <a:pathLst>
                <a:path w="1799" h="6632" extrusionOk="0">
                  <a:moveTo>
                    <a:pt x="144" y="0"/>
                  </a:moveTo>
                  <a:cubicBezTo>
                    <a:pt x="132" y="24"/>
                    <a:pt x="120" y="36"/>
                    <a:pt x="96" y="36"/>
                  </a:cubicBezTo>
                  <a:cubicBezTo>
                    <a:pt x="72" y="48"/>
                    <a:pt x="25" y="84"/>
                    <a:pt x="1" y="95"/>
                  </a:cubicBezTo>
                  <a:lnTo>
                    <a:pt x="1608" y="6584"/>
                  </a:lnTo>
                  <a:cubicBezTo>
                    <a:pt x="1627" y="6573"/>
                    <a:pt x="1649" y="6568"/>
                    <a:pt x="1671" y="6568"/>
                  </a:cubicBezTo>
                  <a:cubicBezTo>
                    <a:pt x="1718" y="6568"/>
                    <a:pt x="1766" y="6591"/>
                    <a:pt x="1799" y="6632"/>
                  </a:cubicBezTo>
                  <a:lnTo>
                    <a:pt x="156" y="48"/>
                  </a:lnTo>
                  <a:cubicBezTo>
                    <a:pt x="156" y="36"/>
                    <a:pt x="144" y="12"/>
                    <a:pt x="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9" name="Google Shape;1479;p13"/>
            <p:cNvSpPr/>
            <p:nvPr/>
          </p:nvSpPr>
          <p:spPr>
            <a:xfrm>
              <a:off x="5198850" y="2995450"/>
              <a:ext cx="26525" cy="87825"/>
            </a:xfrm>
            <a:custGeom>
              <a:avLst/>
              <a:gdLst/>
              <a:ahLst/>
              <a:cxnLst/>
              <a:rect l="l" t="t" r="r" b="b"/>
              <a:pathLst>
                <a:path w="1061" h="3513" extrusionOk="0">
                  <a:moveTo>
                    <a:pt x="1" y="0"/>
                  </a:moveTo>
                  <a:lnTo>
                    <a:pt x="382" y="1512"/>
                  </a:lnTo>
                  <a:lnTo>
                    <a:pt x="441" y="1750"/>
                  </a:lnTo>
                  <a:lnTo>
                    <a:pt x="870" y="3512"/>
                  </a:lnTo>
                  <a:lnTo>
                    <a:pt x="1060" y="3512"/>
                  </a:lnTo>
                  <a:lnTo>
                    <a:pt x="644" y="1857"/>
                  </a:lnTo>
                  <a:lnTo>
                    <a:pt x="584" y="1619"/>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0" name="Google Shape;1480;p13"/>
            <p:cNvSpPr/>
            <p:nvPr/>
          </p:nvSpPr>
          <p:spPr>
            <a:xfrm>
              <a:off x="5123550" y="2988600"/>
              <a:ext cx="175625" cy="8950"/>
            </a:xfrm>
            <a:custGeom>
              <a:avLst/>
              <a:gdLst/>
              <a:ahLst/>
              <a:cxnLst/>
              <a:rect l="l" t="t" r="r" b="b"/>
              <a:pathLst>
                <a:path w="7025" h="358" extrusionOk="0">
                  <a:moveTo>
                    <a:pt x="0" y="0"/>
                  </a:moveTo>
                  <a:lnTo>
                    <a:pt x="0" y="0"/>
                  </a:lnTo>
                  <a:cubicBezTo>
                    <a:pt x="12" y="60"/>
                    <a:pt x="12" y="119"/>
                    <a:pt x="0" y="179"/>
                  </a:cubicBezTo>
                  <a:lnTo>
                    <a:pt x="24" y="179"/>
                  </a:lnTo>
                  <a:lnTo>
                    <a:pt x="3001" y="262"/>
                  </a:lnTo>
                  <a:lnTo>
                    <a:pt x="3191" y="262"/>
                  </a:lnTo>
                  <a:lnTo>
                    <a:pt x="6989" y="357"/>
                  </a:lnTo>
                  <a:lnTo>
                    <a:pt x="6977" y="286"/>
                  </a:lnTo>
                  <a:lnTo>
                    <a:pt x="6977" y="274"/>
                  </a:lnTo>
                  <a:lnTo>
                    <a:pt x="6977" y="262"/>
                  </a:lnTo>
                  <a:lnTo>
                    <a:pt x="6977" y="238"/>
                  </a:lnTo>
                  <a:lnTo>
                    <a:pt x="6977" y="226"/>
                  </a:lnTo>
                  <a:cubicBezTo>
                    <a:pt x="6977" y="226"/>
                    <a:pt x="6977" y="215"/>
                    <a:pt x="6989" y="215"/>
                  </a:cubicBezTo>
                  <a:lnTo>
                    <a:pt x="7025" y="167"/>
                  </a:lnTo>
                  <a:lnTo>
                    <a:pt x="3155" y="60"/>
                  </a:lnTo>
                  <a:lnTo>
                    <a:pt x="3120" y="95"/>
                  </a:lnTo>
                  <a:cubicBezTo>
                    <a:pt x="3108" y="119"/>
                    <a:pt x="3096" y="131"/>
                    <a:pt x="3060" y="155"/>
                  </a:cubicBezTo>
                  <a:cubicBezTo>
                    <a:pt x="3038" y="166"/>
                    <a:pt x="3013" y="171"/>
                    <a:pt x="2986" y="171"/>
                  </a:cubicBezTo>
                  <a:cubicBezTo>
                    <a:pt x="2927" y="171"/>
                    <a:pt x="2863" y="145"/>
                    <a:pt x="2822" y="95"/>
                  </a:cubicBezTo>
                  <a:lnTo>
                    <a:pt x="2822" y="72"/>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1" name="Google Shape;1481;p13"/>
            <p:cNvSpPr/>
            <p:nvPr/>
          </p:nvSpPr>
          <p:spPr>
            <a:xfrm>
              <a:off x="5302725" y="2995150"/>
              <a:ext cx="138750" cy="88125"/>
            </a:xfrm>
            <a:custGeom>
              <a:avLst/>
              <a:gdLst/>
              <a:ahLst/>
              <a:cxnLst/>
              <a:rect l="l" t="t" r="r" b="b"/>
              <a:pathLst>
                <a:path w="5550" h="3525" extrusionOk="0">
                  <a:moveTo>
                    <a:pt x="37" y="0"/>
                  </a:moveTo>
                  <a:lnTo>
                    <a:pt x="1" y="36"/>
                  </a:lnTo>
                  <a:lnTo>
                    <a:pt x="37" y="214"/>
                  </a:lnTo>
                  <a:lnTo>
                    <a:pt x="5216" y="3524"/>
                  </a:lnTo>
                  <a:lnTo>
                    <a:pt x="5549" y="3524"/>
                  </a:lnTo>
                  <a:lnTo>
                    <a:pt x="3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2" name="Google Shape;1482;p13"/>
            <p:cNvSpPr/>
            <p:nvPr/>
          </p:nvSpPr>
          <p:spPr>
            <a:xfrm>
              <a:off x="5297675" y="2995725"/>
              <a:ext cx="21750" cy="84275"/>
            </a:xfrm>
            <a:custGeom>
              <a:avLst/>
              <a:gdLst/>
              <a:ahLst/>
              <a:cxnLst/>
              <a:rect l="l" t="t" r="r" b="b"/>
              <a:pathLst>
                <a:path w="870" h="3371" extrusionOk="0">
                  <a:moveTo>
                    <a:pt x="191" y="1"/>
                  </a:moveTo>
                  <a:lnTo>
                    <a:pt x="179" y="49"/>
                  </a:lnTo>
                  <a:cubicBezTo>
                    <a:pt x="156" y="72"/>
                    <a:pt x="122" y="90"/>
                    <a:pt x="89" y="90"/>
                  </a:cubicBezTo>
                  <a:cubicBezTo>
                    <a:pt x="71" y="90"/>
                    <a:pt x="53" y="85"/>
                    <a:pt x="36" y="72"/>
                  </a:cubicBezTo>
                  <a:cubicBezTo>
                    <a:pt x="12" y="60"/>
                    <a:pt x="12" y="37"/>
                    <a:pt x="0" y="13"/>
                  </a:cubicBezTo>
                  <a:lnTo>
                    <a:pt x="0" y="13"/>
                  </a:lnTo>
                  <a:lnTo>
                    <a:pt x="12" y="96"/>
                  </a:lnTo>
                  <a:lnTo>
                    <a:pt x="691" y="3370"/>
                  </a:lnTo>
                  <a:cubicBezTo>
                    <a:pt x="751" y="3335"/>
                    <a:pt x="810" y="3335"/>
                    <a:pt x="870" y="3335"/>
                  </a:cubicBezTo>
                  <a:lnTo>
                    <a:pt x="215" y="180"/>
                  </a:lnTo>
                  <a:lnTo>
                    <a:pt x="19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3" name="Google Shape;1483;p13"/>
            <p:cNvSpPr/>
            <p:nvPr/>
          </p:nvSpPr>
          <p:spPr>
            <a:xfrm>
              <a:off x="5349175" y="2817450"/>
              <a:ext cx="69375" cy="103300"/>
            </a:xfrm>
            <a:custGeom>
              <a:avLst/>
              <a:gdLst/>
              <a:ahLst/>
              <a:cxnLst/>
              <a:rect l="l" t="t" r="r" b="b"/>
              <a:pathLst>
                <a:path w="2775" h="4132" extrusionOk="0">
                  <a:moveTo>
                    <a:pt x="2620" y="0"/>
                  </a:moveTo>
                  <a:lnTo>
                    <a:pt x="0" y="3977"/>
                  </a:lnTo>
                  <a:lnTo>
                    <a:pt x="119" y="4132"/>
                  </a:lnTo>
                  <a:lnTo>
                    <a:pt x="2774" y="95"/>
                  </a:lnTo>
                  <a:cubicBezTo>
                    <a:pt x="2715" y="72"/>
                    <a:pt x="2667" y="36"/>
                    <a:pt x="262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4" name="Google Shape;1484;p13"/>
            <p:cNvSpPr/>
            <p:nvPr/>
          </p:nvSpPr>
          <p:spPr>
            <a:xfrm>
              <a:off x="5297975" y="2921625"/>
              <a:ext cx="51825" cy="76825"/>
            </a:xfrm>
            <a:custGeom>
              <a:avLst/>
              <a:gdLst/>
              <a:ahLst/>
              <a:cxnLst/>
              <a:rect l="l" t="t" r="r" b="b"/>
              <a:pathLst>
                <a:path w="2073" h="3073" extrusionOk="0">
                  <a:moveTo>
                    <a:pt x="1953" y="0"/>
                  </a:moveTo>
                  <a:lnTo>
                    <a:pt x="48" y="2882"/>
                  </a:lnTo>
                  <a:lnTo>
                    <a:pt x="12" y="2917"/>
                  </a:lnTo>
                  <a:cubicBezTo>
                    <a:pt x="12" y="2917"/>
                    <a:pt x="12" y="2941"/>
                    <a:pt x="0" y="2941"/>
                  </a:cubicBezTo>
                  <a:lnTo>
                    <a:pt x="0" y="2953"/>
                  </a:lnTo>
                  <a:lnTo>
                    <a:pt x="0" y="2965"/>
                  </a:lnTo>
                  <a:lnTo>
                    <a:pt x="0" y="2977"/>
                  </a:lnTo>
                  <a:lnTo>
                    <a:pt x="0" y="3001"/>
                  </a:lnTo>
                  <a:cubicBezTo>
                    <a:pt x="0" y="3024"/>
                    <a:pt x="12" y="3036"/>
                    <a:pt x="48" y="3060"/>
                  </a:cubicBezTo>
                  <a:cubicBezTo>
                    <a:pt x="60" y="3068"/>
                    <a:pt x="74" y="3072"/>
                    <a:pt x="90" y="3072"/>
                  </a:cubicBezTo>
                  <a:cubicBezTo>
                    <a:pt x="121" y="3072"/>
                    <a:pt x="155" y="3056"/>
                    <a:pt x="179" y="3024"/>
                  </a:cubicBezTo>
                  <a:lnTo>
                    <a:pt x="191" y="2989"/>
                  </a:lnTo>
                  <a:lnTo>
                    <a:pt x="227" y="2953"/>
                  </a:lnTo>
                  <a:lnTo>
                    <a:pt x="2072" y="155"/>
                  </a:lnTo>
                  <a:lnTo>
                    <a:pt x="195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5" name="Google Shape;1485;p13"/>
            <p:cNvSpPr/>
            <p:nvPr/>
          </p:nvSpPr>
          <p:spPr>
            <a:xfrm>
              <a:off x="5247975" y="2787475"/>
              <a:ext cx="2700" cy="1425"/>
            </a:xfrm>
            <a:custGeom>
              <a:avLst/>
              <a:gdLst/>
              <a:ahLst/>
              <a:cxnLst/>
              <a:rect l="l" t="t" r="r" b="b"/>
              <a:pathLst>
                <a:path w="108" h="57" extrusionOk="0">
                  <a:moveTo>
                    <a:pt x="48" y="1"/>
                  </a:moveTo>
                  <a:cubicBezTo>
                    <a:pt x="32" y="1"/>
                    <a:pt x="15" y="4"/>
                    <a:pt x="0" y="8"/>
                  </a:cubicBezTo>
                  <a:lnTo>
                    <a:pt x="48" y="56"/>
                  </a:lnTo>
                  <a:cubicBezTo>
                    <a:pt x="60" y="44"/>
                    <a:pt x="95" y="44"/>
                    <a:pt x="107" y="20"/>
                  </a:cubicBezTo>
                  <a:cubicBezTo>
                    <a:pt x="93" y="6"/>
                    <a:pt x="71" y="1"/>
                    <a:pt x="48"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6" name="Google Shape;1486;p13"/>
            <p:cNvSpPr/>
            <p:nvPr/>
          </p:nvSpPr>
          <p:spPr>
            <a:xfrm>
              <a:off x="5264925" y="2810300"/>
              <a:ext cx="211375" cy="272375"/>
            </a:xfrm>
            <a:custGeom>
              <a:avLst/>
              <a:gdLst/>
              <a:ahLst/>
              <a:cxnLst/>
              <a:rect l="l" t="t" r="r" b="b"/>
              <a:pathLst>
                <a:path w="8455" h="10895" extrusionOk="0">
                  <a:moveTo>
                    <a:pt x="132" y="0"/>
                  </a:moveTo>
                  <a:cubicBezTo>
                    <a:pt x="84" y="48"/>
                    <a:pt x="36" y="96"/>
                    <a:pt x="1" y="119"/>
                  </a:cubicBezTo>
                  <a:lnTo>
                    <a:pt x="3287" y="4429"/>
                  </a:lnTo>
                  <a:lnTo>
                    <a:pt x="3406" y="4572"/>
                  </a:lnTo>
                  <a:lnTo>
                    <a:pt x="8228" y="10895"/>
                  </a:lnTo>
                  <a:lnTo>
                    <a:pt x="8454" y="10895"/>
                  </a:lnTo>
                  <a:lnTo>
                    <a:pt x="3489" y="4406"/>
                  </a:lnTo>
                  <a:lnTo>
                    <a:pt x="3370" y="4263"/>
                  </a:lnTo>
                  <a:lnTo>
                    <a:pt x="13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13"/>
            <p:cNvSpPr/>
            <p:nvPr/>
          </p:nvSpPr>
          <p:spPr>
            <a:xfrm>
              <a:off x="5094375" y="2607000"/>
              <a:ext cx="50025" cy="177725"/>
            </a:xfrm>
            <a:custGeom>
              <a:avLst/>
              <a:gdLst/>
              <a:ahLst/>
              <a:cxnLst/>
              <a:rect l="l" t="t" r="r" b="b"/>
              <a:pathLst>
                <a:path w="2001" h="7109" extrusionOk="0">
                  <a:moveTo>
                    <a:pt x="179" y="0"/>
                  </a:moveTo>
                  <a:cubicBezTo>
                    <a:pt x="120" y="48"/>
                    <a:pt x="60" y="60"/>
                    <a:pt x="0" y="60"/>
                  </a:cubicBezTo>
                  <a:lnTo>
                    <a:pt x="1822" y="7108"/>
                  </a:lnTo>
                  <a:cubicBezTo>
                    <a:pt x="1882" y="7085"/>
                    <a:pt x="1941" y="7073"/>
                    <a:pt x="2001" y="7073"/>
                  </a:cubicBez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8" name="Google Shape;1488;p13"/>
            <p:cNvSpPr/>
            <p:nvPr/>
          </p:nvSpPr>
          <p:spPr>
            <a:xfrm>
              <a:off x="5098850" y="2605500"/>
              <a:ext cx="150325" cy="186375"/>
            </a:xfrm>
            <a:custGeom>
              <a:avLst/>
              <a:gdLst/>
              <a:ahLst/>
              <a:cxnLst/>
              <a:rect l="l" t="t" r="r" b="b"/>
              <a:pathLst>
                <a:path w="6013" h="7455" extrusionOk="0">
                  <a:moveTo>
                    <a:pt x="60" y="1"/>
                  </a:moveTo>
                  <a:cubicBezTo>
                    <a:pt x="48" y="13"/>
                    <a:pt x="12" y="25"/>
                    <a:pt x="0" y="49"/>
                  </a:cubicBezTo>
                  <a:lnTo>
                    <a:pt x="5882" y="7454"/>
                  </a:lnTo>
                  <a:cubicBezTo>
                    <a:pt x="5906" y="7407"/>
                    <a:pt x="5965" y="7371"/>
                    <a:pt x="6013" y="7335"/>
                  </a:cubicBezTo>
                  <a:lnTo>
                    <a:pt x="5965" y="7276"/>
                  </a:lnTo>
                  <a:lnTo>
                    <a:pt x="322" y="179"/>
                  </a:lnTo>
                  <a:lnTo>
                    <a:pt x="6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9" name="Google Shape;1489;p13"/>
            <p:cNvSpPr/>
            <p:nvPr/>
          </p:nvSpPr>
          <p:spPr>
            <a:xfrm>
              <a:off x="5270300" y="2802250"/>
              <a:ext cx="141400" cy="10750"/>
            </a:xfrm>
            <a:custGeom>
              <a:avLst/>
              <a:gdLst/>
              <a:ahLst/>
              <a:cxnLst/>
              <a:rect l="l" t="t" r="r" b="b"/>
              <a:pathLst>
                <a:path w="5656" h="430" extrusionOk="0">
                  <a:moveTo>
                    <a:pt x="48" y="1"/>
                  </a:moveTo>
                  <a:lnTo>
                    <a:pt x="0" y="179"/>
                  </a:lnTo>
                  <a:lnTo>
                    <a:pt x="5656" y="430"/>
                  </a:lnTo>
                  <a:cubicBezTo>
                    <a:pt x="5644" y="370"/>
                    <a:pt x="5644" y="310"/>
                    <a:pt x="5656" y="251"/>
                  </a:cubicBez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0" name="Google Shape;1490;p13"/>
            <p:cNvSpPr/>
            <p:nvPr/>
          </p:nvSpPr>
          <p:spPr>
            <a:xfrm>
              <a:off x="5167300" y="2797500"/>
              <a:ext cx="75625" cy="7750"/>
            </a:xfrm>
            <a:custGeom>
              <a:avLst/>
              <a:gdLst/>
              <a:ahLst/>
              <a:cxnLst/>
              <a:rect l="l" t="t" r="r" b="b"/>
              <a:pathLst>
                <a:path w="3025" h="310" extrusionOk="0">
                  <a:moveTo>
                    <a:pt x="1" y="0"/>
                  </a:moveTo>
                  <a:lnTo>
                    <a:pt x="1" y="0"/>
                  </a:lnTo>
                  <a:cubicBezTo>
                    <a:pt x="12" y="60"/>
                    <a:pt x="36" y="119"/>
                    <a:pt x="36" y="179"/>
                  </a:cubicBezTo>
                  <a:lnTo>
                    <a:pt x="3025" y="310"/>
                  </a:lnTo>
                  <a:cubicBezTo>
                    <a:pt x="3013" y="262"/>
                    <a:pt x="3013" y="191"/>
                    <a:pt x="3013" y="131"/>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1" name="Google Shape;1491;p13"/>
            <p:cNvSpPr/>
            <p:nvPr/>
          </p:nvSpPr>
          <p:spPr>
            <a:xfrm>
              <a:off x="5100325" y="2601350"/>
              <a:ext cx="313750" cy="206300"/>
            </a:xfrm>
            <a:custGeom>
              <a:avLst/>
              <a:gdLst/>
              <a:ahLst/>
              <a:cxnLst/>
              <a:rect l="l" t="t" r="r" b="b"/>
              <a:pathLst>
                <a:path w="12550" h="8252" extrusionOk="0">
                  <a:moveTo>
                    <a:pt x="108" y="0"/>
                  </a:moveTo>
                  <a:cubicBezTo>
                    <a:pt x="96" y="60"/>
                    <a:pt x="48" y="107"/>
                    <a:pt x="1" y="155"/>
                  </a:cubicBezTo>
                  <a:lnTo>
                    <a:pt x="286" y="345"/>
                  </a:lnTo>
                  <a:lnTo>
                    <a:pt x="12455" y="8251"/>
                  </a:lnTo>
                  <a:cubicBezTo>
                    <a:pt x="12478" y="8192"/>
                    <a:pt x="12502" y="8132"/>
                    <a:pt x="12550" y="8085"/>
                  </a:cubicBezTo>
                  <a:lnTo>
                    <a:pt x="10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2" name="Google Shape;1492;p13"/>
            <p:cNvSpPr/>
            <p:nvPr/>
          </p:nvSpPr>
          <p:spPr>
            <a:xfrm>
              <a:off x="5428950" y="2814475"/>
              <a:ext cx="164325" cy="108950"/>
            </a:xfrm>
            <a:custGeom>
              <a:avLst/>
              <a:gdLst/>
              <a:ahLst/>
              <a:cxnLst/>
              <a:rect l="l" t="t" r="r" b="b"/>
              <a:pathLst>
                <a:path w="6573" h="4358" extrusionOk="0">
                  <a:moveTo>
                    <a:pt x="107" y="0"/>
                  </a:moveTo>
                  <a:cubicBezTo>
                    <a:pt x="72" y="60"/>
                    <a:pt x="48" y="107"/>
                    <a:pt x="0" y="155"/>
                  </a:cubicBezTo>
                  <a:lnTo>
                    <a:pt x="6501" y="4358"/>
                  </a:lnTo>
                  <a:cubicBezTo>
                    <a:pt x="6513" y="4322"/>
                    <a:pt x="6513" y="4286"/>
                    <a:pt x="6549" y="4251"/>
                  </a:cubicBezTo>
                  <a:cubicBezTo>
                    <a:pt x="6549" y="4227"/>
                    <a:pt x="6560" y="4215"/>
                    <a:pt x="6572" y="4203"/>
                  </a:cubicBezTo>
                  <a:lnTo>
                    <a:pt x="10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3" name="Google Shape;1493;p13"/>
            <p:cNvSpPr/>
            <p:nvPr/>
          </p:nvSpPr>
          <p:spPr>
            <a:xfrm>
              <a:off x="5542350" y="2760000"/>
              <a:ext cx="82775" cy="84250"/>
            </a:xfrm>
            <a:custGeom>
              <a:avLst/>
              <a:gdLst/>
              <a:ahLst/>
              <a:cxnLst/>
              <a:rect l="l" t="t" r="r" b="b"/>
              <a:pathLst>
                <a:path w="3311" h="3370" extrusionOk="0">
                  <a:moveTo>
                    <a:pt x="119" y="0"/>
                  </a:moveTo>
                  <a:cubicBezTo>
                    <a:pt x="84" y="36"/>
                    <a:pt x="48" y="95"/>
                    <a:pt x="0" y="131"/>
                  </a:cubicBezTo>
                  <a:lnTo>
                    <a:pt x="3167" y="3370"/>
                  </a:lnTo>
                  <a:cubicBezTo>
                    <a:pt x="3191" y="3334"/>
                    <a:pt x="3227" y="3298"/>
                    <a:pt x="3275" y="3274"/>
                  </a:cubicBezTo>
                  <a:cubicBezTo>
                    <a:pt x="3287" y="3274"/>
                    <a:pt x="3287" y="3251"/>
                    <a:pt x="3310" y="3251"/>
                  </a:cubicBezTo>
                  <a:lnTo>
                    <a:pt x="11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4" name="Google Shape;1494;p13"/>
            <p:cNvSpPr/>
            <p:nvPr/>
          </p:nvSpPr>
          <p:spPr>
            <a:xfrm>
              <a:off x="5525375" y="2931750"/>
              <a:ext cx="73550" cy="151525"/>
            </a:xfrm>
            <a:custGeom>
              <a:avLst/>
              <a:gdLst/>
              <a:ahLst/>
              <a:cxnLst/>
              <a:rect l="l" t="t" r="r" b="b"/>
              <a:pathLst>
                <a:path w="2942" h="6061" extrusionOk="0">
                  <a:moveTo>
                    <a:pt x="2763" y="0"/>
                  </a:moveTo>
                  <a:lnTo>
                    <a:pt x="1" y="6060"/>
                  </a:lnTo>
                  <a:lnTo>
                    <a:pt x="203" y="6060"/>
                  </a:lnTo>
                  <a:lnTo>
                    <a:pt x="2942" y="72"/>
                  </a:lnTo>
                  <a:cubicBezTo>
                    <a:pt x="2882" y="72"/>
                    <a:pt x="2834" y="60"/>
                    <a:pt x="2775" y="36"/>
                  </a:cubicBezTo>
                  <a:cubicBezTo>
                    <a:pt x="2763" y="12"/>
                    <a:pt x="2763" y="0"/>
                    <a:pt x="276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5" name="Google Shape;1495;p13"/>
            <p:cNvSpPr/>
            <p:nvPr/>
          </p:nvSpPr>
          <p:spPr>
            <a:xfrm>
              <a:off x="5603675" y="2928475"/>
              <a:ext cx="78000" cy="52400"/>
            </a:xfrm>
            <a:custGeom>
              <a:avLst/>
              <a:gdLst/>
              <a:ahLst/>
              <a:cxnLst/>
              <a:rect l="l" t="t" r="r" b="b"/>
              <a:pathLst>
                <a:path w="3120" h="2096" extrusionOk="0">
                  <a:moveTo>
                    <a:pt x="119" y="0"/>
                  </a:moveTo>
                  <a:cubicBezTo>
                    <a:pt x="107" y="12"/>
                    <a:pt x="107" y="24"/>
                    <a:pt x="95" y="60"/>
                  </a:cubicBezTo>
                  <a:lnTo>
                    <a:pt x="0" y="143"/>
                  </a:lnTo>
                  <a:lnTo>
                    <a:pt x="3072" y="2096"/>
                  </a:lnTo>
                  <a:lnTo>
                    <a:pt x="3120" y="1917"/>
                  </a:lnTo>
                  <a:lnTo>
                    <a:pt x="11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6" name="Google Shape;1496;p13"/>
            <p:cNvSpPr/>
            <p:nvPr/>
          </p:nvSpPr>
          <p:spPr>
            <a:xfrm>
              <a:off x="5600700" y="2860600"/>
              <a:ext cx="29775" cy="58950"/>
            </a:xfrm>
            <a:custGeom>
              <a:avLst/>
              <a:gdLst/>
              <a:ahLst/>
              <a:cxnLst/>
              <a:rect l="l" t="t" r="r" b="b"/>
              <a:pathLst>
                <a:path w="1191" h="2358" extrusionOk="0">
                  <a:moveTo>
                    <a:pt x="1000" y="1"/>
                  </a:moveTo>
                  <a:lnTo>
                    <a:pt x="0" y="2263"/>
                  </a:lnTo>
                  <a:cubicBezTo>
                    <a:pt x="36" y="2287"/>
                    <a:pt x="83" y="2287"/>
                    <a:pt x="107" y="2310"/>
                  </a:cubicBezTo>
                  <a:cubicBezTo>
                    <a:pt x="143" y="2322"/>
                    <a:pt x="155" y="2346"/>
                    <a:pt x="167" y="2358"/>
                  </a:cubicBezTo>
                  <a:lnTo>
                    <a:pt x="1191" y="36"/>
                  </a:lnTo>
                  <a:cubicBezTo>
                    <a:pt x="1131" y="36"/>
                    <a:pt x="1060" y="36"/>
                    <a:pt x="100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7" name="Google Shape;1497;p13"/>
            <p:cNvSpPr/>
            <p:nvPr/>
          </p:nvSpPr>
          <p:spPr>
            <a:xfrm>
              <a:off x="5706050" y="268440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8" name="Google Shape;1498;p13"/>
            <p:cNvSpPr/>
            <p:nvPr/>
          </p:nvSpPr>
          <p:spPr>
            <a:xfrm>
              <a:off x="5634325" y="2690050"/>
              <a:ext cx="68475" cy="154200"/>
            </a:xfrm>
            <a:custGeom>
              <a:avLst/>
              <a:gdLst/>
              <a:ahLst/>
              <a:cxnLst/>
              <a:rect l="l" t="t" r="r" b="b"/>
              <a:pathLst>
                <a:path w="2739" h="6168" extrusionOk="0">
                  <a:moveTo>
                    <a:pt x="2739" y="0"/>
                  </a:moveTo>
                  <a:lnTo>
                    <a:pt x="2656" y="24"/>
                  </a:lnTo>
                  <a:lnTo>
                    <a:pt x="0" y="6049"/>
                  </a:lnTo>
                  <a:cubicBezTo>
                    <a:pt x="60" y="6084"/>
                    <a:pt x="108" y="6132"/>
                    <a:pt x="143" y="6168"/>
                  </a:cubicBezTo>
                  <a:lnTo>
                    <a:pt x="2727" y="322"/>
                  </a:lnTo>
                  <a:lnTo>
                    <a:pt x="273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9" name="Google Shape;1499;p13"/>
            <p:cNvSpPr/>
            <p:nvPr/>
          </p:nvSpPr>
          <p:spPr>
            <a:xfrm>
              <a:off x="5704575" y="2684400"/>
              <a:ext cx="25" cy="25"/>
            </a:xfrm>
            <a:custGeom>
              <a:avLst/>
              <a:gdLst/>
              <a:ahLst/>
              <a:cxnLst/>
              <a:rect l="l" t="t" r="r" b="b"/>
              <a:pathLst>
                <a:path w="1" h="1" extrusionOk="0">
                  <a:moveTo>
                    <a:pt x="0" y="0"/>
                  </a:move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0" name="Google Shape;1500;p13"/>
            <p:cNvSpPr/>
            <p:nvPr/>
          </p:nvSpPr>
          <p:spPr>
            <a:xfrm>
              <a:off x="5705475" y="2684400"/>
              <a:ext cx="0" cy="25"/>
            </a:xfrm>
            <a:custGeom>
              <a:avLst/>
              <a:gdLst/>
              <a:ahLst/>
              <a:cxnLst/>
              <a:rect l="l" t="t" r="r" b="b"/>
              <a:pathLst>
                <a:path h="1" extrusionOk="0">
                  <a:moveTo>
                    <a:pt x="0" y="0"/>
                  </a:move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1" name="Google Shape;1501;p13"/>
            <p:cNvSpPr/>
            <p:nvPr/>
          </p:nvSpPr>
          <p:spPr>
            <a:xfrm>
              <a:off x="5544725" y="2684975"/>
              <a:ext cx="159275" cy="67000"/>
            </a:xfrm>
            <a:custGeom>
              <a:avLst/>
              <a:gdLst/>
              <a:ahLst/>
              <a:cxnLst/>
              <a:rect l="l" t="t" r="r" b="b"/>
              <a:pathLst>
                <a:path w="6371" h="2680" extrusionOk="0">
                  <a:moveTo>
                    <a:pt x="6370" y="1"/>
                  </a:moveTo>
                  <a:cubicBezTo>
                    <a:pt x="6360" y="1"/>
                    <a:pt x="6352" y="5"/>
                    <a:pt x="6346" y="11"/>
                  </a:cubicBezTo>
                  <a:lnTo>
                    <a:pt x="6346" y="11"/>
                  </a:lnTo>
                  <a:lnTo>
                    <a:pt x="6370" y="1"/>
                  </a:lnTo>
                  <a:close/>
                  <a:moveTo>
                    <a:pt x="6346" y="11"/>
                  </a:moveTo>
                  <a:lnTo>
                    <a:pt x="1" y="2537"/>
                  </a:lnTo>
                  <a:lnTo>
                    <a:pt x="1" y="2549"/>
                  </a:lnTo>
                  <a:cubicBezTo>
                    <a:pt x="60" y="2561"/>
                    <a:pt x="72" y="2620"/>
                    <a:pt x="84" y="2680"/>
                  </a:cubicBezTo>
                  <a:lnTo>
                    <a:pt x="6251" y="227"/>
                  </a:lnTo>
                  <a:lnTo>
                    <a:pt x="6323" y="203"/>
                  </a:lnTo>
                  <a:lnTo>
                    <a:pt x="6323" y="60"/>
                  </a:lnTo>
                  <a:lnTo>
                    <a:pt x="6323" y="48"/>
                  </a:lnTo>
                  <a:lnTo>
                    <a:pt x="6323" y="37"/>
                  </a:lnTo>
                  <a:cubicBezTo>
                    <a:pt x="6323" y="25"/>
                    <a:pt x="6335" y="25"/>
                    <a:pt x="6335" y="25"/>
                  </a:cubicBezTo>
                  <a:cubicBezTo>
                    <a:pt x="6335" y="25"/>
                    <a:pt x="6339" y="17"/>
                    <a:pt x="6346" y="1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2" name="Google Shape;1502;p13"/>
            <p:cNvSpPr/>
            <p:nvPr/>
          </p:nvSpPr>
          <p:spPr>
            <a:xfrm>
              <a:off x="5705750" y="2684400"/>
              <a:ext cx="25" cy="25"/>
            </a:xfrm>
            <a:custGeom>
              <a:avLst/>
              <a:gdLst/>
              <a:ahLst/>
              <a:cxnLst/>
              <a:rect l="l" t="t" r="r" b="b"/>
              <a:pathLst>
                <a:path w="1" h="1" extrusionOk="0">
                  <a:moveTo>
                    <a:pt x="1" y="0"/>
                  </a:move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3" name="Google Shape;1503;p13"/>
            <p:cNvSpPr/>
            <p:nvPr/>
          </p:nvSpPr>
          <p:spPr>
            <a:xfrm>
              <a:off x="5706050" y="2684400"/>
              <a:ext cx="25" cy="25"/>
            </a:xfrm>
            <a:custGeom>
              <a:avLst/>
              <a:gdLst/>
              <a:ahLst/>
              <a:cxnLst/>
              <a:rect l="l" t="t" r="r" b="b"/>
              <a:pathLst>
                <a:path w="1" h="1" extrusionOk="0">
                  <a:moveTo>
                    <a:pt x="1" y="0"/>
                  </a:move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4" name="Google Shape;1504;p13"/>
            <p:cNvSpPr/>
            <p:nvPr/>
          </p:nvSpPr>
          <p:spPr>
            <a:xfrm>
              <a:off x="5705475" y="2684400"/>
              <a:ext cx="300" cy="25"/>
            </a:xfrm>
            <a:custGeom>
              <a:avLst/>
              <a:gdLst/>
              <a:ahLst/>
              <a:cxnLst/>
              <a:rect l="l" t="t" r="r" b="b"/>
              <a:pathLst>
                <a:path w="12" h="1" extrusionOk="0">
                  <a:moveTo>
                    <a:pt x="12" y="0"/>
                  </a:moveTo>
                  <a:lnTo>
                    <a:pt x="12" y="0"/>
                  </a:lnTo>
                  <a:cubicBezTo>
                    <a:pt x="0" y="0"/>
                    <a:pt x="0" y="0"/>
                    <a:pt x="12" y="0"/>
                  </a:cubicBezTo>
                  <a:cubicBezTo>
                    <a:pt x="0" y="0"/>
                    <a:pt x="0" y="0"/>
                    <a:pt x="12" y="0"/>
                  </a:cubicBezTo>
                  <a:cubicBezTo>
                    <a:pt x="0" y="0"/>
                    <a:pt x="0" y="0"/>
                    <a:pt x="1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5" name="Google Shape;1505;p13"/>
            <p:cNvSpPr/>
            <p:nvPr/>
          </p:nvSpPr>
          <p:spPr>
            <a:xfrm>
              <a:off x="5706350" y="2684400"/>
              <a:ext cx="181600" cy="98250"/>
            </a:xfrm>
            <a:custGeom>
              <a:avLst/>
              <a:gdLst/>
              <a:ahLst/>
              <a:cxnLst/>
              <a:rect l="l" t="t" r="r" b="b"/>
              <a:pathLst>
                <a:path w="7264" h="3930" extrusionOk="0">
                  <a:moveTo>
                    <a:pt x="1" y="0"/>
                  </a:moveTo>
                  <a:lnTo>
                    <a:pt x="18" y="9"/>
                  </a:lnTo>
                  <a:lnTo>
                    <a:pt x="18" y="9"/>
                  </a:lnTo>
                  <a:cubicBezTo>
                    <a:pt x="13" y="5"/>
                    <a:pt x="7" y="2"/>
                    <a:pt x="1" y="0"/>
                  </a:cubicBezTo>
                  <a:close/>
                  <a:moveTo>
                    <a:pt x="18" y="9"/>
                  </a:moveTo>
                  <a:cubicBezTo>
                    <a:pt x="40" y="25"/>
                    <a:pt x="48" y="54"/>
                    <a:pt x="48" y="83"/>
                  </a:cubicBezTo>
                  <a:lnTo>
                    <a:pt x="48" y="238"/>
                  </a:lnTo>
                  <a:lnTo>
                    <a:pt x="7264" y="3929"/>
                  </a:lnTo>
                  <a:lnTo>
                    <a:pt x="7264" y="3715"/>
                  </a:lnTo>
                  <a:lnTo>
                    <a:pt x="18" y="9"/>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6" name="Google Shape;1506;p13"/>
            <p:cNvSpPr/>
            <p:nvPr/>
          </p:nvSpPr>
          <p:spPr>
            <a:xfrm>
              <a:off x="5703075" y="2685575"/>
              <a:ext cx="325" cy="325"/>
            </a:xfrm>
            <a:custGeom>
              <a:avLst/>
              <a:gdLst/>
              <a:ahLst/>
              <a:cxnLst/>
              <a:rect l="l" t="t" r="r" b="b"/>
              <a:pathLst>
                <a:path w="13" h="13" extrusionOk="0">
                  <a:moveTo>
                    <a:pt x="13" y="1"/>
                  </a:moveTo>
                  <a:cubicBezTo>
                    <a:pt x="1" y="1"/>
                    <a:pt x="1" y="1"/>
                    <a:pt x="1" y="13"/>
                  </a:cubicBezTo>
                  <a:cubicBezTo>
                    <a:pt x="1" y="13"/>
                    <a:pt x="1" y="1"/>
                    <a:pt x="1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7" name="Google Shape;1507;p13"/>
            <p:cNvSpPr/>
            <p:nvPr/>
          </p:nvSpPr>
          <p:spPr>
            <a:xfrm>
              <a:off x="5704575" y="2684400"/>
              <a:ext cx="25" cy="25"/>
            </a:xfrm>
            <a:custGeom>
              <a:avLst/>
              <a:gdLst/>
              <a:ahLst/>
              <a:cxnLst/>
              <a:rect l="l" t="t" r="r" b="b"/>
              <a:pathLst>
                <a:path w="1" h="1" extrusionOk="0">
                  <a:moveTo>
                    <a:pt x="0" y="0"/>
                  </a:moveTo>
                  <a:lnTo>
                    <a:pt x="0" y="0"/>
                  </a:ln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8" name="Google Shape;1508;p13"/>
            <p:cNvSpPr/>
            <p:nvPr/>
          </p:nvSpPr>
          <p:spPr>
            <a:xfrm>
              <a:off x="5703375" y="2685575"/>
              <a:ext cx="25" cy="25"/>
            </a:xfrm>
            <a:custGeom>
              <a:avLst/>
              <a:gdLst/>
              <a:ahLst/>
              <a:cxnLst/>
              <a:rect l="l" t="t" r="r" b="b"/>
              <a:pathLst>
                <a:path w="1" h="1" extrusionOk="0">
                  <a:moveTo>
                    <a:pt x="1" y="1"/>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9" name="Google Shape;1509;p13"/>
            <p:cNvSpPr/>
            <p:nvPr/>
          </p:nvSpPr>
          <p:spPr>
            <a:xfrm>
              <a:off x="5806975" y="2990975"/>
              <a:ext cx="80975" cy="92300"/>
            </a:xfrm>
            <a:custGeom>
              <a:avLst/>
              <a:gdLst/>
              <a:ahLst/>
              <a:cxnLst/>
              <a:rect l="l" t="t" r="r" b="b"/>
              <a:pathLst>
                <a:path w="3239" h="3692" extrusionOk="0">
                  <a:moveTo>
                    <a:pt x="3239" y="0"/>
                  </a:moveTo>
                  <a:lnTo>
                    <a:pt x="0" y="3691"/>
                  </a:lnTo>
                  <a:lnTo>
                    <a:pt x="250" y="3691"/>
                  </a:lnTo>
                  <a:lnTo>
                    <a:pt x="3239" y="262"/>
                  </a:lnTo>
                  <a:lnTo>
                    <a:pt x="323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0" name="Google Shape;1510;p13"/>
            <p:cNvSpPr/>
            <p:nvPr/>
          </p:nvSpPr>
          <p:spPr>
            <a:xfrm>
              <a:off x="5690575" y="3002575"/>
              <a:ext cx="6875" cy="80700"/>
            </a:xfrm>
            <a:custGeom>
              <a:avLst/>
              <a:gdLst/>
              <a:ahLst/>
              <a:cxnLst/>
              <a:rect l="l" t="t" r="r" b="b"/>
              <a:pathLst>
                <a:path w="275" h="3228" extrusionOk="0">
                  <a:moveTo>
                    <a:pt x="96" y="1"/>
                  </a:moveTo>
                  <a:lnTo>
                    <a:pt x="1" y="3227"/>
                  </a:lnTo>
                  <a:lnTo>
                    <a:pt x="179" y="3227"/>
                  </a:lnTo>
                  <a:lnTo>
                    <a:pt x="275" y="60"/>
                  </a:lnTo>
                  <a:cubicBezTo>
                    <a:pt x="215" y="37"/>
                    <a:pt x="155" y="25"/>
                    <a:pt x="9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1" name="Google Shape;1511;p13"/>
            <p:cNvSpPr/>
            <p:nvPr/>
          </p:nvSpPr>
          <p:spPr>
            <a:xfrm>
              <a:off x="5695050" y="2684400"/>
              <a:ext cx="12825" cy="278925"/>
            </a:xfrm>
            <a:custGeom>
              <a:avLst/>
              <a:gdLst/>
              <a:ahLst/>
              <a:cxnLst/>
              <a:rect l="l" t="t" r="r" b="b"/>
              <a:pathLst>
                <a:path w="513" h="11157" extrusionOk="0">
                  <a:moveTo>
                    <a:pt x="393" y="0"/>
                  </a:moveTo>
                  <a:cubicBezTo>
                    <a:pt x="381" y="0"/>
                    <a:pt x="381" y="0"/>
                    <a:pt x="369" y="12"/>
                  </a:cubicBezTo>
                  <a:cubicBezTo>
                    <a:pt x="357" y="12"/>
                    <a:pt x="357" y="24"/>
                    <a:pt x="357" y="24"/>
                  </a:cubicBezTo>
                  <a:cubicBezTo>
                    <a:pt x="357" y="24"/>
                    <a:pt x="357" y="48"/>
                    <a:pt x="334" y="48"/>
                  </a:cubicBezTo>
                  <a:lnTo>
                    <a:pt x="334" y="60"/>
                  </a:lnTo>
                  <a:lnTo>
                    <a:pt x="334" y="191"/>
                  </a:lnTo>
                  <a:lnTo>
                    <a:pt x="322" y="524"/>
                  </a:lnTo>
                  <a:lnTo>
                    <a:pt x="0" y="11156"/>
                  </a:lnTo>
                  <a:lnTo>
                    <a:pt x="179" y="11120"/>
                  </a:lnTo>
                  <a:lnTo>
                    <a:pt x="512" y="202"/>
                  </a:lnTo>
                  <a:lnTo>
                    <a:pt x="512" y="60"/>
                  </a:lnTo>
                  <a:cubicBezTo>
                    <a:pt x="500" y="60"/>
                    <a:pt x="488" y="12"/>
                    <a:pt x="44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2" name="Google Shape;1512;p13"/>
            <p:cNvSpPr/>
            <p:nvPr/>
          </p:nvSpPr>
          <p:spPr>
            <a:xfrm>
              <a:off x="5680150" y="2962925"/>
              <a:ext cx="44675" cy="40925"/>
            </a:xfrm>
            <a:custGeom>
              <a:avLst/>
              <a:gdLst/>
              <a:ahLst/>
              <a:cxnLst/>
              <a:rect l="l" t="t" r="r" b="b"/>
              <a:pathLst>
                <a:path w="1787" h="1637" extrusionOk="0">
                  <a:moveTo>
                    <a:pt x="818" y="1"/>
                  </a:moveTo>
                  <a:cubicBezTo>
                    <a:pt x="796" y="1"/>
                    <a:pt x="773" y="2"/>
                    <a:pt x="751" y="3"/>
                  </a:cubicBezTo>
                  <a:cubicBezTo>
                    <a:pt x="692" y="3"/>
                    <a:pt x="632" y="15"/>
                    <a:pt x="572" y="51"/>
                  </a:cubicBezTo>
                  <a:cubicBezTo>
                    <a:pt x="513" y="63"/>
                    <a:pt x="453" y="99"/>
                    <a:pt x="394" y="122"/>
                  </a:cubicBezTo>
                  <a:cubicBezTo>
                    <a:pt x="239" y="229"/>
                    <a:pt x="132" y="360"/>
                    <a:pt x="72" y="527"/>
                  </a:cubicBezTo>
                  <a:cubicBezTo>
                    <a:pt x="37" y="587"/>
                    <a:pt x="25" y="646"/>
                    <a:pt x="25" y="706"/>
                  </a:cubicBezTo>
                  <a:cubicBezTo>
                    <a:pt x="1" y="884"/>
                    <a:pt x="37" y="1075"/>
                    <a:pt x="144" y="1242"/>
                  </a:cubicBezTo>
                  <a:cubicBezTo>
                    <a:pt x="227" y="1384"/>
                    <a:pt x="370" y="1492"/>
                    <a:pt x="525" y="1563"/>
                  </a:cubicBezTo>
                  <a:cubicBezTo>
                    <a:pt x="596" y="1599"/>
                    <a:pt x="644" y="1611"/>
                    <a:pt x="715" y="1623"/>
                  </a:cubicBezTo>
                  <a:cubicBezTo>
                    <a:pt x="764" y="1632"/>
                    <a:pt x="813" y="1636"/>
                    <a:pt x="861" y="1636"/>
                  </a:cubicBezTo>
                  <a:cubicBezTo>
                    <a:pt x="1002" y="1636"/>
                    <a:pt x="1142" y="1598"/>
                    <a:pt x="1275" y="1527"/>
                  </a:cubicBezTo>
                  <a:cubicBezTo>
                    <a:pt x="1656" y="1289"/>
                    <a:pt x="1787" y="777"/>
                    <a:pt x="1537" y="396"/>
                  </a:cubicBezTo>
                  <a:cubicBezTo>
                    <a:pt x="1371" y="142"/>
                    <a:pt x="1103" y="1"/>
                    <a:pt x="81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3" name="Google Shape;1513;p13"/>
            <p:cNvSpPr/>
            <p:nvPr/>
          </p:nvSpPr>
          <p:spPr>
            <a:xfrm>
              <a:off x="5242300" y="2786925"/>
              <a:ext cx="29500" cy="28675"/>
            </a:xfrm>
            <a:custGeom>
              <a:avLst/>
              <a:gdLst/>
              <a:ahLst/>
              <a:cxnLst/>
              <a:rect l="l" t="t" r="r" b="b"/>
              <a:pathLst>
                <a:path w="1180" h="1147" extrusionOk="0">
                  <a:moveTo>
                    <a:pt x="590" y="1"/>
                  </a:moveTo>
                  <a:cubicBezTo>
                    <a:pt x="504" y="1"/>
                    <a:pt x="417" y="18"/>
                    <a:pt x="334" y="54"/>
                  </a:cubicBezTo>
                  <a:cubicBezTo>
                    <a:pt x="322" y="66"/>
                    <a:pt x="287" y="66"/>
                    <a:pt x="275" y="78"/>
                  </a:cubicBezTo>
                  <a:cubicBezTo>
                    <a:pt x="215" y="114"/>
                    <a:pt x="168" y="150"/>
                    <a:pt x="144" y="197"/>
                  </a:cubicBezTo>
                  <a:cubicBezTo>
                    <a:pt x="49" y="304"/>
                    <a:pt x="1" y="423"/>
                    <a:pt x="1" y="554"/>
                  </a:cubicBezTo>
                  <a:cubicBezTo>
                    <a:pt x="1" y="614"/>
                    <a:pt x="25" y="673"/>
                    <a:pt x="37" y="733"/>
                  </a:cubicBezTo>
                  <a:cubicBezTo>
                    <a:pt x="49" y="781"/>
                    <a:pt x="72" y="828"/>
                    <a:pt x="96" y="864"/>
                  </a:cubicBezTo>
                  <a:cubicBezTo>
                    <a:pt x="213" y="1051"/>
                    <a:pt x="407" y="1146"/>
                    <a:pt x="603" y="1146"/>
                  </a:cubicBezTo>
                  <a:cubicBezTo>
                    <a:pt x="707" y="1146"/>
                    <a:pt x="811" y="1120"/>
                    <a:pt x="906" y="1066"/>
                  </a:cubicBezTo>
                  <a:cubicBezTo>
                    <a:pt x="965" y="1031"/>
                    <a:pt x="1001" y="983"/>
                    <a:pt x="1037" y="947"/>
                  </a:cubicBezTo>
                  <a:cubicBezTo>
                    <a:pt x="1084" y="900"/>
                    <a:pt x="1108" y="840"/>
                    <a:pt x="1120" y="792"/>
                  </a:cubicBezTo>
                  <a:lnTo>
                    <a:pt x="1168" y="614"/>
                  </a:lnTo>
                  <a:cubicBezTo>
                    <a:pt x="1180" y="495"/>
                    <a:pt x="1156" y="376"/>
                    <a:pt x="1084" y="269"/>
                  </a:cubicBezTo>
                  <a:cubicBezTo>
                    <a:pt x="976" y="94"/>
                    <a:pt x="787" y="1"/>
                    <a:pt x="59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4" name="Google Shape;1514;p13"/>
            <p:cNvSpPr/>
            <p:nvPr/>
          </p:nvSpPr>
          <p:spPr>
            <a:xfrm>
              <a:off x="5124150" y="2783375"/>
              <a:ext cx="44375" cy="41000"/>
            </a:xfrm>
            <a:custGeom>
              <a:avLst/>
              <a:gdLst/>
              <a:ahLst/>
              <a:cxnLst/>
              <a:rect l="l" t="t" r="r" b="b"/>
              <a:pathLst>
                <a:path w="1775" h="1640" extrusionOk="0">
                  <a:moveTo>
                    <a:pt x="916" y="0"/>
                  </a:moveTo>
                  <a:cubicBezTo>
                    <a:pt x="884" y="0"/>
                    <a:pt x="853" y="2"/>
                    <a:pt x="822" y="6"/>
                  </a:cubicBezTo>
                  <a:lnTo>
                    <a:pt x="643" y="53"/>
                  </a:lnTo>
                  <a:cubicBezTo>
                    <a:pt x="595" y="65"/>
                    <a:pt x="548" y="101"/>
                    <a:pt x="512" y="113"/>
                  </a:cubicBezTo>
                  <a:cubicBezTo>
                    <a:pt x="119" y="351"/>
                    <a:pt x="0" y="863"/>
                    <a:pt x="238" y="1244"/>
                  </a:cubicBezTo>
                  <a:cubicBezTo>
                    <a:pt x="345" y="1423"/>
                    <a:pt x="524" y="1542"/>
                    <a:pt x="703" y="1601"/>
                  </a:cubicBezTo>
                  <a:cubicBezTo>
                    <a:pt x="762" y="1613"/>
                    <a:pt x="822" y="1637"/>
                    <a:pt x="881" y="1637"/>
                  </a:cubicBezTo>
                  <a:cubicBezTo>
                    <a:pt x="904" y="1639"/>
                    <a:pt x="926" y="1640"/>
                    <a:pt x="949" y="1640"/>
                  </a:cubicBezTo>
                  <a:cubicBezTo>
                    <a:pt x="1057" y="1640"/>
                    <a:pt x="1164" y="1617"/>
                    <a:pt x="1262" y="1577"/>
                  </a:cubicBezTo>
                  <a:cubicBezTo>
                    <a:pt x="1298" y="1566"/>
                    <a:pt x="1346" y="1542"/>
                    <a:pt x="1369" y="1518"/>
                  </a:cubicBezTo>
                  <a:cubicBezTo>
                    <a:pt x="1381" y="1506"/>
                    <a:pt x="1405" y="1482"/>
                    <a:pt x="1417" y="1482"/>
                  </a:cubicBezTo>
                  <a:cubicBezTo>
                    <a:pt x="1655" y="1304"/>
                    <a:pt x="1774" y="1042"/>
                    <a:pt x="1762" y="756"/>
                  </a:cubicBezTo>
                  <a:cubicBezTo>
                    <a:pt x="1762" y="696"/>
                    <a:pt x="1738" y="637"/>
                    <a:pt x="1727" y="577"/>
                  </a:cubicBezTo>
                  <a:cubicBezTo>
                    <a:pt x="1715" y="518"/>
                    <a:pt x="1679" y="458"/>
                    <a:pt x="1643" y="399"/>
                  </a:cubicBezTo>
                  <a:cubicBezTo>
                    <a:pt x="1483" y="142"/>
                    <a:pt x="1197" y="0"/>
                    <a:pt x="9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5" name="Google Shape;1515;p13"/>
            <p:cNvSpPr/>
            <p:nvPr/>
          </p:nvSpPr>
          <p:spPr>
            <a:xfrm>
              <a:off x="5311075" y="3079075"/>
              <a:ext cx="15800" cy="3900"/>
            </a:xfrm>
            <a:custGeom>
              <a:avLst/>
              <a:gdLst/>
              <a:ahLst/>
              <a:cxnLst/>
              <a:rect l="l" t="t" r="r" b="b"/>
              <a:pathLst>
                <a:path w="632" h="156" extrusionOk="0">
                  <a:moveTo>
                    <a:pt x="346" y="1"/>
                  </a:moveTo>
                  <a:cubicBezTo>
                    <a:pt x="310" y="1"/>
                    <a:pt x="238" y="13"/>
                    <a:pt x="179" y="36"/>
                  </a:cubicBezTo>
                  <a:cubicBezTo>
                    <a:pt x="143" y="48"/>
                    <a:pt x="131" y="48"/>
                    <a:pt x="95" y="60"/>
                  </a:cubicBezTo>
                  <a:cubicBezTo>
                    <a:pt x="60" y="96"/>
                    <a:pt x="24" y="108"/>
                    <a:pt x="0" y="155"/>
                  </a:cubicBezTo>
                  <a:lnTo>
                    <a:pt x="631" y="155"/>
                  </a:lnTo>
                  <a:cubicBezTo>
                    <a:pt x="560" y="60"/>
                    <a:pt x="453" y="1"/>
                    <a:pt x="34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6" name="Google Shape;1516;p13"/>
            <p:cNvSpPr/>
            <p:nvPr/>
          </p:nvSpPr>
          <p:spPr>
            <a:xfrm>
              <a:off x="5102400" y="2980750"/>
              <a:ext cx="21475" cy="20375"/>
            </a:xfrm>
            <a:custGeom>
              <a:avLst/>
              <a:gdLst/>
              <a:ahLst/>
              <a:cxnLst/>
              <a:rect l="l" t="t" r="r" b="b"/>
              <a:pathLst>
                <a:path w="859" h="815" extrusionOk="0">
                  <a:moveTo>
                    <a:pt x="486" y="0"/>
                  </a:moveTo>
                  <a:cubicBezTo>
                    <a:pt x="471" y="0"/>
                    <a:pt x="456" y="2"/>
                    <a:pt x="441" y="5"/>
                  </a:cubicBezTo>
                  <a:cubicBezTo>
                    <a:pt x="370" y="5"/>
                    <a:pt x="287" y="17"/>
                    <a:pt x="227" y="64"/>
                  </a:cubicBezTo>
                  <a:cubicBezTo>
                    <a:pt x="84" y="159"/>
                    <a:pt x="1" y="326"/>
                    <a:pt x="37" y="493"/>
                  </a:cubicBezTo>
                  <a:cubicBezTo>
                    <a:pt x="49" y="540"/>
                    <a:pt x="72" y="588"/>
                    <a:pt x="96" y="624"/>
                  </a:cubicBezTo>
                  <a:cubicBezTo>
                    <a:pt x="108" y="648"/>
                    <a:pt x="108" y="659"/>
                    <a:pt x="132" y="659"/>
                  </a:cubicBezTo>
                  <a:cubicBezTo>
                    <a:pt x="156" y="707"/>
                    <a:pt x="203" y="731"/>
                    <a:pt x="251" y="767"/>
                  </a:cubicBezTo>
                  <a:cubicBezTo>
                    <a:pt x="311" y="790"/>
                    <a:pt x="370" y="814"/>
                    <a:pt x="430" y="814"/>
                  </a:cubicBezTo>
                  <a:cubicBezTo>
                    <a:pt x="501" y="814"/>
                    <a:pt x="584" y="790"/>
                    <a:pt x="668" y="755"/>
                  </a:cubicBezTo>
                  <a:cubicBezTo>
                    <a:pt x="703" y="719"/>
                    <a:pt x="751" y="695"/>
                    <a:pt x="787" y="648"/>
                  </a:cubicBezTo>
                  <a:cubicBezTo>
                    <a:pt x="811" y="600"/>
                    <a:pt x="846" y="540"/>
                    <a:pt x="858" y="493"/>
                  </a:cubicBezTo>
                  <a:cubicBezTo>
                    <a:pt x="858" y="433"/>
                    <a:pt x="858" y="374"/>
                    <a:pt x="846" y="314"/>
                  </a:cubicBezTo>
                  <a:cubicBezTo>
                    <a:pt x="822" y="278"/>
                    <a:pt x="811" y="243"/>
                    <a:pt x="799" y="195"/>
                  </a:cubicBezTo>
                  <a:cubicBezTo>
                    <a:pt x="751" y="124"/>
                    <a:pt x="692" y="64"/>
                    <a:pt x="620" y="40"/>
                  </a:cubicBezTo>
                  <a:cubicBezTo>
                    <a:pt x="575" y="14"/>
                    <a:pt x="531" y="0"/>
                    <a:pt x="48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7" name="Google Shape;1517;p13"/>
            <p:cNvSpPr/>
            <p:nvPr/>
          </p:nvSpPr>
          <p:spPr>
            <a:xfrm>
              <a:off x="5251825" y="2953700"/>
              <a:ext cx="16700" cy="14600"/>
            </a:xfrm>
            <a:custGeom>
              <a:avLst/>
              <a:gdLst/>
              <a:ahLst/>
              <a:cxnLst/>
              <a:rect l="l" t="t" r="r" b="b"/>
              <a:pathLst>
                <a:path w="668" h="584" extrusionOk="0">
                  <a:moveTo>
                    <a:pt x="336" y="1"/>
                  </a:moveTo>
                  <a:cubicBezTo>
                    <a:pt x="282" y="1"/>
                    <a:pt x="227" y="16"/>
                    <a:pt x="179" y="51"/>
                  </a:cubicBezTo>
                  <a:cubicBezTo>
                    <a:pt x="49" y="134"/>
                    <a:pt x="1" y="313"/>
                    <a:pt x="84" y="444"/>
                  </a:cubicBezTo>
                  <a:cubicBezTo>
                    <a:pt x="146" y="536"/>
                    <a:pt x="241" y="583"/>
                    <a:pt x="337" y="583"/>
                  </a:cubicBezTo>
                  <a:cubicBezTo>
                    <a:pt x="390" y="583"/>
                    <a:pt x="442" y="569"/>
                    <a:pt x="489" y="539"/>
                  </a:cubicBezTo>
                  <a:cubicBezTo>
                    <a:pt x="620" y="444"/>
                    <a:pt x="668" y="265"/>
                    <a:pt x="584" y="134"/>
                  </a:cubicBezTo>
                  <a:cubicBezTo>
                    <a:pt x="531" y="50"/>
                    <a:pt x="434" y="1"/>
                    <a:pt x="3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8" name="Google Shape;1518;p13"/>
            <p:cNvSpPr/>
            <p:nvPr/>
          </p:nvSpPr>
          <p:spPr>
            <a:xfrm>
              <a:off x="5411075" y="2800425"/>
              <a:ext cx="21175" cy="20450"/>
            </a:xfrm>
            <a:custGeom>
              <a:avLst/>
              <a:gdLst/>
              <a:ahLst/>
              <a:cxnLst/>
              <a:rect l="l" t="t" r="r" b="b"/>
              <a:pathLst>
                <a:path w="847" h="818" extrusionOk="0">
                  <a:moveTo>
                    <a:pt x="425" y="1"/>
                  </a:moveTo>
                  <a:cubicBezTo>
                    <a:pt x="350" y="1"/>
                    <a:pt x="274" y="20"/>
                    <a:pt x="203" y="62"/>
                  </a:cubicBezTo>
                  <a:cubicBezTo>
                    <a:pt x="179" y="74"/>
                    <a:pt x="144" y="98"/>
                    <a:pt x="120" y="133"/>
                  </a:cubicBezTo>
                  <a:cubicBezTo>
                    <a:pt x="72" y="181"/>
                    <a:pt x="48" y="241"/>
                    <a:pt x="25" y="300"/>
                  </a:cubicBezTo>
                  <a:cubicBezTo>
                    <a:pt x="25" y="312"/>
                    <a:pt x="25" y="324"/>
                    <a:pt x="13" y="324"/>
                  </a:cubicBezTo>
                  <a:cubicBezTo>
                    <a:pt x="1" y="383"/>
                    <a:pt x="1" y="443"/>
                    <a:pt x="13" y="503"/>
                  </a:cubicBezTo>
                  <a:cubicBezTo>
                    <a:pt x="25" y="550"/>
                    <a:pt x="48" y="586"/>
                    <a:pt x="60" y="622"/>
                  </a:cubicBezTo>
                  <a:cubicBezTo>
                    <a:pt x="72" y="657"/>
                    <a:pt x="108" y="681"/>
                    <a:pt x="120" y="705"/>
                  </a:cubicBezTo>
                  <a:cubicBezTo>
                    <a:pt x="167" y="741"/>
                    <a:pt x="227" y="776"/>
                    <a:pt x="263" y="788"/>
                  </a:cubicBezTo>
                  <a:cubicBezTo>
                    <a:pt x="312" y="808"/>
                    <a:pt x="362" y="818"/>
                    <a:pt x="411" y="818"/>
                  </a:cubicBezTo>
                  <a:cubicBezTo>
                    <a:pt x="479" y="818"/>
                    <a:pt x="546" y="799"/>
                    <a:pt x="608" y="764"/>
                  </a:cubicBezTo>
                  <a:cubicBezTo>
                    <a:pt x="620" y="741"/>
                    <a:pt x="656" y="729"/>
                    <a:pt x="667" y="717"/>
                  </a:cubicBezTo>
                  <a:cubicBezTo>
                    <a:pt x="739" y="669"/>
                    <a:pt x="787" y="622"/>
                    <a:pt x="798" y="562"/>
                  </a:cubicBezTo>
                  <a:cubicBezTo>
                    <a:pt x="846" y="443"/>
                    <a:pt x="846" y="312"/>
                    <a:pt x="775" y="193"/>
                  </a:cubicBezTo>
                  <a:cubicBezTo>
                    <a:pt x="697" y="69"/>
                    <a:pt x="564" y="1"/>
                    <a:pt x="4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9" name="Google Shape;1519;p13"/>
            <p:cNvSpPr/>
            <p:nvPr/>
          </p:nvSpPr>
          <p:spPr>
            <a:xfrm>
              <a:off x="5081275" y="2588800"/>
              <a:ext cx="22950" cy="20300"/>
            </a:xfrm>
            <a:custGeom>
              <a:avLst/>
              <a:gdLst/>
              <a:ahLst/>
              <a:cxnLst/>
              <a:rect l="l" t="t" r="r" b="b"/>
              <a:pathLst>
                <a:path w="918" h="812" extrusionOk="0">
                  <a:moveTo>
                    <a:pt x="476" y="0"/>
                  </a:moveTo>
                  <a:cubicBezTo>
                    <a:pt x="403" y="0"/>
                    <a:pt x="329" y="20"/>
                    <a:pt x="263" y="62"/>
                  </a:cubicBezTo>
                  <a:cubicBezTo>
                    <a:pt x="60" y="181"/>
                    <a:pt x="1" y="431"/>
                    <a:pt x="120" y="621"/>
                  </a:cubicBezTo>
                  <a:cubicBezTo>
                    <a:pt x="155" y="681"/>
                    <a:pt x="203" y="728"/>
                    <a:pt x="263" y="752"/>
                  </a:cubicBezTo>
                  <a:cubicBezTo>
                    <a:pt x="322" y="788"/>
                    <a:pt x="358" y="812"/>
                    <a:pt x="441" y="812"/>
                  </a:cubicBezTo>
                  <a:lnTo>
                    <a:pt x="536" y="812"/>
                  </a:lnTo>
                  <a:cubicBezTo>
                    <a:pt x="584" y="776"/>
                    <a:pt x="644" y="752"/>
                    <a:pt x="703" y="728"/>
                  </a:cubicBezTo>
                  <a:cubicBezTo>
                    <a:pt x="739" y="717"/>
                    <a:pt x="751" y="693"/>
                    <a:pt x="763" y="681"/>
                  </a:cubicBezTo>
                  <a:cubicBezTo>
                    <a:pt x="810" y="633"/>
                    <a:pt x="834" y="574"/>
                    <a:pt x="870" y="538"/>
                  </a:cubicBezTo>
                  <a:cubicBezTo>
                    <a:pt x="917" y="419"/>
                    <a:pt x="894" y="300"/>
                    <a:pt x="822" y="193"/>
                  </a:cubicBezTo>
                  <a:cubicBezTo>
                    <a:pt x="745" y="69"/>
                    <a:pt x="612" y="0"/>
                    <a:pt x="47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0" name="Google Shape;1520;p13"/>
            <p:cNvSpPr/>
            <p:nvPr/>
          </p:nvSpPr>
          <p:spPr>
            <a:xfrm>
              <a:off x="5522700" y="2742050"/>
              <a:ext cx="24425" cy="23250"/>
            </a:xfrm>
            <a:custGeom>
              <a:avLst/>
              <a:gdLst/>
              <a:ahLst/>
              <a:cxnLst/>
              <a:rect l="l" t="t" r="r" b="b"/>
              <a:pathLst>
                <a:path w="977" h="930" extrusionOk="0">
                  <a:moveTo>
                    <a:pt x="525" y="0"/>
                  </a:moveTo>
                  <a:cubicBezTo>
                    <a:pt x="442" y="0"/>
                    <a:pt x="359" y="24"/>
                    <a:pt x="286" y="75"/>
                  </a:cubicBezTo>
                  <a:cubicBezTo>
                    <a:pt x="72" y="206"/>
                    <a:pt x="1" y="492"/>
                    <a:pt x="132" y="706"/>
                  </a:cubicBezTo>
                  <a:cubicBezTo>
                    <a:pt x="216" y="853"/>
                    <a:pt x="367" y="930"/>
                    <a:pt x="523" y="930"/>
                  </a:cubicBezTo>
                  <a:cubicBezTo>
                    <a:pt x="608" y="930"/>
                    <a:pt x="695" y="907"/>
                    <a:pt x="774" y="861"/>
                  </a:cubicBezTo>
                  <a:cubicBezTo>
                    <a:pt x="786" y="861"/>
                    <a:pt x="786" y="849"/>
                    <a:pt x="798" y="849"/>
                  </a:cubicBezTo>
                  <a:cubicBezTo>
                    <a:pt x="834" y="813"/>
                    <a:pt x="858" y="778"/>
                    <a:pt x="905" y="718"/>
                  </a:cubicBezTo>
                  <a:cubicBezTo>
                    <a:pt x="965" y="623"/>
                    <a:pt x="977" y="504"/>
                    <a:pt x="965" y="385"/>
                  </a:cubicBezTo>
                  <a:cubicBezTo>
                    <a:pt x="953" y="325"/>
                    <a:pt x="941" y="278"/>
                    <a:pt x="905" y="218"/>
                  </a:cubicBezTo>
                  <a:lnTo>
                    <a:pt x="905" y="206"/>
                  </a:lnTo>
                  <a:cubicBezTo>
                    <a:pt x="821" y="76"/>
                    <a:pt x="674" y="0"/>
                    <a:pt x="52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1" name="Google Shape;1521;p13"/>
            <p:cNvSpPr/>
            <p:nvPr/>
          </p:nvSpPr>
          <p:spPr>
            <a:xfrm>
              <a:off x="5589975" y="2916675"/>
              <a:ext cx="17875" cy="16275"/>
            </a:xfrm>
            <a:custGeom>
              <a:avLst/>
              <a:gdLst/>
              <a:ahLst/>
              <a:cxnLst/>
              <a:rect l="l" t="t" r="r" b="b"/>
              <a:pathLst>
                <a:path w="715" h="651" extrusionOk="0">
                  <a:moveTo>
                    <a:pt x="368" y="1"/>
                  </a:moveTo>
                  <a:cubicBezTo>
                    <a:pt x="286" y="1"/>
                    <a:pt x="195" y="37"/>
                    <a:pt x="119" y="103"/>
                  </a:cubicBezTo>
                  <a:lnTo>
                    <a:pt x="72" y="139"/>
                  </a:lnTo>
                  <a:cubicBezTo>
                    <a:pt x="48" y="174"/>
                    <a:pt x="48" y="222"/>
                    <a:pt x="36" y="258"/>
                  </a:cubicBezTo>
                  <a:cubicBezTo>
                    <a:pt x="0" y="377"/>
                    <a:pt x="60" y="520"/>
                    <a:pt x="167" y="591"/>
                  </a:cubicBezTo>
                  <a:lnTo>
                    <a:pt x="179" y="603"/>
                  </a:lnTo>
                  <a:cubicBezTo>
                    <a:pt x="227" y="639"/>
                    <a:pt x="286" y="651"/>
                    <a:pt x="346" y="651"/>
                  </a:cubicBezTo>
                  <a:cubicBezTo>
                    <a:pt x="417" y="651"/>
                    <a:pt x="489" y="639"/>
                    <a:pt x="548" y="591"/>
                  </a:cubicBezTo>
                  <a:cubicBezTo>
                    <a:pt x="596" y="591"/>
                    <a:pt x="631" y="555"/>
                    <a:pt x="643" y="508"/>
                  </a:cubicBezTo>
                  <a:cubicBezTo>
                    <a:pt x="655" y="496"/>
                    <a:pt x="655" y="484"/>
                    <a:pt x="667" y="460"/>
                  </a:cubicBezTo>
                  <a:cubicBezTo>
                    <a:pt x="715" y="341"/>
                    <a:pt x="691" y="186"/>
                    <a:pt x="596" y="103"/>
                  </a:cubicBezTo>
                  <a:cubicBezTo>
                    <a:pt x="584" y="79"/>
                    <a:pt x="572" y="67"/>
                    <a:pt x="536" y="55"/>
                  </a:cubicBezTo>
                  <a:cubicBezTo>
                    <a:pt x="512" y="44"/>
                    <a:pt x="465" y="20"/>
                    <a:pt x="429" y="8"/>
                  </a:cubicBezTo>
                  <a:cubicBezTo>
                    <a:pt x="410" y="3"/>
                    <a:pt x="389" y="1"/>
                    <a:pt x="36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2" name="Google Shape;1522;p13"/>
            <p:cNvSpPr/>
            <p:nvPr/>
          </p:nvSpPr>
          <p:spPr>
            <a:xfrm>
              <a:off x="5193500" y="2984600"/>
              <a:ext cx="9250" cy="8725"/>
            </a:xfrm>
            <a:custGeom>
              <a:avLst/>
              <a:gdLst/>
              <a:ahLst/>
              <a:cxnLst/>
              <a:rect l="l" t="t" r="r" b="b"/>
              <a:pathLst>
                <a:path w="370" h="349" extrusionOk="0">
                  <a:moveTo>
                    <a:pt x="180" y="1"/>
                  </a:moveTo>
                  <a:cubicBezTo>
                    <a:pt x="158" y="1"/>
                    <a:pt x="138" y="6"/>
                    <a:pt x="119" y="17"/>
                  </a:cubicBezTo>
                  <a:cubicBezTo>
                    <a:pt x="119" y="17"/>
                    <a:pt x="96" y="17"/>
                    <a:pt x="96" y="29"/>
                  </a:cubicBezTo>
                  <a:cubicBezTo>
                    <a:pt x="24" y="77"/>
                    <a:pt x="0" y="160"/>
                    <a:pt x="36" y="255"/>
                  </a:cubicBezTo>
                  <a:lnTo>
                    <a:pt x="36" y="267"/>
                  </a:lnTo>
                  <a:cubicBezTo>
                    <a:pt x="77" y="316"/>
                    <a:pt x="134" y="349"/>
                    <a:pt x="194" y="349"/>
                  </a:cubicBezTo>
                  <a:cubicBezTo>
                    <a:pt x="221" y="349"/>
                    <a:pt x="248" y="342"/>
                    <a:pt x="274" y="327"/>
                  </a:cubicBezTo>
                  <a:cubicBezTo>
                    <a:pt x="310" y="315"/>
                    <a:pt x="322" y="303"/>
                    <a:pt x="334" y="267"/>
                  </a:cubicBezTo>
                  <a:cubicBezTo>
                    <a:pt x="346" y="255"/>
                    <a:pt x="346" y="244"/>
                    <a:pt x="346" y="220"/>
                  </a:cubicBezTo>
                  <a:cubicBezTo>
                    <a:pt x="369" y="184"/>
                    <a:pt x="346" y="136"/>
                    <a:pt x="334" y="89"/>
                  </a:cubicBezTo>
                  <a:cubicBezTo>
                    <a:pt x="334" y="77"/>
                    <a:pt x="322" y="77"/>
                    <a:pt x="322" y="77"/>
                  </a:cubicBezTo>
                  <a:cubicBezTo>
                    <a:pt x="281" y="28"/>
                    <a:pt x="228" y="1"/>
                    <a:pt x="18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3" name="Google Shape;1523;p13"/>
            <p:cNvSpPr/>
            <p:nvPr/>
          </p:nvSpPr>
          <p:spPr>
            <a:xfrm>
              <a:off x="5617950" y="2840125"/>
              <a:ext cx="23550" cy="21200"/>
            </a:xfrm>
            <a:custGeom>
              <a:avLst/>
              <a:gdLst/>
              <a:ahLst/>
              <a:cxnLst/>
              <a:rect l="l" t="t" r="r" b="b"/>
              <a:pathLst>
                <a:path w="942" h="848" extrusionOk="0">
                  <a:moveTo>
                    <a:pt x="468" y="1"/>
                  </a:moveTo>
                  <a:cubicBezTo>
                    <a:pt x="402" y="1"/>
                    <a:pt x="334" y="16"/>
                    <a:pt x="263" y="46"/>
                  </a:cubicBezTo>
                  <a:cubicBezTo>
                    <a:pt x="251" y="46"/>
                    <a:pt x="251" y="69"/>
                    <a:pt x="239" y="69"/>
                  </a:cubicBezTo>
                  <a:cubicBezTo>
                    <a:pt x="191" y="93"/>
                    <a:pt x="143" y="129"/>
                    <a:pt x="120" y="165"/>
                  </a:cubicBezTo>
                  <a:cubicBezTo>
                    <a:pt x="12" y="308"/>
                    <a:pt x="1" y="498"/>
                    <a:pt x="108" y="641"/>
                  </a:cubicBezTo>
                  <a:cubicBezTo>
                    <a:pt x="143" y="736"/>
                    <a:pt x="227" y="784"/>
                    <a:pt x="310" y="820"/>
                  </a:cubicBezTo>
                  <a:cubicBezTo>
                    <a:pt x="362" y="837"/>
                    <a:pt x="408" y="848"/>
                    <a:pt x="453" y="848"/>
                  </a:cubicBezTo>
                  <a:cubicBezTo>
                    <a:pt x="469" y="848"/>
                    <a:pt x="485" y="847"/>
                    <a:pt x="501" y="843"/>
                  </a:cubicBezTo>
                  <a:cubicBezTo>
                    <a:pt x="560" y="843"/>
                    <a:pt x="620" y="808"/>
                    <a:pt x="679" y="784"/>
                  </a:cubicBezTo>
                  <a:cubicBezTo>
                    <a:pt x="882" y="665"/>
                    <a:pt x="941" y="403"/>
                    <a:pt x="822" y="200"/>
                  </a:cubicBezTo>
                  <a:cubicBezTo>
                    <a:pt x="822" y="188"/>
                    <a:pt x="798" y="165"/>
                    <a:pt x="798" y="165"/>
                  </a:cubicBezTo>
                  <a:cubicBezTo>
                    <a:pt x="763" y="105"/>
                    <a:pt x="715" y="81"/>
                    <a:pt x="655" y="46"/>
                  </a:cubicBezTo>
                  <a:cubicBezTo>
                    <a:pt x="596" y="16"/>
                    <a:pt x="533" y="1"/>
                    <a:pt x="46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24" name="Google Shape;1524;p13"/>
          <p:cNvGrpSpPr/>
          <p:nvPr/>
        </p:nvGrpSpPr>
        <p:grpSpPr>
          <a:xfrm rot="-5400000">
            <a:off x="368114" y="3725018"/>
            <a:ext cx="1053574" cy="1834191"/>
            <a:chOff x="1083450" y="1318750"/>
            <a:chExt cx="624525" cy="1087250"/>
          </a:xfrm>
        </p:grpSpPr>
        <p:sp>
          <p:nvSpPr>
            <p:cNvPr id="1525" name="Google Shape;1525;p13"/>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6" name="Google Shape;1526;p13"/>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7" name="Google Shape;1527;p13"/>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8" name="Google Shape;1528;p13"/>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9" name="Google Shape;1529;p13"/>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0" name="Google Shape;1530;p13"/>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1" name="Google Shape;1531;p13"/>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2" name="Google Shape;1532;p13"/>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3" name="Google Shape;1533;p13"/>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4" name="Google Shape;1534;p13"/>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5" name="Google Shape;1535;p13"/>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6" name="Google Shape;1536;p13"/>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7" name="Google Shape;1537;p13"/>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8" name="Google Shape;1538;p13"/>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9" name="Google Shape;1539;p13"/>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0" name="Google Shape;1540;p13"/>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1" name="Google Shape;1541;p13"/>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2" name="Google Shape;1542;p13"/>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3" name="Google Shape;1543;p13"/>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4" name="Google Shape;1544;p13"/>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5" name="Google Shape;1545;p13"/>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6" name="Google Shape;1546;p13"/>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7" name="Google Shape;1547;p13"/>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8" name="Google Shape;1548;p13"/>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9" name="Google Shape;1549;p13"/>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0" name="Google Shape;1550;p13"/>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1" name="Google Shape;1551;p13"/>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13"/>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3" name="Google Shape;1553;p13"/>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4" name="Google Shape;1554;p13"/>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5" name="Google Shape;1555;p13"/>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6" name="Google Shape;1556;p13"/>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7" name="Google Shape;1557;p13"/>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8" name="Google Shape;1558;p13"/>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9" name="Google Shape;1559;p13"/>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0" name="Google Shape;1560;p13"/>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1" name="Google Shape;1561;p13"/>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62" name="Google Shape;1562;p13"/>
          <p:cNvGrpSpPr/>
          <p:nvPr/>
        </p:nvGrpSpPr>
        <p:grpSpPr>
          <a:xfrm rot="5400000" flipH="1">
            <a:off x="7700114" y="3725018"/>
            <a:ext cx="1053574" cy="1834191"/>
            <a:chOff x="1083450" y="1318750"/>
            <a:chExt cx="624525" cy="1087250"/>
          </a:xfrm>
        </p:grpSpPr>
        <p:sp>
          <p:nvSpPr>
            <p:cNvPr id="1563" name="Google Shape;1563;p13"/>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4" name="Google Shape;1564;p13"/>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5" name="Google Shape;1565;p13"/>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6" name="Google Shape;1566;p13"/>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7" name="Google Shape;1567;p13"/>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8" name="Google Shape;1568;p13"/>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9" name="Google Shape;1569;p13"/>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0" name="Google Shape;1570;p13"/>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1" name="Google Shape;1571;p13"/>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2" name="Google Shape;1572;p13"/>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3" name="Google Shape;1573;p13"/>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4" name="Google Shape;1574;p13"/>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5" name="Google Shape;1575;p13"/>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6" name="Google Shape;1576;p13"/>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7" name="Google Shape;1577;p13"/>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8" name="Google Shape;1578;p13"/>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9" name="Google Shape;1579;p13"/>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0" name="Google Shape;1580;p13"/>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1" name="Google Shape;1581;p13"/>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2" name="Google Shape;1582;p13"/>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3" name="Google Shape;1583;p13"/>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4" name="Google Shape;1584;p13"/>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5" name="Google Shape;1585;p13"/>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6" name="Google Shape;1586;p13"/>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7" name="Google Shape;1587;p13"/>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8" name="Google Shape;1588;p13"/>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9" name="Google Shape;1589;p13"/>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0" name="Google Shape;1590;p13"/>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1" name="Google Shape;1591;p13"/>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2" name="Google Shape;1592;p13"/>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3" name="Google Shape;1593;p13"/>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4" name="Google Shape;1594;p13"/>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5" name="Google Shape;1595;p13"/>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6" name="Google Shape;1596;p13"/>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7" name="Google Shape;1597;p13"/>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8" name="Google Shape;1598;p13"/>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9" name="Google Shape;1599;p13"/>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00" name="Google Shape;160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01" name="Google Shape;1601;p13"/>
          <p:cNvSpPr txBox="1">
            <a:spLocks noGrp="1"/>
          </p:cNvSpPr>
          <p:nvPr>
            <p:ph type="title" idx="2"/>
          </p:nvPr>
        </p:nvSpPr>
        <p:spPr>
          <a:xfrm>
            <a:off x="1601409" y="1318225"/>
            <a:ext cx="29706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2" name="Google Shape;1602;p13"/>
          <p:cNvSpPr txBox="1">
            <a:spLocks noGrp="1"/>
          </p:cNvSpPr>
          <p:nvPr>
            <p:ph type="subTitle" idx="1"/>
          </p:nvPr>
        </p:nvSpPr>
        <p:spPr>
          <a:xfrm>
            <a:off x="1601413" y="1631875"/>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3" name="Google Shape;1603;p13"/>
          <p:cNvSpPr txBox="1">
            <a:spLocks noGrp="1"/>
          </p:cNvSpPr>
          <p:nvPr>
            <p:ph type="title" idx="3"/>
          </p:nvPr>
        </p:nvSpPr>
        <p:spPr>
          <a:xfrm>
            <a:off x="1601250" y="3553850"/>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4" name="Google Shape;1604;p13"/>
          <p:cNvSpPr txBox="1">
            <a:spLocks noGrp="1"/>
          </p:cNvSpPr>
          <p:nvPr>
            <p:ph type="subTitle" idx="4"/>
          </p:nvPr>
        </p:nvSpPr>
        <p:spPr>
          <a:xfrm>
            <a:off x="1601263" y="3867500"/>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5" name="Google Shape;1605;p13"/>
          <p:cNvSpPr txBox="1">
            <a:spLocks noGrp="1"/>
          </p:cNvSpPr>
          <p:nvPr>
            <p:ph type="title" idx="5"/>
          </p:nvPr>
        </p:nvSpPr>
        <p:spPr>
          <a:xfrm>
            <a:off x="1601444" y="2436025"/>
            <a:ext cx="34341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6" name="Google Shape;1606;p13"/>
          <p:cNvSpPr txBox="1">
            <a:spLocks noGrp="1"/>
          </p:cNvSpPr>
          <p:nvPr>
            <p:ph type="subTitle" idx="6"/>
          </p:nvPr>
        </p:nvSpPr>
        <p:spPr>
          <a:xfrm>
            <a:off x="1601413" y="2749675"/>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7" name="Google Shape;1607;p13"/>
          <p:cNvSpPr txBox="1">
            <a:spLocks noGrp="1"/>
          </p:cNvSpPr>
          <p:nvPr>
            <p:ph type="title" idx="7"/>
          </p:nvPr>
        </p:nvSpPr>
        <p:spPr>
          <a:xfrm>
            <a:off x="5750098" y="1337025"/>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8" name="Google Shape;1608;p13"/>
          <p:cNvSpPr txBox="1">
            <a:spLocks noGrp="1"/>
          </p:cNvSpPr>
          <p:nvPr>
            <p:ph type="subTitle" idx="8"/>
          </p:nvPr>
        </p:nvSpPr>
        <p:spPr>
          <a:xfrm>
            <a:off x="5750100" y="1655580"/>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09" name="Google Shape;1609;p13"/>
          <p:cNvSpPr txBox="1">
            <a:spLocks noGrp="1"/>
          </p:cNvSpPr>
          <p:nvPr>
            <p:ph type="title" idx="9" hasCustomPrompt="1"/>
          </p:nvPr>
        </p:nvSpPr>
        <p:spPr>
          <a:xfrm>
            <a:off x="767250" y="1481275"/>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0" name="Google Shape;1610;p13"/>
          <p:cNvSpPr txBox="1">
            <a:spLocks noGrp="1"/>
          </p:cNvSpPr>
          <p:nvPr>
            <p:ph type="title" idx="13" hasCustomPrompt="1"/>
          </p:nvPr>
        </p:nvSpPr>
        <p:spPr>
          <a:xfrm>
            <a:off x="767250" y="3716900"/>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1" name="Google Shape;1611;p13"/>
          <p:cNvSpPr txBox="1">
            <a:spLocks noGrp="1"/>
          </p:cNvSpPr>
          <p:nvPr>
            <p:ph type="title" idx="14" hasCustomPrompt="1"/>
          </p:nvPr>
        </p:nvSpPr>
        <p:spPr>
          <a:xfrm>
            <a:off x="767250" y="2599075"/>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2" name="Google Shape;1612;p13"/>
          <p:cNvSpPr txBox="1">
            <a:spLocks noGrp="1"/>
          </p:cNvSpPr>
          <p:nvPr>
            <p:ph type="title" idx="15" hasCustomPrompt="1"/>
          </p:nvPr>
        </p:nvSpPr>
        <p:spPr>
          <a:xfrm>
            <a:off x="4916088" y="1500063"/>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3" name="Google Shape;1613;p13"/>
          <p:cNvSpPr txBox="1">
            <a:spLocks noGrp="1"/>
          </p:cNvSpPr>
          <p:nvPr>
            <p:ph type="title" idx="16"/>
          </p:nvPr>
        </p:nvSpPr>
        <p:spPr>
          <a:xfrm>
            <a:off x="5750098" y="3553850"/>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4" name="Google Shape;1614;p13"/>
          <p:cNvSpPr txBox="1">
            <a:spLocks noGrp="1"/>
          </p:cNvSpPr>
          <p:nvPr>
            <p:ph type="subTitle" idx="17"/>
          </p:nvPr>
        </p:nvSpPr>
        <p:spPr>
          <a:xfrm>
            <a:off x="5750100" y="3867500"/>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15" name="Google Shape;1615;p13"/>
          <p:cNvSpPr txBox="1">
            <a:spLocks noGrp="1"/>
          </p:cNvSpPr>
          <p:nvPr>
            <p:ph type="title" idx="18"/>
          </p:nvPr>
        </p:nvSpPr>
        <p:spPr>
          <a:xfrm>
            <a:off x="5750237" y="2436032"/>
            <a:ext cx="2626500" cy="52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6" name="Google Shape;1616;p13"/>
          <p:cNvSpPr txBox="1">
            <a:spLocks noGrp="1"/>
          </p:cNvSpPr>
          <p:nvPr>
            <p:ph type="subTitle" idx="19"/>
          </p:nvPr>
        </p:nvSpPr>
        <p:spPr>
          <a:xfrm>
            <a:off x="5750250" y="2749675"/>
            <a:ext cx="2626500" cy="61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1617" name="Google Shape;1617;p13"/>
          <p:cNvSpPr txBox="1">
            <a:spLocks noGrp="1"/>
          </p:cNvSpPr>
          <p:nvPr>
            <p:ph type="title" idx="20" hasCustomPrompt="1"/>
          </p:nvPr>
        </p:nvSpPr>
        <p:spPr>
          <a:xfrm>
            <a:off x="4916088" y="3716900"/>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18" name="Google Shape;1618;p13"/>
          <p:cNvSpPr txBox="1">
            <a:spLocks noGrp="1"/>
          </p:cNvSpPr>
          <p:nvPr>
            <p:ph type="title" idx="21" hasCustomPrompt="1"/>
          </p:nvPr>
        </p:nvSpPr>
        <p:spPr>
          <a:xfrm>
            <a:off x="4916088" y="2599075"/>
            <a:ext cx="8340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Shape 1619"/>
        <p:cNvGrpSpPr/>
        <p:nvPr/>
      </p:nvGrpSpPr>
      <p:grpSpPr>
        <a:xfrm>
          <a:off x="0" y="0"/>
          <a:ext cx="0" cy="0"/>
          <a:chOff x="0" y="0"/>
          <a:chExt cx="0" cy="0"/>
        </a:xfrm>
      </p:grpSpPr>
      <p:grpSp>
        <p:nvGrpSpPr>
          <p:cNvPr id="1620" name="Google Shape;1620;p14"/>
          <p:cNvGrpSpPr/>
          <p:nvPr/>
        </p:nvGrpSpPr>
        <p:grpSpPr>
          <a:xfrm rot="5400000">
            <a:off x="653906" y="1721142"/>
            <a:ext cx="2768461" cy="4076473"/>
            <a:chOff x="2525900" y="1699450"/>
            <a:chExt cx="1076050" cy="1584450"/>
          </a:xfrm>
        </p:grpSpPr>
        <p:sp>
          <p:nvSpPr>
            <p:cNvPr id="1621" name="Google Shape;1621;p14"/>
            <p:cNvSpPr/>
            <p:nvPr/>
          </p:nvSpPr>
          <p:spPr>
            <a:xfrm>
              <a:off x="3569775" y="2193250"/>
              <a:ext cx="31875" cy="43775"/>
            </a:xfrm>
            <a:custGeom>
              <a:avLst/>
              <a:gdLst/>
              <a:ahLst/>
              <a:cxnLst/>
              <a:rect l="l" t="t" r="r" b="b"/>
              <a:pathLst>
                <a:path w="1275" h="1751" extrusionOk="0">
                  <a:moveTo>
                    <a:pt x="1275" y="1"/>
                  </a:moveTo>
                  <a:lnTo>
                    <a:pt x="1" y="1691"/>
                  </a:lnTo>
                  <a:lnTo>
                    <a:pt x="275" y="1751"/>
                  </a:lnTo>
                  <a:lnTo>
                    <a:pt x="1275" y="441"/>
                  </a:lnTo>
                  <a:lnTo>
                    <a:pt x="127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2" name="Google Shape;1622;p14"/>
            <p:cNvSpPr/>
            <p:nvPr/>
          </p:nvSpPr>
          <p:spPr>
            <a:xfrm>
              <a:off x="3486425" y="2241175"/>
              <a:ext cx="85750" cy="108375"/>
            </a:xfrm>
            <a:custGeom>
              <a:avLst/>
              <a:gdLst/>
              <a:ahLst/>
              <a:cxnLst/>
              <a:rect l="l" t="t" r="r" b="b"/>
              <a:pathLst>
                <a:path w="3430" h="4335" extrusionOk="0">
                  <a:moveTo>
                    <a:pt x="3156" y="1"/>
                  </a:moveTo>
                  <a:lnTo>
                    <a:pt x="1" y="4168"/>
                  </a:lnTo>
                  <a:cubicBezTo>
                    <a:pt x="84" y="4204"/>
                    <a:pt x="156" y="4263"/>
                    <a:pt x="203" y="4335"/>
                  </a:cubicBezTo>
                  <a:lnTo>
                    <a:pt x="3430" y="72"/>
                  </a:lnTo>
                  <a:lnTo>
                    <a:pt x="315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3" name="Google Shape;1623;p14"/>
            <p:cNvSpPr/>
            <p:nvPr/>
          </p:nvSpPr>
          <p:spPr>
            <a:xfrm>
              <a:off x="3361425" y="1699450"/>
              <a:ext cx="240225" cy="42875"/>
            </a:xfrm>
            <a:custGeom>
              <a:avLst/>
              <a:gdLst/>
              <a:ahLst/>
              <a:cxnLst/>
              <a:rect l="l" t="t" r="r" b="b"/>
              <a:pathLst>
                <a:path w="9609" h="1715" extrusionOk="0">
                  <a:moveTo>
                    <a:pt x="9609" y="0"/>
                  </a:moveTo>
                  <a:lnTo>
                    <a:pt x="12" y="1429"/>
                  </a:lnTo>
                  <a:cubicBezTo>
                    <a:pt x="60" y="1524"/>
                    <a:pt x="72" y="1584"/>
                    <a:pt x="36" y="1643"/>
                  </a:cubicBezTo>
                  <a:cubicBezTo>
                    <a:pt x="24" y="1667"/>
                    <a:pt x="12" y="1703"/>
                    <a:pt x="0" y="1715"/>
                  </a:cubicBezTo>
                  <a:lnTo>
                    <a:pt x="9609" y="274"/>
                  </a:lnTo>
                  <a:lnTo>
                    <a:pt x="960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4" name="Google Shape;1624;p14"/>
            <p:cNvSpPr/>
            <p:nvPr/>
          </p:nvSpPr>
          <p:spPr>
            <a:xfrm>
              <a:off x="3354575" y="1742600"/>
              <a:ext cx="9250" cy="139925"/>
            </a:xfrm>
            <a:custGeom>
              <a:avLst/>
              <a:gdLst/>
              <a:ahLst/>
              <a:cxnLst/>
              <a:rect l="l" t="t" r="r" b="b"/>
              <a:pathLst>
                <a:path w="370" h="5597" extrusionOk="0">
                  <a:moveTo>
                    <a:pt x="274" y="1"/>
                  </a:moveTo>
                  <a:cubicBezTo>
                    <a:pt x="231" y="44"/>
                    <a:pt x="175" y="75"/>
                    <a:pt x="116" y="75"/>
                  </a:cubicBezTo>
                  <a:cubicBezTo>
                    <a:pt x="94" y="75"/>
                    <a:pt x="71" y="70"/>
                    <a:pt x="48" y="60"/>
                  </a:cubicBezTo>
                  <a:cubicBezTo>
                    <a:pt x="36" y="60"/>
                    <a:pt x="12" y="48"/>
                    <a:pt x="0" y="48"/>
                  </a:cubicBezTo>
                  <a:lnTo>
                    <a:pt x="108" y="5597"/>
                  </a:lnTo>
                  <a:cubicBezTo>
                    <a:pt x="171" y="5560"/>
                    <a:pt x="242" y="5545"/>
                    <a:pt x="309" y="5545"/>
                  </a:cubicBezTo>
                  <a:cubicBezTo>
                    <a:pt x="330" y="5545"/>
                    <a:pt x="350" y="5546"/>
                    <a:pt x="370" y="5549"/>
                  </a:cubicBezTo>
                  <a:lnTo>
                    <a:pt x="27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5" name="Google Shape;1625;p14"/>
            <p:cNvSpPr/>
            <p:nvPr/>
          </p:nvSpPr>
          <p:spPr>
            <a:xfrm>
              <a:off x="3468575" y="1948000"/>
              <a:ext cx="133075" cy="136625"/>
            </a:xfrm>
            <a:custGeom>
              <a:avLst/>
              <a:gdLst/>
              <a:ahLst/>
              <a:cxnLst/>
              <a:rect l="l" t="t" r="r" b="b"/>
              <a:pathLst>
                <a:path w="5323" h="5465" extrusionOk="0">
                  <a:moveTo>
                    <a:pt x="5323" y="0"/>
                  </a:moveTo>
                  <a:lnTo>
                    <a:pt x="1" y="5298"/>
                  </a:lnTo>
                  <a:cubicBezTo>
                    <a:pt x="72" y="5334"/>
                    <a:pt x="132" y="5370"/>
                    <a:pt x="155" y="5453"/>
                  </a:cubicBezTo>
                  <a:cubicBezTo>
                    <a:pt x="179" y="5453"/>
                    <a:pt x="203" y="5453"/>
                    <a:pt x="215" y="5465"/>
                  </a:cubicBezTo>
                  <a:lnTo>
                    <a:pt x="5323" y="369"/>
                  </a:lnTo>
                  <a:lnTo>
                    <a:pt x="532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6" name="Google Shape;1626;p14"/>
            <p:cNvSpPr/>
            <p:nvPr/>
          </p:nvSpPr>
          <p:spPr>
            <a:xfrm>
              <a:off x="3371850" y="1888750"/>
              <a:ext cx="229800" cy="29200"/>
            </a:xfrm>
            <a:custGeom>
              <a:avLst/>
              <a:gdLst/>
              <a:ahLst/>
              <a:cxnLst/>
              <a:rect l="l" t="t" r="r" b="b"/>
              <a:pathLst>
                <a:path w="9192" h="1168" extrusionOk="0">
                  <a:moveTo>
                    <a:pt x="12" y="1"/>
                  </a:moveTo>
                  <a:cubicBezTo>
                    <a:pt x="24" y="84"/>
                    <a:pt x="24" y="167"/>
                    <a:pt x="0" y="263"/>
                  </a:cubicBezTo>
                  <a:lnTo>
                    <a:pt x="9192" y="1168"/>
                  </a:lnTo>
                  <a:lnTo>
                    <a:pt x="9192" y="894"/>
                  </a:lnTo>
                  <a:lnTo>
                    <a:pt x="1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7" name="Google Shape;1627;p14"/>
            <p:cNvSpPr/>
            <p:nvPr/>
          </p:nvSpPr>
          <p:spPr>
            <a:xfrm>
              <a:off x="3233425" y="1875350"/>
              <a:ext cx="119375" cy="17900"/>
            </a:xfrm>
            <a:custGeom>
              <a:avLst/>
              <a:gdLst/>
              <a:ahLst/>
              <a:cxnLst/>
              <a:rect l="l" t="t" r="r" b="b"/>
              <a:pathLst>
                <a:path w="4775" h="716" extrusionOk="0">
                  <a:moveTo>
                    <a:pt x="36" y="1"/>
                  </a:moveTo>
                  <a:cubicBezTo>
                    <a:pt x="36" y="84"/>
                    <a:pt x="24" y="156"/>
                    <a:pt x="13" y="215"/>
                  </a:cubicBezTo>
                  <a:cubicBezTo>
                    <a:pt x="13" y="227"/>
                    <a:pt x="1" y="239"/>
                    <a:pt x="1" y="263"/>
                  </a:cubicBezTo>
                  <a:lnTo>
                    <a:pt x="4727" y="715"/>
                  </a:lnTo>
                  <a:cubicBezTo>
                    <a:pt x="4715" y="656"/>
                    <a:pt x="4727" y="584"/>
                    <a:pt x="4739" y="525"/>
                  </a:cubicBezTo>
                  <a:cubicBezTo>
                    <a:pt x="4763" y="501"/>
                    <a:pt x="4763" y="477"/>
                    <a:pt x="4775" y="465"/>
                  </a:cubicBezTo>
                  <a:lnTo>
                    <a:pt x="3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8" name="Google Shape;1628;p14"/>
            <p:cNvSpPr/>
            <p:nvPr/>
          </p:nvSpPr>
          <p:spPr>
            <a:xfrm>
              <a:off x="3357850" y="1901550"/>
              <a:ext cx="10150" cy="91100"/>
            </a:xfrm>
            <a:custGeom>
              <a:avLst/>
              <a:gdLst/>
              <a:ahLst/>
              <a:cxnLst/>
              <a:rect l="l" t="t" r="r" b="b"/>
              <a:pathLst>
                <a:path w="406" h="3644" extrusionOk="0">
                  <a:moveTo>
                    <a:pt x="0" y="1"/>
                  </a:moveTo>
                  <a:lnTo>
                    <a:pt x="143" y="3620"/>
                  </a:lnTo>
                  <a:cubicBezTo>
                    <a:pt x="175" y="3609"/>
                    <a:pt x="208" y="3604"/>
                    <a:pt x="242" y="3604"/>
                  </a:cubicBezTo>
                  <a:cubicBezTo>
                    <a:pt x="284" y="3604"/>
                    <a:pt x="329" y="3612"/>
                    <a:pt x="381" y="3632"/>
                  </a:cubicBezTo>
                  <a:cubicBezTo>
                    <a:pt x="393" y="3632"/>
                    <a:pt x="393" y="3644"/>
                    <a:pt x="405" y="3644"/>
                  </a:cubicBezTo>
                  <a:lnTo>
                    <a:pt x="274" y="24"/>
                  </a:lnTo>
                  <a:cubicBezTo>
                    <a:pt x="242" y="35"/>
                    <a:pt x="205" y="41"/>
                    <a:pt x="168" y="41"/>
                  </a:cubicBezTo>
                  <a:cubicBezTo>
                    <a:pt x="122" y="41"/>
                    <a:pt x="75" y="32"/>
                    <a:pt x="36" y="13"/>
                  </a:cubicBezTo>
                  <a:cubicBezTo>
                    <a:pt x="24" y="13"/>
                    <a:pt x="24" y="13"/>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9" name="Google Shape;1629;p14"/>
            <p:cNvSpPr/>
            <p:nvPr/>
          </p:nvSpPr>
          <p:spPr>
            <a:xfrm>
              <a:off x="3391475" y="2086400"/>
              <a:ext cx="73250" cy="83675"/>
            </a:xfrm>
            <a:custGeom>
              <a:avLst/>
              <a:gdLst/>
              <a:ahLst/>
              <a:cxnLst/>
              <a:rect l="l" t="t" r="r" b="b"/>
              <a:pathLst>
                <a:path w="2930" h="3347" extrusionOk="0">
                  <a:moveTo>
                    <a:pt x="2763" y="0"/>
                  </a:moveTo>
                  <a:lnTo>
                    <a:pt x="1" y="3191"/>
                  </a:lnTo>
                  <a:cubicBezTo>
                    <a:pt x="72" y="3227"/>
                    <a:pt x="144" y="3287"/>
                    <a:pt x="203" y="3346"/>
                  </a:cubicBezTo>
                  <a:lnTo>
                    <a:pt x="2930" y="227"/>
                  </a:lnTo>
                  <a:cubicBezTo>
                    <a:pt x="2846" y="191"/>
                    <a:pt x="2763" y="108"/>
                    <a:pt x="276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0" name="Google Shape;1630;p14"/>
            <p:cNvSpPr/>
            <p:nvPr/>
          </p:nvSpPr>
          <p:spPr>
            <a:xfrm>
              <a:off x="3226875" y="1884000"/>
              <a:ext cx="132200" cy="113425"/>
            </a:xfrm>
            <a:custGeom>
              <a:avLst/>
              <a:gdLst/>
              <a:ahLst/>
              <a:cxnLst/>
              <a:rect l="l" t="t" r="r" b="b"/>
              <a:pathLst>
                <a:path w="5288" h="4537" extrusionOk="0">
                  <a:moveTo>
                    <a:pt x="191" y="0"/>
                  </a:moveTo>
                  <a:cubicBezTo>
                    <a:pt x="155" y="72"/>
                    <a:pt x="84" y="131"/>
                    <a:pt x="1" y="191"/>
                  </a:cubicBezTo>
                  <a:lnTo>
                    <a:pt x="5097" y="4536"/>
                  </a:lnTo>
                  <a:cubicBezTo>
                    <a:pt x="5156" y="4453"/>
                    <a:pt x="5216" y="4394"/>
                    <a:pt x="5287" y="4346"/>
                  </a:cubicBezTo>
                  <a:lnTo>
                    <a:pt x="19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1" name="Google Shape;1631;p14"/>
            <p:cNvSpPr/>
            <p:nvPr/>
          </p:nvSpPr>
          <p:spPr>
            <a:xfrm>
              <a:off x="3370650" y="2004850"/>
              <a:ext cx="95275" cy="79500"/>
            </a:xfrm>
            <a:custGeom>
              <a:avLst/>
              <a:gdLst/>
              <a:ahLst/>
              <a:cxnLst/>
              <a:rect l="l" t="t" r="r" b="b"/>
              <a:pathLst>
                <a:path w="3811" h="3180" extrusionOk="0">
                  <a:moveTo>
                    <a:pt x="131" y="0"/>
                  </a:moveTo>
                  <a:lnTo>
                    <a:pt x="131" y="24"/>
                  </a:lnTo>
                  <a:cubicBezTo>
                    <a:pt x="96" y="107"/>
                    <a:pt x="60" y="167"/>
                    <a:pt x="0" y="226"/>
                  </a:cubicBezTo>
                  <a:lnTo>
                    <a:pt x="3620" y="3179"/>
                  </a:lnTo>
                  <a:cubicBezTo>
                    <a:pt x="3644" y="3084"/>
                    <a:pt x="3715" y="3024"/>
                    <a:pt x="3810" y="3012"/>
                  </a:cubicBezTo>
                  <a:lnTo>
                    <a:pt x="13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2" name="Google Shape;1632;p14"/>
            <p:cNvSpPr/>
            <p:nvPr/>
          </p:nvSpPr>
          <p:spPr>
            <a:xfrm>
              <a:off x="3470950" y="2084325"/>
              <a:ext cx="130700" cy="76500"/>
            </a:xfrm>
            <a:custGeom>
              <a:avLst/>
              <a:gdLst/>
              <a:ahLst/>
              <a:cxnLst/>
              <a:rect l="l" t="t" r="r" b="b"/>
              <a:pathLst>
                <a:path w="5228" h="3060" extrusionOk="0">
                  <a:moveTo>
                    <a:pt x="60" y="0"/>
                  </a:moveTo>
                  <a:cubicBezTo>
                    <a:pt x="84" y="36"/>
                    <a:pt x="84" y="95"/>
                    <a:pt x="60" y="155"/>
                  </a:cubicBezTo>
                  <a:cubicBezTo>
                    <a:pt x="48" y="191"/>
                    <a:pt x="37" y="238"/>
                    <a:pt x="1" y="250"/>
                  </a:cubicBezTo>
                  <a:lnTo>
                    <a:pt x="5228" y="3060"/>
                  </a:lnTo>
                  <a:lnTo>
                    <a:pt x="5228" y="2762"/>
                  </a:lnTo>
                  <a:lnTo>
                    <a:pt x="120" y="12"/>
                  </a:lnTo>
                  <a:cubicBezTo>
                    <a:pt x="108" y="0"/>
                    <a:pt x="96" y="0"/>
                    <a:pt x="6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3" name="Google Shape;1633;p14"/>
            <p:cNvSpPr/>
            <p:nvPr/>
          </p:nvSpPr>
          <p:spPr>
            <a:xfrm>
              <a:off x="3403100" y="2193850"/>
              <a:ext cx="198550" cy="56575"/>
            </a:xfrm>
            <a:custGeom>
              <a:avLst/>
              <a:gdLst/>
              <a:ahLst/>
              <a:cxnLst/>
              <a:rect l="l" t="t" r="r" b="b"/>
              <a:pathLst>
                <a:path w="7942" h="2263" extrusionOk="0">
                  <a:moveTo>
                    <a:pt x="60" y="1"/>
                  </a:moveTo>
                  <a:cubicBezTo>
                    <a:pt x="36" y="96"/>
                    <a:pt x="24" y="167"/>
                    <a:pt x="0" y="263"/>
                  </a:cubicBezTo>
                  <a:lnTo>
                    <a:pt x="6489" y="1894"/>
                  </a:lnTo>
                  <a:lnTo>
                    <a:pt x="6763" y="1965"/>
                  </a:lnTo>
                  <a:lnTo>
                    <a:pt x="7942" y="2263"/>
                  </a:lnTo>
                  <a:lnTo>
                    <a:pt x="7942" y="2001"/>
                  </a:lnTo>
                  <a:lnTo>
                    <a:pt x="6942" y="1751"/>
                  </a:lnTo>
                  <a:lnTo>
                    <a:pt x="6668" y="1667"/>
                  </a:lnTo>
                  <a:lnTo>
                    <a:pt x="6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4" name="Google Shape;1634;p14"/>
            <p:cNvSpPr/>
            <p:nvPr/>
          </p:nvSpPr>
          <p:spPr>
            <a:xfrm>
              <a:off x="3388800" y="2213200"/>
              <a:ext cx="90825" cy="135150"/>
            </a:xfrm>
            <a:custGeom>
              <a:avLst/>
              <a:gdLst/>
              <a:ahLst/>
              <a:cxnLst/>
              <a:rect l="l" t="t" r="r" b="b"/>
              <a:pathLst>
                <a:path w="3633" h="5406" extrusionOk="0">
                  <a:moveTo>
                    <a:pt x="227" y="0"/>
                  </a:moveTo>
                  <a:cubicBezTo>
                    <a:pt x="155" y="60"/>
                    <a:pt x="96" y="108"/>
                    <a:pt x="1" y="155"/>
                  </a:cubicBezTo>
                  <a:lnTo>
                    <a:pt x="3406" y="5406"/>
                  </a:lnTo>
                  <a:cubicBezTo>
                    <a:pt x="3465" y="5346"/>
                    <a:pt x="3549" y="5299"/>
                    <a:pt x="3632" y="5275"/>
                  </a:cubicBezTo>
                  <a:lnTo>
                    <a:pt x="22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5" name="Google Shape;1635;p14"/>
            <p:cNvSpPr/>
            <p:nvPr/>
          </p:nvSpPr>
          <p:spPr>
            <a:xfrm>
              <a:off x="3534650" y="2440025"/>
              <a:ext cx="66700" cy="103600"/>
            </a:xfrm>
            <a:custGeom>
              <a:avLst/>
              <a:gdLst/>
              <a:ahLst/>
              <a:cxnLst/>
              <a:rect l="l" t="t" r="r" b="b"/>
              <a:pathLst>
                <a:path w="2668" h="4144" extrusionOk="0">
                  <a:moveTo>
                    <a:pt x="120" y="0"/>
                  </a:moveTo>
                  <a:lnTo>
                    <a:pt x="1" y="71"/>
                  </a:lnTo>
                  <a:lnTo>
                    <a:pt x="2668" y="4143"/>
                  </a:lnTo>
                  <a:lnTo>
                    <a:pt x="2668" y="3667"/>
                  </a:lnTo>
                  <a:lnTo>
                    <a:pt x="453" y="298"/>
                  </a:lnTo>
                  <a:cubicBezTo>
                    <a:pt x="429" y="304"/>
                    <a:pt x="403" y="307"/>
                    <a:pt x="374" y="307"/>
                  </a:cubicBezTo>
                  <a:cubicBezTo>
                    <a:pt x="346" y="307"/>
                    <a:pt x="316" y="304"/>
                    <a:pt x="286" y="298"/>
                  </a:cubicBezTo>
                  <a:cubicBezTo>
                    <a:pt x="167" y="250"/>
                    <a:pt x="96" y="131"/>
                    <a:pt x="12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6" name="Google Shape;1636;p14"/>
            <p:cNvSpPr/>
            <p:nvPr/>
          </p:nvSpPr>
          <p:spPr>
            <a:xfrm>
              <a:off x="3484950" y="2361725"/>
              <a:ext cx="52100" cy="74450"/>
            </a:xfrm>
            <a:custGeom>
              <a:avLst/>
              <a:gdLst/>
              <a:ahLst/>
              <a:cxnLst/>
              <a:rect l="l" t="t" r="r" b="b"/>
              <a:pathLst>
                <a:path w="2084" h="2978" extrusionOk="0">
                  <a:moveTo>
                    <a:pt x="239" y="1"/>
                  </a:moveTo>
                  <a:cubicBezTo>
                    <a:pt x="155" y="72"/>
                    <a:pt x="84" y="132"/>
                    <a:pt x="0" y="155"/>
                  </a:cubicBezTo>
                  <a:lnTo>
                    <a:pt x="1858" y="2977"/>
                  </a:lnTo>
                  <a:lnTo>
                    <a:pt x="2084" y="2834"/>
                  </a:lnTo>
                  <a:lnTo>
                    <a:pt x="23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7" name="Google Shape;1637;p14"/>
            <p:cNvSpPr/>
            <p:nvPr/>
          </p:nvSpPr>
          <p:spPr>
            <a:xfrm>
              <a:off x="3359925" y="2364100"/>
              <a:ext cx="122675" cy="183700"/>
            </a:xfrm>
            <a:custGeom>
              <a:avLst/>
              <a:gdLst/>
              <a:ahLst/>
              <a:cxnLst/>
              <a:rect l="l" t="t" r="r" b="b"/>
              <a:pathLst>
                <a:path w="4907" h="7348" extrusionOk="0">
                  <a:moveTo>
                    <a:pt x="4656" y="1"/>
                  </a:moveTo>
                  <a:lnTo>
                    <a:pt x="1" y="7347"/>
                  </a:lnTo>
                  <a:lnTo>
                    <a:pt x="537" y="7002"/>
                  </a:lnTo>
                  <a:lnTo>
                    <a:pt x="4894" y="120"/>
                  </a:lnTo>
                  <a:cubicBezTo>
                    <a:pt x="4906" y="96"/>
                    <a:pt x="4906" y="84"/>
                    <a:pt x="4906" y="72"/>
                  </a:cubicBezTo>
                  <a:cubicBezTo>
                    <a:pt x="4859" y="72"/>
                    <a:pt x="4823" y="72"/>
                    <a:pt x="4775" y="60"/>
                  </a:cubicBezTo>
                  <a:cubicBezTo>
                    <a:pt x="4728" y="37"/>
                    <a:pt x="4704" y="25"/>
                    <a:pt x="465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8" name="Google Shape;1638;p14"/>
            <p:cNvSpPr/>
            <p:nvPr/>
          </p:nvSpPr>
          <p:spPr>
            <a:xfrm>
              <a:off x="3403975" y="2657300"/>
              <a:ext cx="46175" cy="92900"/>
            </a:xfrm>
            <a:custGeom>
              <a:avLst/>
              <a:gdLst/>
              <a:ahLst/>
              <a:cxnLst/>
              <a:rect l="l" t="t" r="r" b="b"/>
              <a:pathLst>
                <a:path w="1847" h="3716" extrusionOk="0">
                  <a:moveTo>
                    <a:pt x="275" y="1"/>
                  </a:moveTo>
                  <a:lnTo>
                    <a:pt x="1" y="36"/>
                  </a:lnTo>
                  <a:lnTo>
                    <a:pt x="1549" y="3691"/>
                  </a:lnTo>
                  <a:cubicBezTo>
                    <a:pt x="1593" y="3665"/>
                    <a:pt x="1651" y="3651"/>
                    <a:pt x="1708" y="3651"/>
                  </a:cubicBezTo>
                  <a:cubicBezTo>
                    <a:pt x="1727" y="3651"/>
                    <a:pt x="1745" y="3653"/>
                    <a:pt x="1763" y="3656"/>
                  </a:cubicBezTo>
                  <a:cubicBezTo>
                    <a:pt x="1799" y="3668"/>
                    <a:pt x="1834" y="3691"/>
                    <a:pt x="1846" y="3715"/>
                  </a:cubicBezTo>
                  <a:lnTo>
                    <a:pt x="27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9" name="Google Shape;1639;p14"/>
            <p:cNvSpPr/>
            <p:nvPr/>
          </p:nvSpPr>
          <p:spPr>
            <a:xfrm>
              <a:off x="3447750" y="2756725"/>
              <a:ext cx="63125" cy="139325"/>
            </a:xfrm>
            <a:custGeom>
              <a:avLst/>
              <a:gdLst/>
              <a:ahLst/>
              <a:cxnLst/>
              <a:rect l="l" t="t" r="r" b="b"/>
              <a:pathLst>
                <a:path w="2525" h="5573" extrusionOk="0">
                  <a:moveTo>
                    <a:pt x="214" y="0"/>
                  </a:moveTo>
                  <a:lnTo>
                    <a:pt x="119" y="84"/>
                  </a:lnTo>
                  <a:cubicBezTo>
                    <a:pt x="95" y="107"/>
                    <a:pt x="72" y="131"/>
                    <a:pt x="36" y="143"/>
                  </a:cubicBezTo>
                  <a:lnTo>
                    <a:pt x="0" y="167"/>
                  </a:lnTo>
                  <a:lnTo>
                    <a:pt x="2286" y="5572"/>
                  </a:lnTo>
                  <a:cubicBezTo>
                    <a:pt x="2358" y="5513"/>
                    <a:pt x="2441" y="5477"/>
                    <a:pt x="2524" y="5465"/>
                  </a:cubicBezTo>
                  <a:lnTo>
                    <a:pt x="21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0" name="Google Shape;1640;p14"/>
            <p:cNvSpPr/>
            <p:nvPr/>
          </p:nvSpPr>
          <p:spPr>
            <a:xfrm>
              <a:off x="3360525" y="2551625"/>
              <a:ext cx="47650" cy="100650"/>
            </a:xfrm>
            <a:custGeom>
              <a:avLst/>
              <a:gdLst/>
              <a:ahLst/>
              <a:cxnLst/>
              <a:rect l="l" t="t" r="r" b="b"/>
              <a:pathLst>
                <a:path w="1906" h="4026" extrusionOk="0">
                  <a:moveTo>
                    <a:pt x="227" y="1"/>
                  </a:moveTo>
                  <a:lnTo>
                    <a:pt x="1" y="144"/>
                  </a:lnTo>
                  <a:lnTo>
                    <a:pt x="1644" y="4025"/>
                  </a:lnTo>
                  <a:lnTo>
                    <a:pt x="1906" y="3989"/>
                  </a:lnTo>
                  <a:lnTo>
                    <a:pt x="22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1" name="Google Shape;1641;p14"/>
            <p:cNvSpPr/>
            <p:nvPr/>
          </p:nvSpPr>
          <p:spPr>
            <a:xfrm>
              <a:off x="3125375" y="2390600"/>
              <a:ext cx="476275" cy="313150"/>
            </a:xfrm>
            <a:custGeom>
              <a:avLst/>
              <a:gdLst/>
              <a:ahLst/>
              <a:cxnLst/>
              <a:rect l="l" t="t" r="r" b="b"/>
              <a:pathLst>
                <a:path w="19051" h="12526" extrusionOk="0">
                  <a:moveTo>
                    <a:pt x="19051" y="1"/>
                  </a:moveTo>
                  <a:lnTo>
                    <a:pt x="16455" y="1691"/>
                  </a:lnTo>
                  <a:lnTo>
                    <a:pt x="16241" y="1834"/>
                  </a:lnTo>
                  <a:lnTo>
                    <a:pt x="9907" y="5942"/>
                  </a:lnTo>
                  <a:lnTo>
                    <a:pt x="9371" y="6287"/>
                  </a:lnTo>
                  <a:lnTo>
                    <a:pt x="1" y="12395"/>
                  </a:lnTo>
                  <a:cubicBezTo>
                    <a:pt x="48" y="12431"/>
                    <a:pt x="72" y="12478"/>
                    <a:pt x="108" y="12526"/>
                  </a:cubicBezTo>
                  <a:lnTo>
                    <a:pt x="358" y="12478"/>
                  </a:lnTo>
                  <a:lnTo>
                    <a:pt x="9407" y="6597"/>
                  </a:lnTo>
                  <a:lnTo>
                    <a:pt x="9633" y="6454"/>
                  </a:lnTo>
                  <a:lnTo>
                    <a:pt x="16384" y="2060"/>
                  </a:lnTo>
                  <a:lnTo>
                    <a:pt x="16503" y="1989"/>
                  </a:lnTo>
                  <a:lnTo>
                    <a:pt x="16503" y="1977"/>
                  </a:lnTo>
                  <a:cubicBezTo>
                    <a:pt x="16533" y="1877"/>
                    <a:pt x="16622" y="1802"/>
                    <a:pt x="16720" y="1802"/>
                  </a:cubicBezTo>
                  <a:cubicBezTo>
                    <a:pt x="16739" y="1802"/>
                    <a:pt x="16758" y="1805"/>
                    <a:pt x="16777" y="1810"/>
                  </a:cubicBezTo>
                  <a:lnTo>
                    <a:pt x="19051" y="322"/>
                  </a:lnTo>
                  <a:lnTo>
                    <a:pt x="1905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2" name="Google Shape;1642;p14"/>
            <p:cNvSpPr/>
            <p:nvPr/>
          </p:nvSpPr>
          <p:spPr>
            <a:xfrm>
              <a:off x="3128050" y="2615625"/>
              <a:ext cx="473900" cy="94675"/>
            </a:xfrm>
            <a:custGeom>
              <a:avLst/>
              <a:gdLst/>
              <a:ahLst/>
              <a:cxnLst/>
              <a:rect l="l" t="t" r="r" b="b"/>
              <a:pathLst>
                <a:path w="18956" h="3787" extrusionOk="0">
                  <a:moveTo>
                    <a:pt x="18956" y="1"/>
                  </a:moveTo>
                  <a:lnTo>
                    <a:pt x="11216" y="1441"/>
                  </a:lnTo>
                  <a:lnTo>
                    <a:pt x="10955" y="1489"/>
                  </a:lnTo>
                  <a:lnTo>
                    <a:pt x="251" y="3477"/>
                  </a:lnTo>
                  <a:lnTo>
                    <a:pt x="1" y="3525"/>
                  </a:lnTo>
                  <a:cubicBezTo>
                    <a:pt x="25" y="3596"/>
                    <a:pt x="37" y="3704"/>
                    <a:pt x="25" y="3787"/>
                  </a:cubicBezTo>
                  <a:lnTo>
                    <a:pt x="11062" y="1739"/>
                  </a:lnTo>
                  <a:lnTo>
                    <a:pt x="11324" y="1691"/>
                  </a:lnTo>
                  <a:lnTo>
                    <a:pt x="18956" y="263"/>
                  </a:lnTo>
                  <a:lnTo>
                    <a:pt x="1895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3" name="Google Shape;1643;p14"/>
            <p:cNvSpPr/>
            <p:nvPr/>
          </p:nvSpPr>
          <p:spPr>
            <a:xfrm>
              <a:off x="3117650" y="2716825"/>
              <a:ext cx="74725" cy="262575"/>
            </a:xfrm>
            <a:custGeom>
              <a:avLst/>
              <a:gdLst/>
              <a:ahLst/>
              <a:cxnLst/>
              <a:rect l="l" t="t" r="r" b="b"/>
              <a:pathLst>
                <a:path w="2989" h="10503" extrusionOk="0">
                  <a:moveTo>
                    <a:pt x="250" y="1"/>
                  </a:moveTo>
                  <a:cubicBezTo>
                    <a:pt x="188" y="32"/>
                    <a:pt x="109" y="63"/>
                    <a:pt x="34" y="63"/>
                  </a:cubicBezTo>
                  <a:cubicBezTo>
                    <a:pt x="23" y="63"/>
                    <a:pt x="11" y="62"/>
                    <a:pt x="0" y="60"/>
                  </a:cubicBezTo>
                  <a:lnTo>
                    <a:pt x="0" y="60"/>
                  </a:lnTo>
                  <a:lnTo>
                    <a:pt x="2739" y="10502"/>
                  </a:lnTo>
                  <a:cubicBezTo>
                    <a:pt x="2810" y="10454"/>
                    <a:pt x="2905" y="10431"/>
                    <a:pt x="2989" y="10419"/>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4" name="Google Shape;1644;p14"/>
            <p:cNvSpPr/>
            <p:nvPr/>
          </p:nvSpPr>
          <p:spPr>
            <a:xfrm>
              <a:off x="3207525" y="2947525"/>
              <a:ext cx="153325" cy="44675"/>
            </a:xfrm>
            <a:custGeom>
              <a:avLst/>
              <a:gdLst/>
              <a:ahLst/>
              <a:cxnLst/>
              <a:rect l="l" t="t" r="r" b="b"/>
              <a:pathLst>
                <a:path w="6133" h="1787" extrusionOk="0">
                  <a:moveTo>
                    <a:pt x="5859" y="0"/>
                  </a:moveTo>
                  <a:lnTo>
                    <a:pt x="1" y="1524"/>
                  </a:lnTo>
                  <a:cubicBezTo>
                    <a:pt x="48" y="1607"/>
                    <a:pt x="60" y="1691"/>
                    <a:pt x="60" y="1786"/>
                  </a:cubicBezTo>
                  <a:lnTo>
                    <a:pt x="6132" y="191"/>
                  </a:lnTo>
                  <a:lnTo>
                    <a:pt x="585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5" name="Google Shape;1645;p14"/>
            <p:cNvSpPr/>
            <p:nvPr/>
          </p:nvSpPr>
          <p:spPr>
            <a:xfrm>
              <a:off x="3362025" y="2909125"/>
              <a:ext cx="138425" cy="40800"/>
            </a:xfrm>
            <a:custGeom>
              <a:avLst/>
              <a:gdLst/>
              <a:ahLst/>
              <a:cxnLst/>
              <a:rect l="l" t="t" r="r" b="b"/>
              <a:pathLst>
                <a:path w="5537" h="1632" extrusionOk="0">
                  <a:moveTo>
                    <a:pt x="5465" y="0"/>
                  </a:moveTo>
                  <a:lnTo>
                    <a:pt x="0" y="1429"/>
                  </a:lnTo>
                  <a:lnTo>
                    <a:pt x="286" y="1631"/>
                  </a:lnTo>
                  <a:lnTo>
                    <a:pt x="5489" y="262"/>
                  </a:lnTo>
                  <a:lnTo>
                    <a:pt x="5537" y="238"/>
                  </a:lnTo>
                  <a:cubicBezTo>
                    <a:pt x="5489" y="155"/>
                    <a:pt x="5477" y="84"/>
                    <a:pt x="546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6" name="Google Shape;1646;p14"/>
            <p:cNvSpPr/>
            <p:nvPr/>
          </p:nvSpPr>
          <p:spPr>
            <a:xfrm>
              <a:off x="3281950" y="2758200"/>
              <a:ext cx="167000" cy="126825"/>
            </a:xfrm>
            <a:custGeom>
              <a:avLst/>
              <a:gdLst/>
              <a:ahLst/>
              <a:cxnLst/>
              <a:rect l="l" t="t" r="r" b="b"/>
              <a:pathLst>
                <a:path w="6680" h="5073" extrusionOk="0">
                  <a:moveTo>
                    <a:pt x="6370" y="1"/>
                  </a:moveTo>
                  <a:lnTo>
                    <a:pt x="2965" y="2608"/>
                  </a:lnTo>
                  <a:cubicBezTo>
                    <a:pt x="2977" y="2656"/>
                    <a:pt x="3001" y="2727"/>
                    <a:pt x="2965" y="2787"/>
                  </a:cubicBezTo>
                  <a:cubicBezTo>
                    <a:pt x="2927" y="2900"/>
                    <a:pt x="2837" y="2968"/>
                    <a:pt x="2737" y="2968"/>
                  </a:cubicBezTo>
                  <a:cubicBezTo>
                    <a:pt x="2710" y="2968"/>
                    <a:pt x="2683" y="2963"/>
                    <a:pt x="2655" y="2954"/>
                  </a:cubicBezTo>
                  <a:cubicBezTo>
                    <a:pt x="2608" y="2942"/>
                    <a:pt x="2584" y="2930"/>
                    <a:pt x="2560" y="2894"/>
                  </a:cubicBezTo>
                  <a:lnTo>
                    <a:pt x="0" y="4859"/>
                  </a:lnTo>
                  <a:cubicBezTo>
                    <a:pt x="72" y="4906"/>
                    <a:pt x="131" y="4978"/>
                    <a:pt x="179" y="5073"/>
                  </a:cubicBezTo>
                  <a:lnTo>
                    <a:pt x="6644" y="132"/>
                  </a:lnTo>
                  <a:lnTo>
                    <a:pt x="6680" y="96"/>
                  </a:lnTo>
                  <a:lnTo>
                    <a:pt x="6680" y="96"/>
                  </a:lnTo>
                  <a:cubicBezTo>
                    <a:pt x="6647" y="116"/>
                    <a:pt x="6618" y="125"/>
                    <a:pt x="6586" y="125"/>
                  </a:cubicBezTo>
                  <a:cubicBezTo>
                    <a:pt x="6561" y="125"/>
                    <a:pt x="6533" y="119"/>
                    <a:pt x="6501" y="108"/>
                  </a:cubicBezTo>
                  <a:cubicBezTo>
                    <a:pt x="6442" y="96"/>
                    <a:pt x="6406" y="48"/>
                    <a:pt x="637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7" name="Google Shape;1647;p14"/>
            <p:cNvSpPr/>
            <p:nvPr/>
          </p:nvSpPr>
          <p:spPr>
            <a:xfrm>
              <a:off x="3450725" y="2635275"/>
              <a:ext cx="150925" cy="123850"/>
            </a:xfrm>
            <a:custGeom>
              <a:avLst/>
              <a:gdLst/>
              <a:ahLst/>
              <a:cxnLst/>
              <a:rect l="l" t="t" r="r" b="b"/>
              <a:pathLst>
                <a:path w="6037" h="4954" extrusionOk="0">
                  <a:moveTo>
                    <a:pt x="6037" y="1"/>
                  </a:moveTo>
                  <a:lnTo>
                    <a:pt x="0" y="4632"/>
                  </a:lnTo>
                  <a:cubicBezTo>
                    <a:pt x="60" y="4668"/>
                    <a:pt x="72" y="4775"/>
                    <a:pt x="36" y="4870"/>
                  </a:cubicBezTo>
                  <a:lnTo>
                    <a:pt x="0" y="4953"/>
                  </a:lnTo>
                  <a:lnTo>
                    <a:pt x="0" y="4953"/>
                  </a:lnTo>
                  <a:lnTo>
                    <a:pt x="95" y="4882"/>
                  </a:lnTo>
                  <a:lnTo>
                    <a:pt x="6037" y="322"/>
                  </a:lnTo>
                  <a:lnTo>
                    <a:pt x="603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8" name="Google Shape;1648;p14"/>
            <p:cNvSpPr/>
            <p:nvPr/>
          </p:nvSpPr>
          <p:spPr>
            <a:xfrm>
              <a:off x="3516800" y="2698375"/>
              <a:ext cx="84850" cy="197675"/>
            </a:xfrm>
            <a:custGeom>
              <a:avLst/>
              <a:gdLst/>
              <a:ahLst/>
              <a:cxnLst/>
              <a:rect l="l" t="t" r="r" b="b"/>
              <a:pathLst>
                <a:path w="3394" h="7907" extrusionOk="0">
                  <a:moveTo>
                    <a:pt x="3394" y="1"/>
                  </a:moveTo>
                  <a:lnTo>
                    <a:pt x="0" y="7799"/>
                  </a:lnTo>
                  <a:cubicBezTo>
                    <a:pt x="12" y="7799"/>
                    <a:pt x="48" y="7811"/>
                    <a:pt x="60" y="7811"/>
                  </a:cubicBezTo>
                  <a:cubicBezTo>
                    <a:pt x="119" y="7835"/>
                    <a:pt x="179" y="7883"/>
                    <a:pt x="238" y="7906"/>
                  </a:cubicBezTo>
                  <a:lnTo>
                    <a:pt x="3394" y="667"/>
                  </a:lnTo>
                  <a:lnTo>
                    <a:pt x="339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9" name="Google Shape;1649;p14"/>
            <p:cNvSpPr/>
            <p:nvPr/>
          </p:nvSpPr>
          <p:spPr>
            <a:xfrm>
              <a:off x="3517700" y="2919250"/>
              <a:ext cx="83950" cy="148250"/>
            </a:xfrm>
            <a:custGeom>
              <a:avLst/>
              <a:gdLst/>
              <a:ahLst/>
              <a:cxnLst/>
              <a:rect l="l" t="t" r="r" b="b"/>
              <a:pathLst>
                <a:path w="3358" h="5930" extrusionOk="0">
                  <a:moveTo>
                    <a:pt x="238" y="0"/>
                  </a:moveTo>
                  <a:cubicBezTo>
                    <a:pt x="155" y="60"/>
                    <a:pt x="83" y="95"/>
                    <a:pt x="0" y="131"/>
                  </a:cubicBezTo>
                  <a:lnTo>
                    <a:pt x="3358" y="5929"/>
                  </a:lnTo>
                  <a:lnTo>
                    <a:pt x="3358" y="5394"/>
                  </a:lnTo>
                  <a:lnTo>
                    <a:pt x="23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0" name="Google Shape;1650;p14"/>
            <p:cNvSpPr/>
            <p:nvPr/>
          </p:nvSpPr>
          <p:spPr>
            <a:xfrm>
              <a:off x="3421550" y="2991875"/>
              <a:ext cx="180100" cy="133375"/>
            </a:xfrm>
            <a:custGeom>
              <a:avLst/>
              <a:gdLst/>
              <a:ahLst/>
              <a:cxnLst/>
              <a:rect l="l" t="t" r="r" b="b"/>
              <a:pathLst>
                <a:path w="7204" h="5335" extrusionOk="0">
                  <a:moveTo>
                    <a:pt x="250" y="0"/>
                  </a:moveTo>
                  <a:cubicBezTo>
                    <a:pt x="221" y="110"/>
                    <a:pt x="141" y="161"/>
                    <a:pt x="53" y="161"/>
                  </a:cubicBezTo>
                  <a:cubicBezTo>
                    <a:pt x="36" y="161"/>
                    <a:pt x="18" y="159"/>
                    <a:pt x="0" y="155"/>
                  </a:cubicBezTo>
                  <a:lnTo>
                    <a:pt x="0" y="155"/>
                  </a:lnTo>
                  <a:lnTo>
                    <a:pt x="7204" y="5334"/>
                  </a:lnTo>
                  <a:lnTo>
                    <a:pt x="7204" y="5001"/>
                  </a:lnTo>
                  <a:lnTo>
                    <a:pt x="25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1" name="Google Shape;1651;p14"/>
            <p:cNvSpPr/>
            <p:nvPr/>
          </p:nvSpPr>
          <p:spPr>
            <a:xfrm>
              <a:off x="3415600" y="2991275"/>
              <a:ext cx="1500" cy="1500"/>
            </a:xfrm>
            <a:custGeom>
              <a:avLst/>
              <a:gdLst/>
              <a:ahLst/>
              <a:cxnLst/>
              <a:rect l="l" t="t" r="r" b="b"/>
              <a:pathLst>
                <a:path w="60" h="60" extrusionOk="0">
                  <a:moveTo>
                    <a:pt x="48" y="0"/>
                  </a:moveTo>
                  <a:lnTo>
                    <a:pt x="0" y="12"/>
                  </a:lnTo>
                  <a:lnTo>
                    <a:pt x="60" y="60"/>
                  </a:lnTo>
                  <a:cubicBezTo>
                    <a:pt x="48" y="48"/>
                    <a:pt x="48" y="12"/>
                    <a:pt x="4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2" name="Google Shape;1652;p14"/>
            <p:cNvSpPr/>
            <p:nvPr/>
          </p:nvSpPr>
          <p:spPr>
            <a:xfrm>
              <a:off x="3283125" y="2890950"/>
              <a:ext cx="131900" cy="96475"/>
            </a:xfrm>
            <a:custGeom>
              <a:avLst/>
              <a:gdLst/>
              <a:ahLst/>
              <a:cxnLst/>
              <a:rect l="l" t="t" r="r" b="b"/>
              <a:pathLst>
                <a:path w="5276" h="3859" extrusionOk="0">
                  <a:moveTo>
                    <a:pt x="132" y="1"/>
                  </a:moveTo>
                  <a:cubicBezTo>
                    <a:pt x="132" y="13"/>
                    <a:pt x="132" y="25"/>
                    <a:pt x="120" y="37"/>
                  </a:cubicBezTo>
                  <a:cubicBezTo>
                    <a:pt x="96" y="108"/>
                    <a:pt x="60" y="168"/>
                    <a:pt x="1" y="227"/>
                  </a:cubicBezTo>
                  <a:lnTo>
                    <a:pt x="2811" y="2251"/>
                  </a:lnTo>
                  <a:lnTo>
                    <a:pt x="3097" y="2454"/>
                  </a:lnTo>
                  <a:lnTo>
                    <a:pt x="5061" y="3859"/>
                  </a:lnTo>
                  <a:lnTo>
                    <a:pt x="5275" y="3680"/>
                  </a:lnTo>
                  <a:lnTo>
                    <a:pt x="3430" y="2346"/>
                  </a:lnTo>
                  <a:lnTo>
                    <a:pt x="3156" y="2168"/>
                  </a:lnTo>
                  <a:lnTo>
                    <a:pt x="13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3" name="Google Shape;1653;p14"/>
            <p:cNvSpPr/>
            <p:nvPr/>
          </p:nvSpPr>
          <p:spPr>
            <a:xfrm>
              <a:off x="3303375" y="2915075"/>
              <a:ext cx="202425" cy="165525"/>
            </a:xfrm>
            <a:custGeom>
              <a:avLst/>
              <a:gdLst/>
              <a:ahLst/>
              <a:cxnLst/>
              <a:rect l="l" t="t" r="r" b="b"/>
              <a:pathLst>
                <a:path w="8097" h="6621" extrusionOk="0">
                  <a:moveTo>
                    <a:pt x="7883" y="0"/>
                  </a:moveTo>
                  <a:lnTo>
                    <a:pt x="7835" y="24"/>
                  </a:lnTo>
                  <a:lnTo>
                    <a:pt x="4489" y="2739"/>
                  </a:lnTo>
                  <a:lnTo>
                    <a:pt x="4287" y="2917"/>
                  </a:lnTo>
                  <a:lnTo>
                    <a:pt x="1" y="6370"/>
                  </a:lnTo>
                  <a:lnTo>
                    <a:pt x="84" y="6430"/>
                  </a:lnTo>
                  <a:lnTo>
                    <a:pt x="96" y="6442"/>
                  </a:lnTo>
                  <a:lnTo>
                    <a:pt x="120" y="6454"/>
                  </a:lnTo>
                  <a:lnTo>
                    <a:pt x="132" y="6477"/>
                  </a:lnTo>
                  <a:lnTo>
                    <a:pt x="132" y="6489"/>
                  </a:lnTo>
                  <a:lnTo>
                    <a:pt x="132" y="6501"/>
                  </a:lnTo>
                  <a:lnTo>
                    <a:pt x="132" y="6513"/>
                  </a:lnTo>
                  <a:lnTo>
                    <a:pt x="132" y="6549"/>
                  </a:lnTo>
                  <a:lnTo>
                    <a:pt x="143" y="6620"/>
                  </a:lnTo>
                  <a:lnTo>
                    <a:pt x="4525" y="3108"/>
                  </a:lnTo>
                  <a:lnTo>
                    <a:pt x="4549" y="3084"/>
                  </a:lnTo>
                  <a:cubicBezTo>
                    <a:pt x="4537" y="3036"/>
                    <a:pt x="4549" y="3001"/>
                    <a:pt x="4561" y="2965"/>
                  </a:cubicBezTo>
                  <a:cubicBezTo>
                    <a:pt x="4601" y="2865"/>
                    <a:pt x="4700" y="2790"/>
                    <a:pt x="4815" y="2790"/>
                  </a:cubicBezTo>
                  <a:cubicBezTo>
                    <a:pt x="4837" y="2790"/>
                    <a:pt x="4859" y="2793"/>
                    <a:pt x="4882" y="2798"/>
                  </a:cubicBezTo>
                  <a:cubicBezTo>
                    <a:pt x="4882" y="2798"/>
                    <a:pt x="4894" y="2798"/>
                    <a:pt x="4894" y="2810"/>
                  </a:cubicBezTo>
                  <a:lnTo>
                    <a:pt x="8097" y="238"/>
                  </a:lnTo>
                  <a:cubicBezTo>
                    <a:pt x="7990" y="143"/>
                    <a:pt x="7930" y="72"/>
                    <a:pt x="788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4" name="Google Shape;1654;p14"/>
            <p:cNvSpPr/>
            <p:nvPr/>
          </p:nvSpPr>
          <p:spPr>
            <a:xfrm>
              <a:off x="2964350" y="3075800"/>
              <a:ext cx="335475" cy="51225"/>
            </a:xfrm>
            <a:custGeom>
              <a:avLst/>
              <a:gdLst/>
              <a:ahLst/>
              <a:cxnLst/>
              <a:rect l="l" t="t" r="r" b="b"/>
              <a:pathLst>
                <a:path w="13419" h="2049" extrusionOk="0">
                  <a:moveTo>
                    <a:pt x="13204" y="1"/>
                  </a:moveTo>
                  <a:lnTo>
                    <a:pt x="0" y="1810"/>
                  </a:lnTo>
                  <a:cubicBezTo>
                    <a:pt x="24" y="1870"/>
                    <a:pt x="36" y="1941"/>
                    <a:pt x="60" y="2025"/>
                  </a:cubicBezTo>
                  <a:lnTo>
                    <a:pt x="203" y="2049"/>
                  </a:lnTo>
                  <a:lnTo>
                    <a:pt x="13419" y="239"/>
                  </a:lnTo>
                  <a:lnTo>
                    <a:pt x="13407" y="156"/>
                  </a:lnTo>
                  <a:lnTo>
                    <a:pt x="1320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5" name="Google Shape;1655;p14"/>
            <p:cNvSpPr/>
            <p:nvPr/>
          </p:nvSpPr>
          <p:spPr>
            <a:xfrm>
              <a:off x="3202475" y="2999600"/>
              <a:ext cx="102700" cy="80400"/>
            </a:xfrm>
            <a:custGeom>
              <a:avLst/>
              <a:gdLst/>
              <a:ahLst/>
              <a:cxnLst/>
              <a:rect l="l" t="t" r="r" b="b"/>
              <a:pathLst>
                <a:path w="4108" h="3216" extrusionOk="0">
                  <a:moveTo>
                    <a:pt x="4061" y="3007"/>
                  </a:moveTo>
                  <a:lnTo>
                    <a:pt x="4108" y="3037"/>
                  </a:lnTo>
                  <a:cubicBezTo>
                    <a:pt x="4092" y="3021"/>
                    <a:pt x="4077" y="3012"/>
                    <a:pt x="4061" y="3007"/>
                  </a:cubicBezTo>
                  <a:close/>
                  <a:moveTo>
                    <a:pt x="179" y="1"/>
                  </a:moveTo>
                  <a:cubicBezTo>
                    <a:pt x="131" y="72"/>
                    <a:pt x="72" y="144"/>
                    <a:pt x="0" y="191"/>
                  </a:cubicBezTo>
                  <a:lnTo>
                    <a:pt x="3679" y="3049"/>
                  </a:lnTo>
                  <a:lnTo>
                    <a:pt x="3882" y="3215"/>
                  </a:lnTo>
                  <a:lnTo>
                    <a:pt x="3882" y="3144"/>
                  </a:lnTo>
                  <a:cubicBezTo>
                    <a:pt x="3870" y="3073"/>
                    <a:pt x="3929" y="3013"/>
                    <a:pt x="4001" y="3001"/>
                  </a:cubicBezTo>
                  <a:cubicBezTo>
                    <a:pt x="4021" y="3001"/>
                    <a:pt x="4041" y="3001"/>
                    <a:pt x="4061" y="3007"/>
                  </a:cubicBezTo>
                  <a:lnTo>
                    <a:pt x="4061" y="3007"/>
                  </a:lnTo>
                  <a:lnTo>
                    <a:pt x="4013" y="2977"/>
                  </a:lnTo>
                  <a:lnTo>
                    <a:pt x="17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6" name="Google Shape;1656;p14"/>
            <p:cNvSpPr/>
            <p:nvPr/>
          </p:nvSpPr>
          <p:spPr>
            <a:xfrm>
              <a:off x="3299500" y="3073725"/>
              <a:ext cx="22050" cy="129200"/>
            </a:xfrm>
            <a:custGeom>
              <a:avLst/>
              <a:gdLst/>
              <a:ahLst/>
              <a:cxnLst/>
              <a:rect l="l" t="t" r="r" b="b"/>
              <a:pathLst>
                <a:path w="882" h="5168" extrusionOk="0">
                  <a:moveTo>
                    <a:pt x="120" y="0"/>
                  </a:moveTo>
                  <a:cubicBezTo>
                    <a:pt x="48" y="24"/>
                    <a:pt x="1" y="84"/>
                    <a:pt x="1" y="155"/>
                  </a:cubicBezTo>
                  <a:lnTo>
                    <a:pt x="1" y="215"/>
                  </a:lnTo>
                  <a:lnTo>
                    <a:pt x="13" y="286"/>
                  </a:lnTo>
                  <a:lnTo>
                    <a:pt x="608" y="5108"/>
                  </a:lnTo>
                  <a:lnTo>
                    <a:pt x="882" y="5168"/>
                  </a:lnTo>
                  <a:lnTo>
                    <a:pt x="263" y="179"/>
                  </a:lnTo>
                  <a:lnTo>
                    <a:pt x="275" y="155"/>
                  </a:lnTo>
                  <a:lnTo>
                    <a:pt x="275" y="131"/>
                  </a:lnTo>
                  <a:lnTo>
                    <a:pt x="275" y="108"/>
                  </a:lnTo>
                  <a:lnTo>
                    <a:pt x="275" y="96"/>
                  </a:lnTo>
                  <a:lnTo>
                    <a:pt x="275" y="84"/>
                  </a:lnTo>
                  <a:cubicBezTo>
                    <a:pt x="275" y="84"/>
                    <a:pt x="275" y="60"/>
                    <a:pt x="251" y="60"/>
                  </a:cubicBezTo>
                  <a:lnTo>
                    <a:pt x="239" y="48"/>
                  </a:lnTo>
                  <a:lnTo>
                    <a:pt x="227" y="36"/>
                  </a:lnTo>
                  <a:cubicBezTo>
                    <a:pt x="191" y="24"/>
                    <a:pt x="167" y="0"/>
                    <a:pt x="12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7" name="Google Shape;1657;p14"/>
            <p:cNvSpPr/>
            <p:nvPr/>
          </p:nvSpPr>
          <p:spPr>
            <a:xfrm>
              <a:off x="3315575" y="3209450"/>
              <a:ext cx="16100" cy="73850"/>
            </a:xfrm>
            <a:custGeom>
              <a:avLst/>
              <a:gdLst/>
              <a:ahLst/>
              <a:cxnLst/>
              <a:rect l="l" t="t" r="r" b="b"/>
              <a:pathLst>
                <a:path w="644" h="2954" extrusionOk="0">
                  <a:moveTo>
                    <a:pt x="1" y="1"/>
                  </a:moveTo>
                  <a:lnTo>
                    <a:pt x="370" y="2953"/>
                  </a:lnTo>
                  <a:lnTo>
                    <a:pt x="644" y="2953"/>
                  </a:lnTo>
                  <a:lnTo>
                    <a:pt x="286" y="60"/>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8" name="Google Shape;1658;p14"/>
            <p:cNvSpPr/>
            <p:nvPr/>
          </p:nvSpPr>
          <p:spPr>
            <a:xfrm>
              <a:off x="3552525" y="3258875"/>
              <a:ext cx="3300" cy="2100"/>
            </a:xfrm>
            <a:custGeom>
              <a:avLst/>
              <a:gdLst/>
              <a:ahLst/>
              <a:cxnLst/>
              <a:rect l="l" t="t" r="r" b="b"/>
              <a:pathLst>
                <a:path w="132" h="84" extrusionOk="0">
                  <a:moveTo>
                    <a:pt x="36" y="0"/>
                  </a:moveTo>
                  <a:cubicBezTo>
                    <a:pt x="12" y="24"/>
                    <a:pt x="0" y="60"/>
                    <a:pt x="0" y="83"/>
                  </a:cubicBezTo>
                  <a:cubicBezTo>
                    <a:pt x="60" y="83"/>
                    <a:pt x="107" y="60"/>
                    <a:pt x="131" y="12"/>
                  </a:cubicBez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9" name="Google Shape;1659;p14"/>
            <p:cNvSpPr/>
            <p:nvPr/>
          </p:nvSpPr>
          <p:spPr>
            <a:xfrm>
              <a:off x="2964650" y="3126400"/>
              <a:ext cx="548300" cy="125650"/>
            </a:xfrm>
            <a:custGeom>
              <a:avLst/>
              <a:gdLst/>
              <a:ahLst/>
              <a:cxnLst/>
              <a:rect l="l" t="t" r="r" b="b"/>
              <a:pathLst>
                <a:path w="21932" h="5026" extrusionOk="0">
                  <a:moveTo>
                    <a:pt x="48" y="1"/>
                  </a:moveTo>
                  <a:cubicBezTo>
                    <a:pt x="48" y="72"/>
                    <a:pt x="48" y="144"/>
                    <a:pt x="12" y="215"/>
                  </a:cubicBezTo>
                  <a:cubicBezTo>
                    <a:pt x="12" y="239"/>
                    <a:pt x="0" y="251"/>
                    <a:pt x="0" y="251"/>
                  </a:cubicBezTo>
                  <a:lnTo>
                    <a:pt x="14038" y="3323"/>
                  </a:lnTo>
                  <a:lnTo>
                    <a:pt x="14300" y="3382"/>
                  </a:lnTo>
                  <a:lnTo>
                    <a:pt x="21896" y="5025"/>
                  </a:lnTo>
                  <a:cubicBezTo>
                    <a:pt x="21896" y="4942"/>
                    <a:pt x="21908" y="4847"/>
                    <a:pt x="21932" y="4763"/>
                  </a:cubicBezTo>
                  <a:lnTo>
                    <a:pt x="14276" y="3096"/>
                  </a:lnTo>
                  <a:lnTo>
                    <a:pt x="14002" y="3037"/>
                  </a:lnTo>
                  <a:lnTo>
                    <a:pt x="191" y="25"/>
                  </a:ln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0" name="Google Shape;1660;p14"/>
            <p:cNvSpPr/>
            <p:nvPr/>
          </p:nvSpPr>
          <p:spPr>
            <a:xfrm>
              <a:off x="3553400" y="3252025"/>
              <a:ext cx="48250" cy="16400"/>
            </a:xfrm>
            <a:custGeom>
              <a:avLst/>
              <a:gdLst/>
              <a:ahLst/>
              <a:cxnLst/>
              <a:rect l="l" t="t" r="r" b="b"/>
              <a:pathLst>
                <a:path w="1930" h="656" extrusionOk="0">
                  <a:moveTo>
                    <a:pt x="37" y="0"/>
                  </a:moveTo>
                  <a:cubicBezTo>
                    <a:pt x="37" y="95"/>
                    <a:pt x="25" y="179"/>
                    <a:pt x="1" y="274"/>
                  </a:cubicBezTo>
                  <a:lnTo>
                    <a:pt x="84" y="286"/>
                  </a:lnTo>
                  <a:lnTo>
                    <a:pt x="1930" y="655"/>
                  </a:lnTo>
                  <a:lnTo>
                    <a:pt x="1930" y="381"/>
                  </a:lnTo>
                  <a:lnTo>
                    <a:pt x="3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1" name="Google Shape;1661;p14"/>
            <p:cNvSpPr/>
            <p:nvPr/>
          </p:nvSpPr>
          <p:spPr>
            <a:xfrm>
              <a:off x="3481375" y="3258875"/>
              <a:ext cx="35150" cy="24425"/>
            </a:xfrm>
            <a:custGeom>
              <a:avLst/>
              <a:gdLst/>
              <a:ahLst/>
              <a:cxnLst/>
              <a:rect l="l" t="t" r="r" b="b"/>
              <a:pathLst>
                <a:path w="1406" h="977" extrusionOk="0">
                  <a:moveTo>
                    <a:pt x="1286" y="0"/>
                  </a:moveTo>
                  <a:lnTo>
                    <a:pt x="1" y="976"/>
                  </a:lnTo>
                  <a:lnTo>
                    <a:pt x="441" y="976"/>
                  </a:lnTo>
                  <a:lnTo>
                    <a:pt x="1405" y="238"/>
                  </a:lnTo>
                  <a:cubicBezTo>
                    <a:pt x="1346" y="167"/>
                    <a:pt x="1310" y="83"/>
                    <a:pt x="128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2" name="Google Shape;1662;p14"/>
            <p:cNvSpPr/>
            <p:nvPr/>
          </p:nvSpPr>
          <p:spPr>
            <a:xfrm>
              <a:off x="3544475" y="3190100"/>
              <a:ext cx="57175" cy="49150"/>
            </a:xfrm>
            <a:custGeom>
              <a:avLst/>
              <a:gdLst/>
              <a:ahLst/>
              <a:cxnLst/>
              <a:rect l="l" t="t" r="r" b="b"/>
              <a:pathLst>
                <a:path w="2287" h="1966" extrusionOk="0">
                  <a:moveTo>
                    <a:pt x="2287" y="1"/>
                  </a:moveTo>
                  <a:lnTo>
                    <a:pt x="1" y="1763"/>
                  </a:lnTo>
                  <a:cubicBezTo>
                    <a:pt x="72" y="1822"/>
                    <a:pt x="144" y="1882"/>
                    <a:pt x="203" y="1965"/>
                  </a:cubicBezTo>
                  <a:lnTo>
                    <a:pt x="2287" y="334"/>
                  </a:lnTo>
                  <a:lnTo>
                    <a:pt x="228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3" name="Google Shape;1663;p14"/>
            <p:cNvSpPr/>
            <p:nvPr/>
          </p:nvSpPr>
          <p:spPr>
            <a:xfrm>
              <a:off x="2569050" y="3051400"/>
              <a:ext cx="368525" cy="75325"/>
            </a:xfrm>
            <a:custGeom>
              <a:avLst/>
              <a:gdLst/>
              <a:ahLst/>
              <a:cxnLst/>
              <a:rect l="l" t="t" r="r" b="b"/>
              <a:pathLst>
                <a:path w="14741" h="3013" extrusionOk="0">
                  <a:moveTo>
                    <a:pt x="48" y="0"/>
                  </a:moveTo>
                  <a:cubicBezTo>
                    <a:pt x="48" y="84"/>
                    <a:pt x="37" y="167"/>
                    <a:pt x="1" y="239"/>
                  </a:cubicBezTo>
                  <a:lnTo>
                    <a:pt x="1" y="286"/>
                  </a:lnTo>
                  <a:lnTo>
                    <a:pt x="14681" y="3013"/>
                  </a:lnTo>
                  <a:cubicBezTo>
                    <a:pt x="14681" y="2953"/>
                    <a:pt x="14693" y="2894"/>
                    <a:pt x="14705" y="2834"/>
                  </a:cubicBezTo>
                  <a:cubicBezTo>
                    <a:pt x="14729" y="2798"/>
                    <a:pt x="14729" y="2775"/>
                    <a:pt x="14741" y="2739"/>
                  </a:cubicBezTo>
                  <a:lnTo>
                    <a:pt x="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4" name="Google Shape;1664;p14"/>
            <p:cNvSpPr/>
            <p:nvPr/>
          </p:nvSpPr>
          <p:spPr>
            <a:xfrm>
              <a:off x="2951550" y="3140400"/>
              <a:ext cx="46750" cy="143500"/>
            </a:xfrm>
            <a:custGeom>
              <a:avLst/>
              <a:gdLst/>
              <a:ahLst/>
              <a:cxnLst/>
              <a:rect l="l" t="t" r="r" b="b"/>
              <a:pathLst>
                <a:path w="1870" h="5740" extrusionOk="0">
                  <a:moveTo>
                    <a:pt x="262" y="0"/>
                  </a:moveTo>
                  <a:cubicBezTo>
                    <a:pt x="179" y="48"/>
                    <a:pt x="96" y="60"/>
                    <a:pt x="0" y="84"/>
                  </a:cubicBezTo>
                  <a:lnTo>
                    <a:pt x="1596" y="5739"/>
                  </a:lnTo>
                  <a:lnTo>
                    <a:pt x="1870" y="5739"/>
                  </a:lnTo>
                  <a:lnTo>
                    <a:pt x="26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5" name="Google Shape;1665;p14"/>
            <p:cNvSpPr/>
            <p:nvPr/>
          </p:nvSpPr>
          <p:spPr>
            <a:xfrm>
              <a:off x="2657175" y="3196350"/>
              <a:ext cx="8050" cy="86950"/>
            </a:xfrm>
            <a:custGeom>
              <a:avLst/>
              <a:gdLst/>
              <a:ahLst/>
              <a:cxnLst/>
              <a:rect l="l" t="t" r="r" b="b"/>
              <a:pathLst>
                <a:path w="322" h="3478" extrusionOk="0">
                  <a:moveTo>
                    <a:pt x="143" y="1"/>
                  </a:moveTo>
                  <a:cubicBezTo>
                    <a:pt x="95" y="13"/>
                    <a:pt x="60" y="60"/>
                    <a:pt x="60" y="120"/>
                  </a:cubicBezTo>
                  <a:lnTo>
                    <a:pt x="0" y="3477"/>
                  </a:lnTo>
                  <a:lnTo>
                    <a:pt x="274" y="3477"/>
                  </a:lnTo>
                  <a:lnTo>
                    <a:pt x="322" y="227"/>
                  </a:lnTo>
                  <a:lnTo>
                    <a:pt x="14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6" name="Google Shape;1666;p14"/>
            <p:cNvSpPr/>
            <p:nvPr/>
          </p:nvSpPr>
          <p:spPr>
            <a:xfrm>
              <a:off x="2560125" y="3065400"/>
              <a:ext cx="178625" cy="217900"/>
            </a:xfrm>
            <a:custGeom>
              <a:avLst/>
              <a:gdLst/>
              <a:ahLst/>
              <a:cxnLst/>
              <a:rect l="l" t="t" r="r" b="b"/>
              <a:pathLst>
                <a:path w="7145" h="8716" extrusionOk="0">
                  <a:moveTo>
                    <a:pt x="215" y="0"/>
                  </a:moveTo>
                  <a:cubicBezTo>
                    <a:pt x="155" y="60"/>
                    <a:pt x="72" y="119"/>
                    <a:pt x="1" y="167"/>
                  </a:cubicBezTo>
                  <a:lnTo>
                    <a:pt x="4037" y="5227"/>
                  </a:lnTo>
                  <a:lnTo>
                    <a:pt x="4215" y="5441"/>
                  </a:lnTo>
                  <a:lnTo>
                    <a:pt x="6811" y="8715"/>
                  </a:lnTo>
                  <a:lnTo>
                    <a:pt x="7144" y="8715"/>
                  </a:lnTo>
                  <a:lnTo>
                    <a:pt x="21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7" name="Google Shape;1667;p14"/>
            <p:cNvSpPr/>
            <p:nvPr/>
          </p:nvSpPr>
          <p:spPr>
            <a:xfrm>
              <a:off x="3512025" y="3231250"/>
              <a:ext cx="42000" cy="42050"/>
            </a:xfrm>
            <a:custGeom>
              <a:avLst/>
              <a:gdLst/>
              <a:ahLst/>
              <a:cxnLst/>
              <a:rect l="l" t="t" r="r" b="b"/>
              <a:pathLst>
                <a:path w="1680" h="1682" extrusionOk="0">
                  <a:moveTo>
                    <a:pt x="834" y="1"/>
                  </a:moveTo>
                  <a:cubicBezTo>
                    <a:pt x="481" y="1"/>
                    <a:pt x="154" y="237"/>
                    <a:pt x="48" y="581"/>
                  </a:cubicBezTo>
                  <a:cubicBezTo>
                    <a:pt x="13" y="676"/>
                    <a:pt x="1" y="760"/>
                    <a:pt x="1" y="843"/>
                  </a:cubicBezTo>
                  <a:cubicBezTo>
                    <a:pt x="13" y="926"/>
                    <a:pt x="25" y="1010"/>
                    <a:pt x="48" y="1105"/>
                  </a:cubicBezTo>
                  <a:cubicBezTo>
                    <a:pt x="72" y="1188"/>
                    <a:pt x="120" y="1272"/>
                    <a:pt x="168" y="1343"/>
                  </a:cubicBezTo>
                  <a:cubicBezTo>
                    <a:pt x="263" y="1474"/>
                    <a:pt x="406" y="1581"/>
                    <a:pt x="584" y="1641"/>
                  </a:cubicBezTo>
                  <a:cubicBezTo>
                    <a:pt x="668" y="1669"/>
                    <a:pt x="754" y="1682"/>
                    <a:pt x="839" y="1682"/>
                  </a:cubicBezTo>
                  <a:cubicBezTo>
                    <a:pt x="1157" y="1682"/>
                    <a:pt x="1467" y="1498"/>
                    <a:pt x="1608" y="1188"/>
                  </a:cubicBezTo>
                  <a:cubicBezTo>
                    <a:pt x="1620" y="1165"/>
                    <a:pt x="1632" y="1129"/>
                    <a:pt x="1632" y="1105"/>
                  </a:cubicBezTo>
                  <a:cubicBezTo>
                    <a:pt x="1668" y="1010"/>
                    <a:pt x="1680" y="926"/>
                    <a:pt x="1680" y="831"/>
                  </a:cubicBezTo>
                  <a:cubicBezTo>
                    <a:pt x="1680" y="641"/>
                    <a:pt x="1608" y="462"/>
                    <a:pt x="1489" y="319"/>
                  </a:cubicBezTo>
                  <a:cubicBezTo>
                    <a:pt x="1430" y="236"/>
                    <a:pt x="1370" y="176"/>
                    <a:pt x="1275" y="129"/>
                  </a:cubicBezTo>
                  <a:lnTo>
                    <a:pt x="1096" y="45"/>
                  </a:lnTo>
                  <a:cubicBezTo>
                    <a:pt x="1009" y="15"/>
                    <a:pt x="921" y="1"/>
                    <a:pt x="83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8" name="Google Shape;1668;p14"/>
            <p:cNvSpPr/>
            <p:nvPr/>
          </p:nvSpPr>
          <p:spPr>
            <a:xfrm>
              <a:off x="3341175" y="2161300"/>
              <a:ext cx="64025" cy="59775"/>
            </a:xfrm>
            <a:custGeom>
              <a:avLst/>
              <a:gdLst/>
              <a:ahLst/>
              <a:cxnLst/>
              <a:rect l="l" t="t" r="r" b="b"/>
              <a:pathLst>
                <a:path w="2561" h="2391" extrusionOk="0">
                  <a:moveTo>
                    <a:pt x="1350" y="0"/>
                  </a:moveTo>
                  <a:cubicBezTo>
                    <a:pt x="840" y="0"/>
                    <a:pt x="366" y="323"/>
                    <a:pt x="191" y="826"/>
                  </a:cubicBezTo>
                  <a:cubicBezTo>
                    <a:pt x="1" y="1457"/>
                    <a:pt x="346" y="2124"/>
                    <a:pt x="965" y="2338"/>
                  </a:cubicBezTo>
                  <a:cubicBezTo>
                    <a:pt x="1084" y="2374"/>
                    <a:pt x="1204" y="2391"/>
                    <a:pt x="1323" y="2391"/>
                  </a:cubicBezTo>
                  <a:cubicBezTo>
                    <a:pt x="1525" y="2391"/>
                    <a:pt x="1721" y="2341"/>
                    <a:pt x="1894" y="2243"/>
                  </a:cubicBezTo>
                  <a:cubicBezTo>
                    <a:pt x="1965" y="2196"/>
                    <a:pt x="2037" y="2148"/>
                    <a:pt x="2120" y="2100"/>
                  </a:cubicBezTo>
                  <a:cubicBezTo>
                    <a:pt x="2275" y="1957"/>
                    <a:pt x="2418" y="1779"/>
                    <a:pt x="2477" y="1565"/>
                  </a:cubicBezTo>
                  <a:cubicBezTo>
                    <a:pt x="2501" y="1469"/>
                    <a:pt x="2513" y="1386"/>
                    <a:pt x="2537" y="1303"/>
                  </a:cubicBezTo>
                  <a:cubicBezTo>
                    <a:pt x="2561" y="969"/>
                    <a:pt x="2441" y="612"/>
                    <a:pt x="2203" y="374"/>
                  </a:cubicBezTo>
                  <a:cubicBezTo>
                    <a:pt x="2144" y="314"/>
                    <a:pt x="2072" y="255"/>
                    <a:pt x="2001" y="207"/>
                  </a:cubicBezTo>
                  <a:cubicBezTo>
                    <a:pt x="1906" y="148"/>
                    <a:pt x="1799" y="100"/>
                    <a:pt x="1703" y="52"/>
                  </a:cubicBezTo>
                  <a:cubicBezTo>
                    <a:pt x="1586" y="17"/>
                    <a:pt x="1467" y="0"/>
                    <a:pt x="135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9" name="Google Shape;1669;p14"/>
            <p:cNvSpPr/>
            <p:nvPr/>
          </p:nvSpPr>
          <p:spPr>
            <a:xfrm>
              <a:off x="3201575" y="1860600"/>
              <a:ext cx="32475" cy="30475"/>
            </a:xfrm>
            <a:custGeom>
              <a:avLst/>
              <a:gdLst/>
              <a:ahLst/>
              <a:cxnLst/>
              <a:rect l="l" t="t" r="r" b="b"/>
              <a:pathLst>
                <a:path w="1299" h="1219" extrusionOk="0">
                  <a:moveTo>
                    <a:pt x="690" y="0"/>
                  </a:moveTo>
                  <a:cubicBezTo>
                    <a:pt x="433" y="0"/>
                    <a:pt x="194" y="164"/>
                    <a:pt x="108" y="412"/>
                  </a:cubicBezTo>
                  <a:cubicBezTo>
                    <a:pt x="1" y="746"/>
                    <a:pt x="179" y="1091"/>
                    <a:pt x="501" y="1186"/>
                  </a:cubicBezTo>
                  <a:cubicBezTo>
                    <a:pt x="564" y="1207"/>
                    <a:pt x="630" y="1218"/>
                    <a:pt x="694" y="1218"/>
                  </a:cubicBezTo>
                  <a:cubicBezTo>
                    <a:pt x="809" y="1218"/>
                    <a:pt x="921" y="1184"/>
                    <a:pt x="1013" y="1115"/>
                  </a:cubicBezTo>
                  <a:cubicBezTo>
                    <a:pt x="1108" y="1091"/>
                    <a:pt x="1167" y="1020"/>
                    <a:pt x="1215" y="936"/>
                  </a:cubicBezTo>
                  <a:lnTo>
                    <a:pt x="1251" y="853"/>
                  </a:lnTo>
                  <a:cubicBezTo>
                    <a:pt x="1251" y="829"/>
                    <a:pt x="1275" y="817"/>
                    <a:pt x="1275" y="805"/>
                  </a:cubicBezTo>
                  <a:cubicBezTo>
                    <a:pt x="1298" y="722"/>
                    <a:pt x="1298" y="650"/>
                    <a:pt x="1298" y="579"/>
                  </a:cubicBezTo>
                  <a:cubicBezTo>
                    <a:pt x="1287" y="329"/>
                    <a:pt x="1120" y="103"/>
                    <a:pt x="882" y="31"/>
                  </a:cubicBezTo>
                  <a:cubicBezTo>
                    <a:pt x="818" y="10"/>
                    <a:pt x="753" y="0"/>
                    <a:pt x="69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0" name="Google Shape;1670;p14"/>
            <p:cNvSpPr/>
            <p:nvPr/>
          </p:nvSpPr>
          <p:spPr>
            <a:xfrm>
              <a:off x="3351600" y="1734200"/>
              <a:ext cx="11625" cy="10025"/>
            </a:xfrm>
            <a:custGeom>
              <a:avLst/>
              <a:gdLst/>
              <a:ahLst/>
              <a:cxnLst/>
              <a:rect l="l" t="t" r="r" b="b"/>
              <a:pathLst>
                <a:path w="465" h="401" extrusionOk="0">
                  <a:moveTo>
                    <a:pt x="223" y="0"/>
                  </a:moveTo>
                  <a:cubicBezTo>
                    <a:pt x="135" y="0"/>
                    <a:pt x="62" y="62"/>
                    <a:pt x="24" y="146"/>
                  </a:cubicBezTo>
                  <a:cubicBezTo>
                    <a:pt x="0" y="230"/>
                    <a:pt x="24" y="337"/>
                    <a:pt x="119" y="384"/>
                  </a:cubicBezTo>
                  <a:cubicBezTo>
                    <a:pt x="131" y="396"/>
                    <a:pt x="155" y="396"/>
                    <a:pt x="167" y="396"/>
                  </a:cubicBezTo>
                  <a:cubicBezTo>
                    <a:pt x="186" y="399"/>
                    <a:pt x="205" y="400"/>
                    <a:pt x="223" y="400"/>
                  </a:cubicBezTo>
                  <a:cubicBezTo>
                    <a:pt x="287" y="400"/>
                    <a:pt x="347" y="383"/>
                    <a:pt x="393" y="337"/>
                  </a:cubicBezTo>
                  <a:cubicBezTo>
                    <a:pt x="405" y="325"/>
                    <a:pt x="429" y="289"/>
                    <a:pt x="429" y="265"/>
                  </a:cubicBezTo>
                  <a:cubicBezTo>
                    <a:pt x="465" y="206"/>
                    <a:pt x="453" y="134"/>
                    <a:pt x="405" y="87"/>
                  </a:cubicBezTo>
                  <a:cubicBezTo>
                    <a:pt x="369" y="51"/>
                    <a:pt x="346" y="27"/>
                    <a:pt x="298" y="15"/>
                  </a:cubicBezTo>
                  <a:cubicBezTo>
                    <a:pt x="272" y="5"/>
                    <a:pt x="247" y="0"/>
                    <a:pt x="22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1" name="Google Shape;1671;p14"/>
            <p:cNvSpPr/>
            <p:nvPr/>
          </p:nvSpPr>
          <p:spPr>
            <a:xfrm>
              <a:off x="2525900" y="3030750"/>
              <a:ext cx="45275" cy="41925"/>
            </a:xfrm>
            <a:custGeom>
              <a:avLst/>
              <a:gdLst/>
              <a:ahLst/>
              <a:cxnLst/>
              <a:rect l="l" t="t" r="r" b="b"/>
              <a:pathLst>
                <a:path w="1811" h="1677" extrusionOk="0">
                  <a:moveTo>
                    <a:pt x="954" y="0"/>
                  </a:moveTo>
                  <a:cubicBezTo>
                    <a:pt x="592" y="0"/>
                    <a:pt x="261" y="230"/>
                    <a:pt x="155" y="576"/>
                  </a:cubicBezTo>
                  <a:cubicBezTo>
                    <a:pt x="0" y="1005"/>
                    <a:pt x="262" y="1493"/>
                    <a:pt x="691" y="1636"/>
                  </a:cubicBezTo>
                  <a:cubicBezTo>
                    <a:pt x="780" y="1663"/>
                    <a:pt x="870" y="1676"/>
                    <a:pt x="957" y="1676"/>
                  </a:cubicBezTo>
                  <a:cubicBezTo>
                    <a:pt x="1103" y="1676"/>
                    <a:pt x="1243" y="1639"/>
                    <a:pt x="1370" y="1565"/>
                  </a:cubicBezTo>
                  <a:cubicBezTo>
                    <a:pt x="1453" y="1517"/>
                    <a:pt x="1524" y="1457"/>
                    <a:pt x="1584" y="1398"/>
                  </a:cubicBezTo>
                  <a:cubicBezTo>
                    <a:pt x="1644" y="1303"/>
                    <a:pt x="1691" y="1219"/>
                    <a:pt x="1727" y="1112"/>
                  </a:cubicBezTo>
                  <a:cubicBezTo>
                    <a:pt x="1727" y="1112"/>
                    <a:pt x="1727" y="1100"/>
                    <a:pt x="1751" y="1100"/>
                  </a:cubicBezTo>
                  <a:cubicBezTo>
                    <a:pt x="1774" y="1029"/>
                    <a:pt x="1786" y="934"/>
                    <a:pt x="1786" y="862"/>
                  </a:cubicBezTo>
                  <a:cubicBezTo>
                    <a:pt x="1810" y="505"/>
                    <a:pt x="1572" y="160"/>
                    <a:pt x="1215" y="41"/>
                  </a:cubicBezTo>
                  <a:cubicBezTo>
                    <a:pt x="1128" y="13"/>
                    <a:pt x="1040" y="0"/>
                    <a:pt x="95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2" name="Google Shape;1672;p14"/>
            <p:cNvSpPr/>
            <p:nvPr/>
          </p:nvSpPr>
          <p:spPr>
            <a:xfrm>
              <a:off x="2935775" y="3112575"/>
              <a:ext cx="30375" cy="29925"/>
            </a:xfrm>
            <a:custGeom>
              <a:avLst/>
              <a:gdLst/>
              <a:ahLst/>
              <a:cxnLst/>
              <a:rect l="l" t="t" r="r" b="b"/>
              <a:pathLst>
                <a:path w="1215" h="1197" extrusionOk="0">
                  <a:moveTo>
                    <a:pt x="616" y="0"/>
                  </a:moveTo>
                  <a:cubicBezTo>
                    <a:pt x="393" y="0"/>
                    <a:pt x="187" y="131"/>
                    <a:pt x="84" y="328"/>
                  </a:cubicBezTo>
                  <a:cubicBezTo>
                    <a:pt x="72" y="363"/>
                    <a:pt x="60" y="387"/>
                    <a:pt x="60" y="411"/>
                  </a:cubicBezTo>
                  <a:cubicBezTo>
                    <a:pt x="24" y="459"/>
                    <a:pt x="12" y="518"/>
                    <a:pt x="12" y="578"/>
                  </a:cubicBezTo>
                  <a:cubicBezTo>
                    <a:pt x="0" y="840"/>
                    <a:pt x="155" y="1066"/>
                    <a:pt x="429" y="1161"/>
                  </a:cubicBezTo>
                  <a:cubicBezTo>
                    <a:pt x="500" y="1197"/>
                    <a:pt x="572" y="1197"/>
                    <a:pt x="655" y="1197"/>
                  </a:cubicBezTo>
                  <a:cubicBezTo>
                    <a:pt x="739" y="1197"/>
                    <a:pt x="834" y="1161"/>
                    <a:pt x="905" y="1113"/>
                  </a:cubicBezTo>
                  <a:cubicBezTo>
                    <a:pt x="1024" y="1054"/>
                    <a:pt x="1108" y="959"/>
                    <a:pt x="1167" y="804"/>
                  </a:cubicBezTo>
                  <a:cubicBezTo>
                    <a:pt x="1167" y="792"/>
                    <a:pt x="1191" y="792"/>
                    <a:pt x="1191" y="768"/>
                  </a:cubicBezTo>
                  <a:cubicBezTo>
                    <a:pt x="1215" y="697"/>
                    <a:pt x="1215" y="625"/>
                    <a:pt x="1215" y="554"/>
                  </a:cubicBezTo>
                  <a:cubicBezTo>
                    <a:pt x="1215" y="470"/>
                    <a:pt x="1191" y="399"/>
                    <a:pt x="1155" y="339"/>
                  </a:cubicBezTo>
                  <a:cubicBezTo>
                    <a:pt x="1096" y="197"/>
                    <a:pt x="965" y="78"/>
                    <a:pt x="798" y="30"/>
                  </a:cubicBezTo>
                  <a:cubicBezTo>
                    <a:pt x="737" y="10"/>
                    <a:pt x="676" y="0"/>
                    <a:pt x="6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3" name="Google Shape;1673;p14"/>
            <p:cNvSpPr/>
            <p:nvPr/>
          </p:nvSpPr>
          <p:spPr>
            <a:xfrm>
              <a:off x="3176575" y="2977575"/>
              <a:ext cx="32175" cy="29400"/>
            </a:xfrm>
            <a:custGeom>
              <a:avLst/>
              <a:gdLst/>
              <a:ahLst/>
              <a:cxnLst/>
              <a:rect l="l" t="t" r="r" b="b"/>
              <a:pathLst>
                <a:path w="1287" h="1176" extrusionOk="0">
                  <a:moveTo>
                    <a:pt x="620" y="1"/>
                  </a:moveTo>
                  <a:cubicBezTo>
                    <a:pt x="524" y="13"/>
                    <a:pt x="441" y="36"/>
                    <a:pt x="370" y="84"/>
                  </a:cubicBezTo>
                  <a:cubicBezTo>
                    <a:pt x="251" y="155"/>
                    <a:pt x="155" y="263"/>
                    <a:pt x="108" y="405"/>
                  </a:cubicBezTo>
                  <a:cubicBezTo>
                    <a:pt x="1" y="715"/>
                    <a:pt x="167" y="1048"/>
                    <a:pt x="477" y="1144"/>
                  </a:cubicBezTo>
                  <a:cubicBezTo>
                    <a:pt x="545" y="1165"/>
                    <a:pt x="613" y="1176"/>
                    <a:pt x="679" y="1176"/>
                  </a:cubicBezTo>
                  <a:cubicBezTo>
                    <a:pt x="797" y="1176"/>
                    <a:pt x="909" y="1141"/>
                    <a:pt x="1001" y="1072"/>
                  </a:cubicBezTo>
                  <a:cubicBezTo>
                    <a:pt x="1108" y="1025"/>
                    <a:pt x="1167" y="953"/>
                    <a:pt x="1215" y="882"/>
                  </a:cubicBezTo>
                  <a:cubicBezTo>
                    <a:pt x="1227" y="846"/>
                    <a:pt x="1239" y="798"/>
                    <a:pt x="1263" y="775"/>
                  </a:cubicBezTo>
                  <a:cubicBezTo>
                    <a:pt x="1274" y="715"/>
                    <a:pt x="1286" y="656"/>
                    <a:pt x="1286" y="584"/>
                  </a:cubicBezTo>
                  <a:cubicBezTo>
                    <a:pt x="1286" y="489"/>
                    <a:pt x="1274" y="405"/>
                    <a:pt x="1227" y="322"/>
                  </a:cubicBezTo>
                  <a:cubicBezTo>
                    <a:pt x="1155" y="191"/>
                    <a:pt x="1036" y="72"/>
                    <a:pt x="870" y="24"/>
                  </a:cubicBezTo>
                  <a:cubicBezTo>
                    <a:pt x="798" y="1"/>
                    <a:pt x="703" y="1"/>
                    <a:pt x="62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4" name="Google Shape;1674;p14"/>
            <p:cNvSpPr/>
            <p:nvPr/>
          </p:nvSpPr>
          <p:spPr>
            <a:xfrm>
              <a:off x="3498925" y="2893500"/>
              <a:ext cx="31300" cy="29750"/>
            </a:xfrm>
            <a:custGeom>
              <a:avLst/>
              <a:gdLst/>
              <a:ahLst/>
              <a:cxnLst/>
              <a:rect l="l" t="t" r="r" b="b"/>
              <a:pathLst>
                <a:path w="1252" h="1190" extrusionOk="0">
                  <a:moveTo>
                    <a:pt x="613" y="0"/>
                  </a:moveTo>
                  <a:cubicBezTo>
                    <a:pt x="572" y="0"/>
                    <a:pt x="531" y="6"/>
                    <a:pt x="489" y="18"/>
                  </a:cubicBezTo>
                  <a:cubicBezTo>
                    <a:pt x="406" y="30"/>
                    <a:pt x="334" y="78"/>
                    <a:pt x="251" y="113"/>
                  </a:cubicBezTo>
                  <a:cubicBezTo>
                    <a:pt x="132" y="173"/>
                    <a:pt x="61" y="268"/>
                    <a:pt x="37" y="399"/>
                  </a:cubicBezTo>
                  <a:cubicBezTo>
                    <a:pt x="1" y="470"/>
                    <a:pt x="1" y="566"/>
                    <a:pt x="1" y="637"/>
                  </a:cubicBezTo>
                  <a:cubicBezTo>
                    <a:pt x="1" y="732"/>
                    <a:pt x="37" y="804"/>
                    <a:pt x="72" y="875"/>
                  </a:cubicBezTo>
                  <a:cubicBezTo>
                    <a:pt x="120" y="947"/>
                    <a:pt x="180" y="1030"/>
                    <a:pt x="251" y="1066"/>
                  </a:cubicBezTo>
                  <a:cubicBezTo>
                    <a:pt x="299" y="1101"/>
                    <a:pt x="358" y="1125"/>
                    <a:pt x="418" y="1161"/>
                  </a:cubicBezTo>
                  <a:cubicBezTo>
                    <a:pt x="483" y="1181"/>
                    <a:pt x="549" y="1190"/>
                    <a:pt x="612" y="1190"/>
                  </a:cubicBezTo>
                  <a:cubicBezTo>
                    <a:pt x="664" y="1190"/>
                    <a:pt x="715" y="1184"/>
                    <a:pt x="763" y="1173"/>
                  </a:cubicBezTo>
                  <a:cubicBezTo>
                    <a:pt x="846" y="1137"/>
                    <a:pt x="930" y="1101"/>
                    <a:pt x="1001" y="1042"/>
                  </a:cubicBezTo>
                  <a:cubicBezTo>
                    <a:pt x="1073" y="971"/>
                    <a:pt x="1132" y="875"/>
                    <a:pt x="1168" y="768"/>
                  </a:cubicBezTo>
                  <a:cubicBezTo>
                    <a:pt x="1251" y="530"/>
                    <a:pt x="1168" y="268"/>
                    <a:pt x="965" y="113"/>
                  </a:cubicBezTo>
                  <a:cubicBezTo>
                    <a:pt x="906" y="78"/>
                    <a:pt x="846" y="42"/>
                    <a:pt x="787" y="30"/>
                  </a:cubicBezTo>
                  <a:cubicBezTo>
                    <a:pt x="775" y="30"/>
                    <a:pt x="751" y="18"/>
                    <a:pt x="727" y="18"/>
                  </a:cubicBezTo>
                  <a:cubicBezTo>
                    <a:pt x="692" y="6"/>
                    <a:pt x="653" y="0"/>
                    <a:pt x="6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5" name="Google Shape;1675;p14"/>
            <p:cNvSpPr/>
            <p:nvPr/>
          </p:nvSpPr>
          <p:spPr>
            <a:xfrm>
              <a:off x="3351900" y="1991575"/>
              <a:ext cx="23525" cy="21275"/>
            </a:xfrm>
            <a:custGeom>
              <a:avLst/>
              <a:gdLst/>
              <a:ahLst/>
              <a:cxnLst/>
              <a:rect l="l" t="t" r="r" b="b"/>
              <a:pathLst>
                <a:path w="941" h="851" extrusionOk="0">
                  <a:moveTo>
                    <a:pt x="460" y="0"/>
                  </a:moveTo>
                  <a:cubicBezTo>
                    <a:pt x="430" y="0"/>
                    <a:pt x="400" y="3"/>
                    <a:pt x="369" y="7"/>
                  </a:cubicBezTo>
                  <a:cubicBezTo>
                    <a:pt x="346" y="7"/>
                    <a:pt x="310" y="31"/>
                    <a:pt x="298" y="43"/>
                  </a:cubicBezTo>
                  <a:cubicBezTo>
                    <a:pt x="227" y="91"/>
                    <a:pt x="155" y="150"/>
                    <a:pt x="107" y="233"/>
                  </a:cubicBezTo>
                  <a:cubicBezTo>
                    <a:pt x="96" y="245"/>
                    <a:pt x="96" y="281"/>
                    <a:pt x="72" y="293"/>
                  </a:cubicBezTo>
                  <a:cubicBezTo>
                    <a:pt x="0" y="519"/>
                    <a:pt x="119" y="757"/>
                    <a:pt x="346" y="829"/>
                  </a:cubicBezTo>
                  <a:cubicBezTo>
                    <a:pt x="387" y="844"/>
                    <a:pt x="430" y="850"/>
                    <a:pt x="474" y="850"/>
                  </a:cubicBezTo>
                  <a:cubicBezTo>
                    <a:pt x="570" y="850"/>
                    <a:pt x="669" y="818"/>
                    <a:pt x="750" y="769"/>
                  </a:cubicBezTo>
                  <a:cubicBezTo>
                    <a:pt x="810" y="710"/>
                    <a:pt x="858" y="638"/>
                    <a:pt x="881" y="567"/>
                  </a:cubicBezTo>
                  <a:lnTo>
                    <a:pt x="881" y="543"/>
                  </a:lnTo>
                  <a:cubicBezTo>
                    <a:pt x="941" y="341"/>
                    <a:pt x="834" y="126"/>
                    <a:pt x="643" y="43"/>
                  </a:cubicBezTo>
                  <a:cubicBezTo>
                    <a:pt x="631" y="43"/>
                    <a:pt x="631" y="31"/>
                    <a:pt x="608" y="31"/>
                  </a:cubicBezTo>
                  <a:cubicBezTo>
                    <a:pt x="562" y="8"/>
                    <a:pt x="512" y="0"/>
                    <a:pt x="46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6" name="Google Shape;1676;p14"/>
            <p:cNvSpPr/>
            <p:nvPr/>
          </p:nvSpPr>
          <p:spPr>
            <a:xfrm>
              <a:off x="3264375" y="2877675"/>
              <a:ext cx="22950" cy="21150"/>
            </a:xfrm>
            <a:custGeom>
              <a:avLst/>
              <a:gdLst/>
              <a:ahLst/>
              <a:cxnLst/>
              <a:rect l="l" t="t" r="r" b="b"/>
              <a:pathLst>
                <a:path w="918" h="846" extrusionOk="0">
                  <a:moveTo>
                    <a:pt x="497" y="0"/>
                  </a:moveTo>
                  <a:cubicBezTo>
                    <a:pt x="318" y="0"/>
                    <a:pt x="142" y="118"/>
                    <a:pt x="84" y="282"/>
                  </a:cubicBezTo>
                  <a:cubicBezTo>
                    <a:pt x="1" y="508"/>
                    <a:pt x="120" y="746"/>
                    <a:pt x="346" y="830"/>
                  </a:cubicBezTo>
                  <a:cubicBezTo>
                    <a:pt x="390" y="840"/>
                    <a:pt x="433" y="845"/>
                    <a:pt x="475" y="845"/>
                  </a:cubicBezTo>
                  <a:cubicBezTo>
                    <a:pt x="580" y="845"/>
                    <a:pt x="678" y="811"/>
                    <a:pt x="763" y="734"/>
                  </a:cubicBezTo>
                  <a:cubicBezTo>
                    <a:pt x="822" y="687"/>
                    <a:pt x="870" y="627"/>
                    <a:pt x="882" y="544"/>
                  </a:cubicBezTo>
                  <a:cubicBezTo>
                    <a:pt x="882" y="547"/>
                    <a:pt x="882" y="549"/>
                    <a:pt x="883" y="549"/>
                  </a:cubicBezTo>
                  <a:cubicBezTo>
                    <a:pt x="884" y="549"/>
                    <a:pt x="889" y="540"/>
                    <a:pt x="906" y="532"/>
                  </a:cubicBezTo>
                  <a:cubicBezTo>
                    <a:pt x="918" y="437"/>
                    <a:pt x="918" y="365"/>
                    <a:pt x="882" y="270"/>
                  </a:cubicBezTo>
                  <a:cubicBezTo>
                    <a:pt x="858" y="187"/>
                    <a:pt x="799" y="127"/>
                    <a:pt x="703" y="68"/>
                  </a:cubicBezTo>
                  <a:lnTo>
                    <a:pt x="620" y="20"/>
                  </a:lnTo>
                  <a:cubicBezTo>
                    <a:pt x="580" y="7"/>
                    <a:pt x="538" y="0"/>
                    <a:pt x="49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7" name="Google Shape;1677;p14"/>
            <p:cNvSpPr/>
            <p:nvPr/>
          </p:nvSpPr>
          <p:spPr>
            <a:xfrm>
              <a:off x="3367975" y="3068275"/>
              <a:ext cx="23825" cy="21175"/>
            </a:xfrm>
            <a:custGeom>
              <a:avLst/>
              <a:gdLst/>
              <a:ahLst/>
              <a:cxnLst/>
              <a:rect l="l" t="t" r="r" b="b"/>
              <a:pathLst>
                <a:path w="953" h="847" extrusionOk="0">
                  <a:moveTo>
                    <a:pt x="495" y="1"/>
                  </a:moveTo>
                  <a:cubicBezTo>
                    <a:pt x="315" y="1"/>
                    <a:pt x="141" y="113"/>
                    <a:pt x="72" y="290"/>
                  </a:cubicBezTo>
                  <a:cubicBezTo>
                    <a:pt x="0" y="504"/>
                    <a:pt x="119" y="742"/>
                    <a:pt x="346" y="826"/>
                  </a:cubicBezTo>
                  <a:cubicBezTo>
                    <a:pt x="390" y="840"/>
                    <a:pt x="435" y="846"/>
                    <a:pt x="478" y="846"/>
                  </a:cubicBezTo>
                  <a:cubicBezTo>
                    <a:pt x="659" y="846"/>
                    <a:pt x="824" y="734"/>
                    <a:pt x="881" y="552"/>
                  </a:cubicBezTo>
                  <a:cubicBezTo>
                    <a:pt x="953" y="326"/>
                    <a:pt x="834" y="87"/>
                    <a:pt x="607" y="16"/>
                  </a:cubicBezTo>
                  <a:cubicBezTo>
                    <a:pt x="570" y="6"/>
                    <a:pt x="532" y="1"/>
                    <a:pt x="49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8" name="Google Shape;1678;p14"/>
            <p:cNvSpPr/>
            <p:nvPr/>
          </p:nvSpPr>
          <p:spPr>
            <a:xfrm>
              <a:off x="3106025" y="2697300"/>
              <a:ext cx="23250" cy="21150"/>
            </a:xfrm>
            <a:custGeom>
              <a:avLst/>
              <a:gdLst/>
              <a:ahLst/>
              <a:cxnLst/>
              <a:rect l="l" t="t" r="r" b="b"/>
              <a:pathLst>
                <a:path w="930" h="846" extrusionOk="0">
                  <a:moveTo>
                    <a:pt x="490" y="0"/>
                  </a:moveTo>
                  <a:cubicBezTo>
                    <a:pt x="317" y="0"/>
                    <a:pt x="140" y="117"/>
                    <a:pt x="72" y="282"/>
                  </a:cubicBezTo>
                  <a:cubicBezTo>
                    <a:pt x="1" y="508"/>
                    <a:pt x="120" y="746"/>
                    <a:pt x="346" y="818"/>
                  </a:cubicBezTo>
                  <a:cubicBezTo>
                    <a:pt x="370" y="841"/>
                    <a:pt x="417" y="841"/>
                    <a:pt x="453" y="841"/>
                  </a:cubicBezTo>
                  <a:cubicBezTo>
                    <a:pt x="475" y="844"/>
                    <a:pt x="496" y="845"/>
                    <a:pt x="517" y="845"/>
                  </a:cubicBezTo>
                  <a:cubicBezTo>
                    <a:pt x="590" y="845"/>
                    <a:pt x="660" y="828"/>
                    <a:pt x="715" y="782"/>
                  </a:cubicBezTo>
                  <a:cubicBezTo>
                    <a:pt x="787" y="734"/>
                    <a:pt x="870" y="639"/>
                    <a:pt x="894" y="556"/>
                  </a:cubicBezTo>
                  <a:cubicBezTo>
                    <a:pt x="894" y="544"/>
                    <a:pt x="894" y="520"/>
                    <a:pt x="906" y="508"/>
                  </a:cubicBezTo>
                  <a:cubicBezTo>
                    <a:pt x="929" y="425"/>
                    <a:pt x="929" y="329"/>
                    <a:pt x="882" y="246"/>
                  </a:cubicBezTo>
                  <a:cubicBezTo>
                    <a:pt x="846" y="198"/>
                    <a:pt x="822" y="139"/>
                    <a:pt x="775" y="103"/>
                  </a:cubicBezTo>
                  <a:cubicBezTo>
                    <a:pt x="727" y="67"/>
                    <a:pt x="667" y="32"/>
                    <a:pt x="608" y="20"/>
                  </a:cubicBezTo>
                  <a:cubicBezTo>
                    <a:pt x="570" y="6"/>
                    <a:pt x="530" y="0"/>
                    <a:pt x="49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9" name="Google Shape;1679;p14"/>
            <p:cNvSpPr/>
            <p:nvPr/>
          </p:nvSpPr>
          <p:spPr>
            <a:xfrm>
              <a:off x="3470350" y="2344400"/>
              <a:ext cx="22950" cy="21525"/>
            </a:xfrm>
            <a:custGeom>
              <a:avLst/>
              <a:gdLst/>
              <a:ahLst/>
              <a:cxnLst/>
              <a:rect l="l" t="t" r="r" b="b"/>
              <a:pathLst>
                <a:path w="918" h="861" extrusionOk="0">
                  <a:moveTo>
                    <a:pt x="467" y="0"/>
                  </a:moveTo>
                  <a:cubicBezTo>
                    <a:pt x="427" y="0"/>
                    <a:pt x="388" y="9"/>
                    <a:pt x="346" y="27"/>
                  </a:cubicBezTo>
                  <a:cubicBezTo>
                    <a:pt x="251" y="51"/>
                    <a:pt x="180" y="98"/>
                    <a:pt x="120" y="170"/>
                  </a:cubicBezTo>
                  <a:cubicBezTo>
                    <a:pt x="84" y="206"/>
                    <a:pt x="72" y="253"/>
                    <a:pt x="61" y="289"/>
                  </a:cubicBezTo>
                  <a:cubicBezTo>
                    <a:pt x="1" y="467"/>
                    <a:pt x="72" y="670"/>
                    <a:pt x="227" y="765"/>
                  </a:cubicBezTo>
                  <a:cubicBezTo>
                    <a:pt x="251" y="801"/>
                    <a:pt x="299" y="813"/>
                    <a:pt x="346" y="825"/>
                  </a:cubicBezTo>
                  <a:cubicBezTo>
                    <a:pt x="406" y="848"/>
                    <a:pt x="442" y="860"/>
                    <a:pt x="489" y="860"/>
                  </a:cubicBezTo>
                  <a:cubicBezTo>
                    <a:pt x="525" y="860"/>
                    <a:pt x="549" y="860"/>
                    <a:pt x="584" y="848"/>
                  </a:cubicBezTo>
                  <a:cubicBezTo>
                    <a:pt x="668" y="825"/>
                    <a:pt x="739" y="765"/>
                    <a:pt x="799" y="706"/>
                  </a:cubicBezTo>
                  <a:cubicBezTo>
                    <a:pt x="834" y="670"/>
                    <a:pt x="858" y="622"/>
                    <a:pt x="882" y="563"/>
                  </a:cubicBezTo>
                  <a:cubicBezTo>
                    <a:pt x="918" y="444"/>
                    <a:pt x="894" y="313"/>
                    <a:pt x="834" y="206"/>
                  </a:cubicBezTo>
                  <a:cubicBezTo>
                    <a:pt x="787" y="134"/>
                    <a:pt x="715" y="75"/>
                    <a:pt x="620" y="39"/>
                  </a:cubicBezTo>
                  <a:cubicBezTo>
                    <a:pt x="608" y="39"/>
                    <a:pt x="608" y="39"/>
                    <a:pt x="596" y="27"/>
                  </a:cubicBezTo>
                  <a:cubicBezTo>
                    <a:pt x="549" y="9"/>
                    <a:pt x="507" y="0"/>
                    <a:pt x="4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0" name="Google Shape;1680;p14"/>
            <p:cNvSpPr/>
            <p:nvPr/>
          </p:nvSpPr>
          <p:spPr>
            <a:xfrm>
              <a:off x="3351300" y="1881200"/>
              <a:ext cx="21150" cy="21400"/>
            </a:xfrm>
            <a:custGeom>
              <a:avLst/>
              <a:gdLst/>
              <a:ahLst/>
              <a:cxnLst/>
              <a:rect l="l" t="t" r="r" b="b"/>
              <a:pathLst>
                <a:path w="846" h="856" extrusionOk="0">
                  <a:moveTo>
                    <a:pt x="424" y="1"/>
                  </a:moveTo>
                  <a:cubicBezTo>
                    <a:pt x="358" y="1"/>
                    <a:pt x="289" y="14"/>
                    <a:pt x="227" y="41"/>
                  </a:cubicBezTo>
                  <a:cubicBezTo>
                    <a:pt x="143" y="88"/>
                    <a:pt x="72" y="148"/>
                    <a:pt x="24" y="219"/>
                  </a:cubicBezTo>
                  <a:cubicBezTo>
                    <a:pt x="12" y="231"/>
                    <a:pt x="12" y="267"/>
                    <a:pt x="0" y="279"/>
                  </a:cubicBezTo>
                  <a:lnTo>
                    <a:pt x="0" y="481"/>
                  </a:lnTo>
                  <a:cubicBezTo>
                    <a:pt x="12" y="636"/>
                    <a:pt x="120" y="755"/>
                    <a:pt x="262" y="815"/>
                  </a:cubicBezTo>
                  <a:cubicBezTo>
                    <a:pt x="286" y="815"/>
                    <a:pt x="286" y="827"/>
                    <a:pt x="298" y="827"/>
                  </a:cubicBezTo>
                  <a:cubicBezTo>
                    <a:pt x="337" y="846"/>
                    <a:pt x="384" y="855"/>
                    <a:pt x="430" y="855"/>
                  </a:cubicBezTo>
                  <a:cubicBezTo>
                    <a:pt x="467" y="855"/>
                    <a:pt x="504" y="849"/>
                    <a:pt x="536" y="838"/>
                  </a:cubicBezTo>
                  <a:cubicBezTo>
                    <a:pt x="667" y="815"/>
                    <a:pt x="774" y="708"/>
                    <a:pt x="822" y="577"/>
                  </a:cubicBezTo>
                  <a:lnTo>
                    <a:pt x="822" y="565"/>
                  </a:lnTo>
                  <a:cubicBezTo>
                    <a:pt x="846" y="469"/>
                    <a:pt x="846" y="386"/>
                    <a:pt x="822" y="303"/>
                  </a:cubicBezTo>
                  <a:cubicBezTo>
                    <a:pt x="774" y="172"/>
                    <a:pt x="679" y="65"/>
                    <a:pt x="536" y="29"/>
                  </a:cubicBezTo>
                  <a:cubicBezTo>
                    <a:pt x="524" y="29"/>
                    <a:pt x="501" y="29"/>
                    <a:pt x="489" y="5"/>
                  </a:cubicBezTo>
                  <a:cubicBezTo>
                    <a:pt x="468" y="2"/>
                    <a:pt x="446" y="1"/>
                    <a:pt x="42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1" name="Google Shape;1681;p14"/>
            <p:cNvSpPr/>
            <p:nvPr/>
          </p:nvSpPr>
          <p:spPr>
            <a:xfrm>
              <a:off x="3416475" y="2983725"/>
              <a:ext cx="12525" cy="12075"/>
            </a:xfrm>
            <a:custGeom>
              <a:avLst/>
              <a:gdLst/>
              <a:ahLst/>
              <a:cxnLst/>
              <a:rect l="l" t="t" r="r" b="b"/>
              <a:pathLst>
                <a:path w="501" h="483" extrusionOk="0">
                  <a:moveTo>
                    <a:pt x="264" y="0"/>
                  </a:moveTo>
                  <a:cubicBezTo>
                    <a:pt x="159" y="0"/>
                    <a:pt x="54" y="68"/>
                    <a:pt x="13" y="171"/>
                  </a:cubicBezTo>
                  <a:cubicBezTo>
                    <a:pt x="1" y="207"/>
                    <a:pt x="1" y="255"/>
                    <a:pt x="1" y="290"/>
                  </a:cubicBezTo>
                  <a:cubicBezTo>
                    <a:pt x="1" y="314"/>
                    <a:pt x="13" y="326"/>
                    <a:pt x="13" y="350"/>
                  </a:cubicBezTo>
                  <a:cubicBezTo>
                    <a:pt x="37" y="410"/>
                    <a:pt x="84" y="457"/>
                    <a:pt x="156" y="469"/>
                  </a:cubicBezTo>
                  <a:cubicBezTo>
                    <a:pt x="180" y="469"/>
                    <a:pt x="191" y="469"/>
                    <a:pt x="191" y="481"/>
                  </a:cubicBezTo>
                  <a:cubicBezTo>
                    <a:pt x="201" y="482"/>
                    <a:pt x="210" y="482"/>
                    <a:pt x="219" y="482"/>
                  </a:cubicBezTo>
                  <a:cubicBezTo>
                    <a:pt x="315" y="482"/>
                    <a:pt x="398" y="426"/>
                    <a:pt x="441" y="350"/>
                  </a:cubicBezTo>
                  <a:cubicBezTo>
                    <a:pt x="441" y="326"/>
                    <a:pt x="453" y="326"/>
                    <a:pt x="453" y="314"/>
                  </a:cubicBezTo>
                  <a:cubicBezTo>
                    <a:pt x="501" y="195"/>
                    <a:pt x="441" y="64"/>
                    <a:pt x="322" y="17"/>
                  </a:cubicBezTo>
                  <a:cubicBezTo>
                    <a:pt x="322" y="17"/>
                    <a:pt x="311" y="17"/>
                    <a:pt x="311" y="5"/>
                  </a:cubicBezTo>
                  <a:cubicBezTo>
                    <a:pt x="295" y="2"/>
                    <a:pt x="280" y="0"/>
                    <a:pt x="26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2" name="Google Shape;1682;p14"/>
            <p:cNvSpPr/>
            <p:nvPr/>
          </p:nvSpPr>
          <p:spPr>
            <a:xfrm>
              <a:off x="3439400" y="2748675"/>
              <a:ext cx="13125" cy="12125"/>
            </a:xfrm>
            <a:custGeom>
              <a:avLst/>
              <a:gdLst/>
              <a:ahLst/>
              <a:cxnLst/>
              <a:rect l="l" t="t" r="r" b="b"/>
              <a:pathLst>
                <a:path w="525" h="485" extrusionOk="0">
                  <a:moveTo>
                    <a:pt x="267" y="0"/>
                  </a:moveTo>
                  <a:cubicBezTo>
                    <a:pt x="219" y="0"/>
                    <a:pt x="170" y="13"/>
                    <a:pt x="132" y="36"/>
                  </a:cubicBezTo>
                  <a:cubicBezTo>
                    <a:pt x="96" y="60"/>
                    <a:pt x="48" y="108"/>
                    <a:pt x="25" y="167"/>
                  </a:cubicBezTo>
                  <a:cubicBezTo>
                    <a:pt x="1" y="239"/>
                    <a:pt x="13" y="310"/>
                    <a:pt x="60" y="370"/>
                  </a:cubicBezTo>
                  <a:cubicBezTo>
                    <a:pt x="96" y="417"/>
                    <a:pt x="132" y="465"/>
                    <a:pt x="191" y="477"/>
                  </a:cubicBezTo>
                  <a:cubicBezTo>
                    <a:pt x="216" y="482"/>
                    <a:pt x="241" y="485"/>
                    <a:pt x="265" y="485"/>
                  </a:cubicBezTo>
                  <a:cubicBezTo>
                    <a:pt x="300" y="485"/>
                    <a:pt x="335" y="479"/>
                    <a:pt x="370" y="465"/>
                  </a:cubicBezTo>
                  <a:cubicBezTo>
                    <a:pt x="406" y="441"/>
                    <a:pt x="429" y="429"/>
                    <a:pt x="453" y="406"/>
                  </a:cubicBezTo>
                  <a:cubicBezTo>
                    <a:pt x="465" y="370"/>
                    <a:pt x="489" y="346"/>
                    <a:pt x="489" y="310"/>
                  </a:cubicBezTo>
                  <a:cubicBezTo>
                    <a:pt x="525" y="227"/>
                    <a:pt x="489" y="132"/>
                    <a:pt x="429" y="72"/>
                  </a:cubicBezTo>
                  <a:cubicBezTo>
                    <a:pt x="406" y="48"/>
                    <a:pt x="370" y="25"/>
                    <a:pt x="346" y="13"/>
                  </a:cubicBezTo>
                  <a:cubicBezTo>
                    <a:pt x="321" y="4"/>
                    <a:pt x="294" y="0"/>
                    <a:pt x="2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3" name="Google Shape;1683;p14"/>
            <p:cNvSpPr/>
            <p:nvPr/>
          </p:nvSpPr>
          <p:spPr>
            <a:xfrm>
              <a:off x="3343850" y="2820000"/>
              <a:ext cx="13125" cy="12425"/>
            </a:xfrm>
            <a:custGeom>
              <a:avLst/>
              <a:gdLst/>
              <a:ahLst/>
              <a:cxnLst/>
              <a:rect l="l" t="t" r="r" b="b"/>
              <a:pathLst>
                <a:path w="525" h="497" extrusionOk="0">
                  <a:moveTo>
                    <a:pt x="293" y="0"/>
                  </a:moveTo>
                  <a:cubicBezTo>
                    <a:pt x="185" y="0"/>
                    <a:pt x="65" y="60"/>
                    <a:pt x="25" y="172"/>
                  </a:cubicBezTo>
                  <a:cubicBezTo>
                    <a:pt x="1" y="255"/>
                    <a:pt x="25" y="362"/>
                    <a:pt x="84" y="422"/>
                  </a:cubicBezTo>
                  <a:cubicBezTo>
                    <a:pt x="120" y="458"/>
                    <a:pt x="144" y="470"/>
                    <a:pt x="179" y="482"/>
                  </a:cubicBezTo>
                  <a:cubicBezTo>
                    <a:pt x="207" y="491"/>
                    <a:pt x="234" y="496"/>
                    <a:pt x="261" y="496"/>
                  </a:cubicBezTo>
                  <a:cubicBezTo>
                    <a:pt x="361" y="496"/>
                    <a:pt x="451" y="428"/>
                    <a:pt x="489" y="315"/>
                  </a:cubicBezTo>
                  <a:cubicBezTo>
                    <a:pt x="525" y="243"/>
                    <a:pt x="501" y="184"/>
                    <a:pt x="477" y="124"/>
                  </a:cubicBezTo>
                  <a:cubicBezTo>
                    <a:pt x="441" y="77"/>
                    <a:pt x="406" y="41"/>
                    <a:pt x="346" y="5"/>
                  </a:cubicBezTo>
                  <a:cubicBezTo>
                    <a:pt x="329" y="2"/>
                    <a:pt x="311" y="0"/>
                    <a:pt x="29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4" name="Google Shape;1684;p14"/>
            <p:cNvSpPr/>
            <p:nvPr/>
          </p:nvSpPr>
          <p:spPr>
            <a:xfrm>
              <a:off x="3509650" y="2342575"/>
              <a:ext cx="14325" cy="12400"/>
            </a:xfrm>
            <a:custGeom>
              <a:avLst/>
              <a:gdLst/>
              <a:ahLst/>
              <a:cxnLst/>
              <a:rect l="l" t="t" r="r" b="b"/>
              <a:pathLst>
                <a:path w="573" h="496" extrusionOk="0">
                  <a:moveTo>
                    <a:pt x="307" y="0"/>
                  </a:moveTo>
                  <a:cubicBezTo>
                    <a:pt x="194" y="0"/>
                    <a:pt x="90" y="68"/>
                    <a:pt x="48" y="171"/>
                  </a:cubicBezTo>
                  <a:cubicBezTo>
                    <a:pt x="1" y="302"/>
                    <a:pt x="84" y="445"/>
                    <a:pt x="215" y="481"/>
                  </a:cubicBezTo>
                  <a:cubicBezTo>
                    <a:pt x="243" y="491"/>
                    <a:pt x="270" y="496"/>
                    <a:pt x="297" y="496"/>
                  </a:cubicBezTo>
                  <a:cubicBezTo>
                    <a:pt x="397" y="496"/>
                    <a:pt x="487" y="429"/>
                    <a:pt x="524" y="326"/>
                  </a:cubicBezTo>
                  <a:cubicBezTo>
                    <a:pt x="572" y="183"/>
                    <a:pt x="501" y="52"/>
                    <a:pt x="358" y="5"/>
                  </a:cubicBezTo>
                  <a:cubicBezTo>
                    <a:pt x="341" y="2"/>
                    <a:pt x="324" y="0"/>
                    <a:pt x="30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5" name="Google Shape;1685;p14"/>
            <p:cNvSpPr/>
            <p:nvPr/>
          </p:nvSpPr>
          <p:spPr>
            <a:xfrm>
              <a:off x="3414400" y="2157325"/>
              <a:ext cx="14325" cy="12475"/>
            </a:xfrm>
            <a:custGeom>
              <a:avLst/>
              <a:gdLst/>
              <a:ahLst/>
              <a:cxnLst/>
              <a:rect l="l" t="t" r="r" b="b"/>
              <a:pathLst>
                <a:path w="573" h="499" extrusionOk="0">
                  <a:moveTo>
                    <a:pt x="296" y="1"/>
                  </a:moveTo>
                  <a:cubicBezTo>
                    <a:pt x="187" y="1"/>
                    <a:pt x="88" y="76"/>
                    <a:pt x="48" y="176"/>
                  </a:cubicBezTo>
                  <a:cubicBezTo>
                    <a:pt x="1" y="307"/>
                    <a:pt x="84" y="438"/>
                    <a:pt x="215" y="485"/>
                  </a:cubicBezTo>
                  <a:cubicBezTo>
                    <a:pt x="240" y="494"/>
                    <a:pt x="266" y="499"/>
                    <a:pt x="290" y="499"/>
                  </a:cubicBezTo>
                  <a:cubicBezTo>
                    <a:pt x="394" y="499"/>
                    <a:pt x="486" y="424"/>
                    <a:pt x="524" y="319"/>
                  </a:cubicBezTo>
                  <a:cubicBezTo>
                    <a:pt x="572" y="188"/>
                    <a:pt x="501" y="57"/>
                    <a:pt x="358" y="9"/>
                  </a:cubicBezTo>
                  <a:cubicBezTo>
                    <a:pt x="337" y="3"/>
                    <a:pt x="316" y="1"/>
                    <a:pt x="29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6" name="Google Shape;1686;p14"/>
            <p:cNvSpPr/>
            <p:nvPr/>
          </p:nvSpPr>
          <p:spPr>
            <a:xfrm>
              <a:off x="3460550" y="2080150"/>
              <a:ext cx="12525" cy="12150"/>
            </a:xfrm>
            <a:custGeom>
              <a:avLst/>
              <a:gdLst/>
              <a:ahLst/>
              <a:cxnLst/>
              <a:rect l="l" t="t" r="r" b="b"/>
              <a:pathLst>
                <a:path w="501" h="486" extrusionOk="0">
                  <a:moveTo>
                    <a:pt x="226" y="0"/>
                  </a:moveTo>
                  <a:cubicBezTo>
                    <a:pt x="143" y="12"/>
                    <a:pt x="48" y="72"/>
                    <a:pt x="24" y="167"/>
                  </a:cubicBezTo>
                  <a:cubicBezTo>
                    <a:pt x="0" y="191"/>
                    <a:pt x="0" y="215"/>
                    <a:pt x="0" y="250"/>
                  </a:cubicBezTo>
                  <a:cubicBezTo>
                    <a:pt x="0" y="358"/>
                    <a:pt x="60" y="441"/>
                    <a:pt x="167" y="477"/>
                  </a:cubicBezTo>
                  <a:cubicBezTo>
                    <a:pt x="194" y="483"/>
                    <a:pt x="221" y="486"/>
                    <a:pt x="245" y="486"/>
                  </a:cubicBezTo>
                  <a:cubicBezTo>
                    <a:pt x="315" y="486"/>
                    <a:pt x="373" y="461"/>
                    <a:pt x="417" y="417"/>
                  </a:cubicBezTo>
                  <a:cubicBezTo>
                    <a:pt x="453" y="381"/>
                    <a:pt x="464" y="358"/>
                    <a:pt x="476" y="322"/>
                  </a:cubicBezTo>
                  <a:cubicBezTo>
                    <a:pt x="500" y="262"/>
                    <a:pt x="500" y="227"/>
                    <a:pt x="476" y="167"/>
                  </a:cubicBezTo>
                  <a:cubicBezTo>
                    <a:pt x="453" y="84"/>
                    <a:pt x="405" y="36"/>
                    <a:pt x="333" y="12"/>
                  </a:cubicBezTo>
                  <a:cubicBezTo>
                    <a:pt x="298" y="0"/>
                    <a:pt x="262" y="0"/>
                    <a:pt x="22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7" name="Google Shape;1687;p14"/>
            <p:cNvSpPr/>
            <p:nvPr/>
          </p:nvSpPr>
          <p:spPr>
            <a:xfrm>
              <a:off x="3537325" y="2434925"/>
              <a:ext cx="13725" cy="12725"/>
            </a:xfrm>
            <a:custGeom>
              <a:avLst/>
              <a:gdLst/>
              <a:ahLst/>
              <a:cxnLst/>
              <a:rect l="l" t="t" r="r" b="b"/>
              <a:pathLst>
                <a:path w="549" h="509" extrusionOk="0">
                  <a:moveTo>
                    <a:pt x="282" y="0"/>
                  </a:moveTo>
                  <a:cubicBezTo>
                    <a:pt x="163" y="0"/>
                    <a:pt x="58" y="70"/>
                    <a:pt x="25" y="180"/>
                  </a:cubicBezTo>
                  <a:lnTo>
                    <a:pt x="25" y="204"/>
                  </a:lnTo>
                  <a:cubicBezTo>
                    <a:pt x="1" y="323"/>
                    <a:pt x="60" y="454"/>
                    <a:pt x="191" y="502"/>
                  </a:cubicBezTo>
                  <a:cubicBezTo>
                    <a:pt x="213" y="506"/>
                    <a:pt x="235" y="509"/>
                    <a:pt x="257" y="509"/>
                  </a:cubicBezTo>
                  <a:cubicBezTo>
                    <a:pt x="294" y="509"/>
                    <a:pt x="332" y="501"/>
                    <a:pt x="370" y="478"/>
                  </a:cubicBezTo>
                  <a:cubicBezTo>
                    <a:pt x="430" y="454"/>
                    <a:pt x="477" y="406"/>
                    <a:pt x="501" y="335"/>
                  </a:cubicBezTo>
                  <a:cubicBezTo>
                    <a:pt x="549" y="204"/>
                    <a:pt x="477" y="61"/>
                    <a:pt x="346" y="25"/>
                  </a:cubicBezTo>
                  <a:cubicBezTo>
                    <a:pt x="322" y="25"/>
                    <a:pt x="322" y="25"/>
                    <a:pt x="310" y="2"/>
                  </a:cubicBezTo>
                  <a:cubicBezTo>
                    <a:pt x="301" y="1"/>
                    <a:pt x="292" y="0"/>
                    <a:pt x="282"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8" name="Google Shape;1688;p14"/>
            <p:cNvSpPr/>
            <p:nvPr/>
          </p:nvSpPr>
          <p:spPr>
            <a:xfrm>
              <a:off x="3328975" y="2549325"/>
              <a:ext cx="14025" cy="12525"/>
            </a:xfrm>
            <a:custGeom>
              <a:avLst/>
              <a:gdLst/>
              <a:ahLst/>
              <a:cxnLst/>
              <a:rect l="l" t="t" r="r" b="b"/>
              <a:pathLst>
                <a:path w="561" h="501" extrusionOk="0">
                  <a:moveTo>
                    <a:pt x="289" y="0"/>
                  </a:moveTo>
                  <a:cubicBezTo>
                    <a:pt x="180" y="0"/>
                    <a:pt x="78" y="68"/>
                    <a:pt x="48" y="176"/>
                  </a:cubicBezTo>
                  <a:cubicBezTo>
                    <a:pt x="1" y="307"/>
                    <a:pt x="72" y="450"/>
                    <a:pt x="203" y="486"/>
                  </a:cubicBezTo>
                  <a:cubicBezTo>
                    <a:pt x="233" y="496"/>
                    <a:pt x="263" y="501"/>
                    <a:pt x="291" y="501"/>
                  </a:cubicBezTo>
                  <a:cubicBezTo>
                    <a:pt x="397" y="501"/>
                    <a:pt x="487" y="434"/>
                    <a:pt x="524" y="331"/>
                  </a:cubicBezTo>
                  <a:cubicBezTo>
                    <a:pt x="560" y="188"/>
                    <a:pt x="489" y="57"/>
                    <a:pt x="358" y="10"/>
                  </a:cubicBezTo>
                  <a:cubicBezTo>
                    <a:pt x="335" y="3"/>
                    <a:pt x="312" y="0"/>
                    <a:pt x="289"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89" name="Google Shape;1689;p14"/>
          <p:cNvGrpSpPr/>
          <p:nvPr/>
        </p:nvGrpSpPr>
        <p:grpSpPr>
          <a:xfrm>
            <a:off x="3138301" y="41"/>
            <a:ext cx="6005949" cy="1460702"/>
            <a:chOff x="3877250" y="939525"/>
            <a:chExt cx="2541125" cy="618025"/>
          </a:xfrm>
        </p:grpSpPr>
        <p:sp>
          <p:nvSpPr>
            <p:cNvPr id="1690" name="Google Shape;1690;p14"/>
            <p:cNvSpPr/>
            <p:nvPr/>
          </p:nvSpPr>
          <p:spPr>
            <a:xfrm>
              <a:off x="4697300" y="939825"/>
              <a:ext cx="57475" cy="13725"/>
            </a:xfrm>
            <a:custGeom>
              <a:avLst/>
              <a:gdLst/>
              <a:ahLst/>
              <a:cxnLst/>
              <a:rect l="l" t="t" r="r" b="b"/>
              <a:pathLst>
                <a:path w="2299" h="549" extrusionOk="0">
                  <a:moveTo>
                    <a:pt x="1" y="1"/>
                  </a:moveTo>
                  <a:lnTo>
                    <a:pt x="2298" y="548"/>
                  </a:lnTo>
                  <a:lnTo>
                    <a:pt x="2251" y="263"/>
                  </a:lnTo>
                  <a:lnTo>
                    <a:pt x="112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1" name="Google Shape;1691;p14"/>
            <p:cNvSpPr/>
            <p:nvPr/>
          </p:nvSpPr>
          <p:spPr>
            <a:xfrm>
              <a:off x="4760400" y="947875"/>
              <a:ext cx="126525" cy="36025"/>
            </a:xfrm>
            <a:custGeom>
              <a:avLst/>
              <a:gdLst/>
              <a:ahLst/>
              <a:cxnLst/>
              <a:rect l="l" t="t" r="r" b="b"/>
              <a:pathLst>
                <a:path w="5061" h="1441" extrusionOk="0">
                  <a:moveTo>
                    <a:pt x="1" y="0"/>
                  </a:moveTo>
                  <a:lnTo>
                    <a:pt x="36" y="286"/>
                  </a:lnTo>
                  <a:lnTo>
                    <a:pt x="4977" y="1441"/>
                  </a:lnTo>
                  <a:cubicBezTo>
                    <a:pt x="4977" y="1357"/>
                    <a:pt x="5001" y="1262"/>
                    <a:pt x="5061" y="1191"/>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2" name="Google Shape;1692;p14"/>
            <p:cNvSpPr/>
            <p:nvPr/>
          </p:nvSpPr>
          <p:spPr>
            <a:xfrm>
              <a:off x="3888875" y="939825"/>
              <a:ext cx="51500" cy="75925"/>
            </a:xfrm>
            <a:custGeom>
              <a:avLst/>
              <a:gdLst/>
              <a:ahLst/>
              <a:cxnLst/>
              <a:rect l="l" t="t" r="r" b="b"/>
              <a:pathLst>
                <a:path w="2060" h="3037" extrusionOk="0">
                  <a:moveTo>
                    <a:pt x="1762" y="1"/>
                  </a:moveTo>
                  <a:lnTo>
                    <a:pt x="0" y="2989"/>
                  </a:lnTo>
                  <a:cubicBezTo>
                    <a:pt x="72" y="2989"/>
                    <a:pt x="155" y="3001"/>
                    <a:pt x="214" y="3037"/>
                  </a:cubicBezTo>
                  <a:lnTo>
                    <a:pt x="310" y="2953"/>
                  </a:lnTo>
                  <a:lnTo>
                    <a:pt x="206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3" name="Google Shape;1693;p14"/>
            <p:cNvSpPr/>
            <p:nvPr/>
          </p:nvSpPr>
          <p:spPr>
            <a:xfrm>
              <a:off x="4222250" y="939825"/>
              <a:ext cx="22050" cy="8950"/>
            </a:xfrm>
            <a:custGeom>
              <a:avLst/>
              <a:gdLst/>
              <a:ahLst/>
              <a:cxnLst/>
              <a:rect l="l" t="t" r="r" b="b"/>
              <a:pathLst>
                <a:path w="882" h="358" extrusionOk="0">
                  <a:moveTo>
                    <a:pt x="0" y="1"/>
                  </a:moveTo>
                  <a:lnTo>
                    <a:pt x="834" y="358"/>
                  </a:lnTo>
                  <a:cubicBezTo>
                    <a:pt x="822" y="334"/>
                    <a:pt x="822" y="310"/>
                    <a:pt x="822" y="298"/>
                  </a:cubicBezTo>
                  <a:cubicBezTo>
                    <a:pt x="810" y="215"/>
                    <a:pt x="822" y="144"/>
                    <a:pt x="881" y="96"/>
                  </a:cubicBezTo>
                  <a:lnTo>
                    <a:pt x="65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4" name="Google Shape;1694;p14"/>
            <p:cNvSpPr/>
            <p:nvPr/>
          </p:nvSpPr>
          <p:spPr>
            <a:xfrm>
              <a:off x="3894225" y="942800"/>
              <a:ext cx="103300" cy="77725"/>
            </a:xfrm>
            <a:custGeom>
              <a:avLst/>
              <a:gdLst/>
              <a:ahLst/>
              <a:cxnLst/>
              <a:rect l="l" t="t" r="r" b="b"/>
              <a:pathLst>
                <a:path w="4132" h="3109" extrusionOk="0">
                  <a:moveTo>
                    <a:pt x="3941" y="1"/>
                  </a:moveTo>
                  <a:lnTo>
                    <a:pt x="96" y="2834"/>
                  </a:lnTo>
                  <a:lnTo>
                    <a:pt x="0" y="2918"/>
                  </a:lnTo>
                  <a:cubicBezTo>
                    <a:pt x="72" y="2953"/>
                    <a:pt x="131" y="3013"/>
                    <a:pt x="155" y="3108"/>
                  </a:cubicBezTo>
                  <a:lnTo>
                    <a:pt x="4132" y="155"/>
                  </a:lnTo>
                  <a:cubicBezTo>
                    <a:pt x="4108" y="132"/>
                    <a:pt x="4072" y="84"/>
                    <a:pt x="4049" y="36"/>
                  </a:cubicBezTo>
                  <a:lnTo>
                    <a:pt x="394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5" name="Google Shape;1695;p14"/>
            <p:cNvSpPr/>
            <p:nvPr/>
          </p:nvSpPr>
          <p:spPr>
            <a:xfrm>
              <a:off x="4006450" y="946075"/>
              <a:ext cx="190525" cy="100350"/>
            </a:xfrm>
            <a:custGeom>
              <a:avLst/>
              <a:gdLst/>
              <a:ahLst/>
              <a:cxnLst/>
              <a:rect l="l" t="t" r="r" b="b"/>
              <a:pathLst>
                <a:path w="7621" h="4014" extrusionOk="0">
                  <a:moveTo>
                    <a:pt x="250" y="1"/>
                  </a:moveTo>
                  <a:cubicBezTo>
                    <a:pt x="191" y="72"/>
                    <a:pt x="107" y="132"/>
                    <a:pt x="0" y="155"/>
                  </a:cubicBezTo>
                  <a:lnTo>
                    <a:pt x="7525" y="4001"/>
                  </a:lnTo>
                  <a:cubicBezTo>
                    <a:pt x="7561" y="4013"/>
                    <a:pt x="7596" y="4013"/>
                    <a:pt x="7620" y="4013"/>
                  </a:cubicBezTo>
                  <a:cubicBezTo>
                    <a:pt x="7608" y="3977"/>
                    <a:pt x="7584" y="3906"/>
                    <a:pt x="7573" y="3846"/>
                  </a:cubicBezTo>
                  <a:cubicBezTo>
                    <a:pt x="7596" y="3799"/>
                    <a:pt x="7596" y="3763"/>
                    <a:pt x="7596" y="3739"/>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6" name="Google Shape;1696;p14"/>
            <p:cNvSpPr/>
            <p:nvPr/>
          </p:nvSpPr>
          <p:spPr>
            <a:xfrm>
              <a:off x="3987100" y="939825"/>
              <a:ext cx="8350" cy="4500"/>
            </a:xfrm>
            <a:custGeom>
              <a:avLst/>
              <a:gdLst/>
              <a:ahLst/>
              <a:cxnLst/>
              <a:rect l="l" t="t" r="r" b="b"/>
              <a:pathLst>
                <a:path w="334" h="180" extrusionOk="0">
                  <a:moveTo>
                    <a:pt x="0" y="1"/>
                  </a:moveTo>
                  <a:lnTo>
                    <a:pt x="226" y="120"/>
                  </a:lnTo>
                  <a:lnTo>
                    <a:pt x="334" y="179"/>
                  </a:lnTo>
                  <a:cubicBezTo>
                    <a:pt x="310" y="132"/>
                    <a:pt x="298" y="84"/>
                    <a:pt x="298" y="36"/>
                  </a:cubicBezTo>
                  <a:lnTo>
                    <a:pt x="29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7" name="Google Shape;1697;p14"/>
            <p:cNvSpPr/>
            <p:nvPr/>
          </p:nvSpPr>
          <p:spPr>
            <a:xfrm>
              <a:off x="4215100" y="1051750"/>
              <a:ext cx="184275" cy="282800"/>
            </a:xfrm>
            <a:custGeom>
              <a:avLst/>
              <a:gdLst/>
              <a:ahLst/>
              <a:cxnLst/>
              <a:rect l="l" t="t" r="r" b="b"/>
              <a:pathLst>
                <a:path w="7371" h="11312" extrusionOk="0">
                  <a:moveTo>
                    <a:pt x="227" y="0"/>
                  </a:moveTo>
                  <a:cubicBezTo>
                    <a:pt x="167" y="60"/>
                    <a:pt x="96" y="108"/>
                    <a:pt x="0" y="119"/>
                  </a:cubicBezTo>
                  <a:lnTo>
                    <a:pt x="7120" y="11311"/>
                  </a:lnTo>
                  <a:cubicBezTo>
                    <a:pt x="7168" y="11264"/>
                    <a:pt x="7228" y="11216"/>
                    <a:pt x="7287" y="11216"/>
                  </a:cubicBezTo>
                  <a:cubicBezTo>
                    <a:pt x="7311" y="11216"/>
                    <a:pt x="7347" y="11216"/>
                    <a:pt x="7370" y="11240"/>
                  </a:cubicBezTo>
                  <a:lnTo>
                    <a:pt x="22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8" name="Google Shape;1698;p14"/>
            <p:cNvSpPr/>
            <p:nvPr/>
          </p:nvSpPr>
          <p:spPr>
            <a:xfrm>
              <a:off x="4399650" y="1275000"/>
              <a:ext cx="125925" cy="62825"/>
            </a:xfrm>
            <a:custGeom>
              <a:avLst/>
              <a:gdLst/>
              <a:ahLst/>
              <a:cxnLst/>
              <a:rect l="l" t="t" r="r" b="b"/>
              <a:pathLst>
                <a:path w="5037" h="2513" extrusionOk="0">
                  <a:moveTo>
                    <a:pt x="4906" y="0"/>
                  </a:moveTo>
                  <a:lnTo>
                    <a:pt x="0" y="2286"/>
                  </a:lnTo>
                  <a:cubicBezTo>
                    <a:pt x="84" y="2322"/>
                    <a:pt x="119" y="2381"/>
                    <a:pt x="143" y="2465"/>
                  </a:cubicBezTo>
                  <a:lnTo>
                    <a:pt x="143" y="2512"/>
                  </a:lnTo>
                  <a:lnTo>
                    <a:pt x="5037" y="226"/>
                  </a:lnTo>
                  <a:cubicBezTo>
                    <a:pt x="4977" y="155"/>
                    <a:pt x="4918" y="83"/>
                    <a:pt x="490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9" name="Google Shape;1699;p14"/>
            <p:cNvSpPr/>
            <p:nvPr/>
          </p:nvSpPr>
          <p:spPr>
            <a:xfrm>
              <a:off x="4213300" y="950850"/>
              <a:ext cx="37250" cy="77700"/>
            </a:xfrm>
            <a:custGeom>
              <a:avLst/>
              <a:gdLst/>
              <a:ahLst/>
              <a:cxnLst/>
              <a:rect l="l" t="t" r="r" b="b"/>
              <a:pathLst>
                <a:path w="1490" h="3108" extrusionOk="0">
                  <a:moveTo>
                    <a:pt x="1227" y="0"/>
                  </a:moveTo>
                  <a:lnTo>
                    <a:pt x="1" y="3012"/>
                  </a:lnTo>
                  <a:cubicBezTo>
                    <a:pt x="96" y="3024"/>
                    <a:pt x="168" y="3048"/>
                    <a:pt x="239" y="3108"/>
                  </a:cubicBezTo>
                  <a:lnTo>
                    <a:pt x="1489" y="48"/>
                  </a:lnTo>
                  <a:lnTo>
                    <a:pt x="1489" y="48"/>
                  </a:lnTo>
                  <a:cubicBezTo>
                    <a:pt x="1477" y="60"/>
                    <a:pt x="1442" y="60"/>
                    <a:pt x="1418" y="60"/>
                  </a:cubicBezTo>
                  <a:cubicBezTo>
                    <a:pt x="1406" y="62"/>
                    <a:pt x="1394" y="63"/>
                    <a:pt x="1382" y="63"/>
                  </a:cubicBezTo>
                  <a:cubicBezTo>
                    <a:pt x="1326" y="63"/>
                    <a:pt x="1277" y="40"/>
                    <a:pt x="122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0" name="Google Shape;1700;p14"/>
            <p:cNvSpPr/>
            <p:nvPr/>
          </p:nvSpPr>
          <p:spPr>
            <a:xfrm>
              <a:off x="4248425" y="939825"/>
              <a:ext cx="7475" cy="3600"/>
            </a:xfrm>
            <a:custGeom>
              <a:avLst/>
              <a:gdLst/>
              <a:ahLst/>
              <a:cxnLst/>
              <a:rect l="l" t="t" r="r" b="b"/>
              <a:pathLst>
                <a:path w="299" h="144" extrusionOk="0">
                  <a:moveTo>
                    <a:pt x="13" y="1"/>
                  </a:moveTo>
                  <a:lnTo>
                    <a:pt x="1" y="24"/>
                  </a:lnTo>
                  <a:cubicBezTo>
                    <a:pt x="84" y="36"/>
                    <a:pt x="156" y="72"/>
                    <a:pt x="203" y="144"/>
                  </a:cubicBezTo>
                  <a:cubicBezTo>
                    <a:pt x="215" y="132"/>
                    <a:pt x="239" y="132"/>
                    <a:pt x="251" y="132"/>
                  </a:cubicBezTo>
                  <a:lnTo>
                    <a:pt x="29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1" name="Google Shape;1701;p14"/>
            <p:cNvSpPr/>
            <p:nvPr/>
          </p:nvSpPr>
          <p:spPr>
            <a:xfrm>
              <a:off x="4253500" y="942650"/>
              <a:ext cx="181900" cy="74600"/>
            </a:xfrm>
            <a:custGeom>
              <a:avLst/>
              <a:gdLst/>
              <a:ahLst/>
              <a:cxnLst/>
              <a:rect l="l" t="t" r="r" b="b"/>
              <a:pathLst>
                <a:path w="7276" h="2984" extrusionOk="0">
                  <a:moveTo>
                    <a:pt x="84" y="1"/>
                  </a:moveTo>
                  <a:cubicBezTo>
                    <a:pt x="72" y="1"/>
                    <a:pt x="60" y="7"/>
                    <a:pt x="48" y="19"/>
                  </a:cubicBezTo>
                  <a:cubicBezTo>
                    <a:pt x="12" y="19"/>
                    <a:pt x="0" y="19"/>
                    <a:pt x="0" y="31"/>
                  </a:cubicBezTo>
                  <a:cubicBezTo>
                    <a:pt x="12" y="66"/>
                    <a:pt x="36" y="90"/>
                    <a:pt x="36" y="138"/>
                  </a:cubicBezTo>
                  <a:cubicBezTo>
                    <a:pt x="36" y="185"/>
                    <a:pt x="36" y="221"/>
                    <a:pt x="12" y="257"/>
                  </a:cubicBezTo>
                  <a:lnTo>
                    <a:pt x="36" y="257"/>
                  </a:lnTo>
                  <a:lnTo>
                    <a:pt x="7180" y="2983"/>
                  </a:lnTo>
                  <a:cubicBezTo>
                    <a:pt x="7192" y="2888"/>
                    <a:pt x="7216" y="2817"/>
                    <a:pt x="7275" y="2745"/>
                  </a:cubicBezTo>
                  <a:lnTo>
                    <a:pt x="119" y="19"/>
                  </a:lnTo>
                  <a:cubicBezTo>
                    <a:pt x="107" y="7"/>
                    <a:pt x="96" y="1"/>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2" name="Google Shape;1702;p14"/>
            <p:cNvSpPr/>
            <p:nvPr/>
          </p:nvSpPr>
          <p:spPr>
            <a:xfrm>
              <a:off x="4459775" y="1021675"/>
              <a:ext cx="198850" cy="82475"/>
            </a:xfrm>
            <a:custGeom>
              <a:avLst/>
              <a:gdLst/>
              <a:ahLst/>
              <a:cxnLst/>
              <a:rect l="l" t="t" r="r" b="b"/>
              <a:pathLst>
                <a:path w="7954" h="3299" extrusionOk="0">
                  <a:moveTo>
                    <a:pt x="84" y="1"/>
                  </a:moveTo>
                  <a:cubicBezTo>
                    <a:pt x="72" y="84"/>
                    <a:pt x="36" y="156"/>
                    <a:pt x="0" y="239"/>
                  </a:cubicBezTo>
                  <a:lnTo>
                    <a:pt x="7882" y="3299"/>
                  </a:lnTo>
                  <a:cubicBezTo>
                    <a:pt x="7882" y="3227"/>
                    <a:pt x="7894" y="3156"/>
                    <a:pt x="7954" y="3108"/>
                  </a:cubicBezTo>
                  <a:cubicBezTo>
                    <a:pt x="7954" y="3096"/>
                    <a:pt x="7942" y="3073"/>
                    <a:pt x="7942" y="3049"/>
                  </a:cubicBezTo>
                  <a:lnTo>
                    <a:pt x="8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3" name="Google Shape;1703;p14"/>
            <p:cNvSpPr/>
            <p:nvPr/>
          </p:nvSpPr>
          <p:spPr>
            <a:xfrm>
              <a:off x="4418400" y="939825"/>
              <a:ext cx="27100" cy="67300"/>
            </a:xfrm>
            <a:custGeom>
              <a:avLst/>
              <a:gdLst/>
              <a:ahLst/>
              <a:cxnLst/>
              <a:rect l="l" t="t" r="r" b="b"/>
              <a:pathLst>
                <a:path w="1084" h="2692" extrusionOk="0">
                  <a:moveTo>
                    <a:pt x="0" y="1"/>
                  </a:moveTo>
                  <a:lnTo>
                    <a:pt x="846" y="2691"/>
                  </a:lnTo>
                  <a:cubicBezTo>
                    <a:pt x="917" y="2644"/>
                    <a:pt x="1001" y="2620"/>
                    <a:pt x="1084" y="2596"/>
                  </a:cubicBezTo>
                  <a:lnTo>
                    <a:pt x="26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4" name="Google Shape;1704;p14"/>
            <p:cNvSpPr/>
            <p:nvPr/>
          </p:nvSpPr>
          <p:spPr>
            <a:xfrm>
              <a:off x="4448750" y="1033600"/>
              <a:ext cx="82475" cy="232175"/>
            </a:xfrm>
            <a:custGeom>
              <a:avLst/>
              <a:gdLst/>
              <a:ahLst/>
              <a:cxnLst/>
              <a:rect l="l" t="t" r="r" b="b"/>
              <a:pathLst>
                <a:path w="3299" h="9287" extrusionOk="0">
                  <a:moveTo>
                    <a:pt x="239" y="0"/>
                  </a:moveTo>
                  <a:cubicBezTo>
                    <a:pt x="168" y="12"/>
                    <a:pt x="84" y="36"/>
                    <a:pt x="1" y="60"/>
                  </a:cubicBezTo>
                  <a:lnTo>
                    <a:pt x="3061" y="9287"/>
                  </a:lnTo>
                  <a:cubicBezTo>
                    <a:pt x="3120" y="9239"/>
                    <a:pt x="3192" y="9192"/>
                    <a:pt x="3275" y="9192"/>
                  </a:cubicBezTo>
                  <a:lnTo>
                    <a:pt x="3299" y="9192"/>
                  </a:lnTo>
                  <a:lnTo>
                    <a:pt x="23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5" name="Google Shape;1705;p14"/>
            <p:cNvSpPr/>
            <p:nvPr/>
          </p:nvSpPr>
          <p:spPr>
            <a:xfrm>
              <a:off x="4530625" y="1282125"/>
              <a:ext cx="42875" cy="110750"/>
            </a:xfrm>
            <a:custGeom>
              <a:avLst/>
              <a:gdLst/>
              <a:ahLst/>
              <a:cxnLst/>
              <a:rect l="l" t="t" r="r" b="b"/>
              <a:pathLst>
                <a:path w="1715" h="4430" extrusionOk="0">
                  <a:moveTo>
                    <a:pt x="262" y="1"/>
                  </a:moveTo>
                  <a:cubicBezTo>
                    <a:pt x="202" y="25"/>
                    <a:pt x="143" y="60"/>
                    <a:pt x="83" y="60"/>
                  </a:cubicBezTo>
                  <a:lnTo>
                    <a:pt x="0" y="60"/>
                  </a:lnTo>
                  <a:lnTo>
                    <a:pt x="1465" y="4430"/>
                  </a:lnTo>
                  <a:cubicBezTo>
                    <a:pt x="1524" y="4406"/>
                    <a:pt x="1595" y="4370"/>
                    <a:pt x="1667" y="4370"/>
                  </a:cubicBezTo>
                  <a:lnTo>
                    <a:pt x="1715" y="4370"/>
                  </a:lnTo>
                  <a:lnTo>
                    <a:pt x="26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6" name="Google Shape;1706;p14"/>
            <p:cNvSpPr/>
            <p:nvPr/>
          </p:nvSpPr>
          <p:spPr>
            <a:xfrm>
              <a:off x="4539550" y="1228550"/>
              <a:ext cx="81275" cy="44675"/>
            </a:xfrm>
            <a:custGeom>
              <a:avLst/>
              <a:gdLst/>
              <a:ahLst/>
              <a:cxnLst/>
              <a:rect l="l" t="t" r="r" b="b"/>
              <a:pathLst>
                <a:path w="3251" h="1787" extrusionOk="0">
                  <a:moveTo>
                    <a:pt x="3155" y="1"/>
                  </a:moveTo>
                  <a:lnTo>
                    <a:pt x="0" y="1548"/>
                  </a:lnTo>
                  <a:cubicBezTo>
                    <a:pt x="48" y="1584"/>
                    <a:pt x="95" y="1668"/>
                    <a:pt x="95" y="1751"/>
                  </a:cubicBezTo>
                  <a:lnTo>
                    <a:pt x="95" y="1787"/>
                  </a:lnTo>
                  <a:lnTo>
                    <a:pt x="3251" y="239"/>
                  </a:lnTo>
                  <a:cubicBezTo>
                    <a:pt x="3203" y="179"/>
                    <a:pt x="3179" y="96"/>
                    <a:pt x="3155" y="25"/>
                  </a:cubicBezTo>
                  <a:lnTo>
                    <a:pt x="315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7" name="Google Shape;1707;p14"/>
            <p:cNvSpPr/>
            <p:nvPr/>
          </p:nvSpPr>
          <p:spPr>
            <a:xfrm>
              <a:off x="4665450" y="1102950"/>
              <a:ext cx="99750" cy="35750"/>
            </a:xfrm>
            <a:custGeom>
              <a:avLst/>
              <a:gdLst/>
              <a:ahLst/>
              <a:cxnLst/>
              <a:rect l="l" t="t" r="r" b="b"/>
              <a:pathLst>
                <a:path w="3990" h="1430" extrusionOk="0">
                  <a:moveTo>
                    <a:pt x="132" y="0"/>
                  </a:moveTo>
                  <a:cubicBezTo>
                    <a:pt x="132" y="107"/>
                    <a:pt x="84" y="203"/>
                    <a:pt x="1" y="226"/>
                  </a:cubicBezTo>
                  <a:lnTo>
                    <a:pt x="3906" y="1429"/>
                  </a:lnTo>
                  <a:cubicBezTo>
                    <a:pt x="3930" y="1346"/>
                    <a:pt x="3953" y="1274"/>
                    <a:pt x="3989" y="1179"/>
                  </a:cubicBezTo>
                  <a:lnTo>
                    <a:pt x="13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8" name="Google Shape;1708;p14"/>
            <p:cNvSpPr/>
            <p:nvPr/>
          </p:nvSpPr>
          <p:spPr>
            <a:xfrm>
              <a:off x="4576150" y="1236000"/>
              <a:ext cx="52125" cy="157775"/>
            </a:xfrm>
            <a:custGeom>
              <a:avLst/>
              <a:gdLst/>
              <a:ahLst/>
              <a:cxnLst/>
              <a:rect l="l" t="t" r="r" b="b"/>
              <a:pathLst>
                <a:path w="2085" h="6311" extrusionOk="0">
                  <a:moveTo>
                    <a:pt x="1846" y="0"/>
                  </a:moveTo>
                  <a:lnTo>
                    <a:pt x="1" y="6215"/>
                  </a:lnTo>
                  <a:cubicBezTo>
                    <a:pt x="84" y="6227"/>
                    <a:pt x="167" y="6263"/>
                    <a:pt x="239" y="6311"/>
                  </a:cubicBezTo>
                  <a:lnTo>
                    <a:pt x="2084" y="84"/>
                  </a:lnTo>
                  <a:cubicBezTo>
                    <a:pt x="1989" y="84"/>
                    <a:pt x="1906" y="36"/>
                    <a:pt x="184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9" name="Google Shape;1709;p14"/>
            <p:cNvSpPr/>
            <p:nvPr/>
          </p:nvSpPr>
          <p:spPr>
            <a:xfrm>
              <a:off x="4627050" y="1106525"/>
              <a:ext cx="36050" cy="112225"/>
            </a:xfrm>
            <a:custGeom>
              <a:avLst/>
              <a:gdLst/>
              <a:ahLst/>
              <a:cxnLst/>
              <a:rect l="l" t="t" r="r" b="b"/>
              <a:pathLst>
                <a:path w="1442" h="4489" extrusionOk="0">
                  <a:moveTo>
                    <a:pt x="1227" y="0"/>
                  </a:moveTo>
                  <a:lnTo>
                    <a:pt x="1" y="4441"/>
                  </a:lnTo>
                  <a:lnTo>
                    <a:pt x="13" y="4441"/>
                  </a:lnTo>
                  <a:cubicBezTo>
                    <a:pt x="35" y="4438"/>
                    <a:pt x="56" y="4437"/>
                    <a:pt x="76" y="4437"/>
                  </a:cubicBezTo>
                  <a:cubicBezTo>
                    <a:pt x="142" y="4437"/>
                    <a:pt x="196" y="4452"/>
                    <a:pt x="251" y="4489"/>
                  </a:cubicBezTo>
                  <a:lnTo>
                    <a:pt x="1441" y="107"/>
                  </a:lnTo>
                  <a:lnTo>
                    <a:pt x="1441" y="107"/>
                  </a:lnTo>
                  <a:cubicBezTo>
                    <a:pt x="1427" y="111"/>
                    <a:pt x="1412" y="113"/>
                    <a:pt x="1397" y="113"/>
                  </a:cubicBezTo>
                  <a:cubicBezTo>
                    <a:pt x="1327" y="113"/>
                    <a:pt x="1257" y="69"/>
                    <a:pt x="122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0" name="Google Shape;1710;p14"/>
            <p:cNvSpPr/>
            <p:nvPr/>
          </p:nvSpPr>
          <p:spPr>
            <a:xfrm>
              <a:off x="4658600" y="939825"/>
              <a:ext cx="18475" cy="159275"/>
            </a:xfrm>
            <a:custGeom>
              <a:avLst/>
              <a:gdLst/>
              <a:ahLst/>
              <a:cxnLst/>
              <a:rect l="l" t="t" r="r" b="b"/>
              <a:pathLst>
                <a:path w="739" h="6371" extrusionOk="0">
                  <a:moveTo>
                    <a:pt x="477" y="1"/>
                  </a:moveTo>
                  <a:lnTo>
                    <a:pt x="1" y="6311"/>
                  </a:lnTo>
                  <a:cubicBezTo>
                    <a:pt x="1" y="6323"/>
                    <a:pt x="1" y="6347"/>
                    <a:pt x="13" y="6370"/>
                  </a:cubicBezTo>
                  <a:cubicBezTo>
                    <a:pt x="48" y="6335"/>
                    <a:pt x="96" y="6323"/>
                    <a:pt x="156" y="6311"/>
                  </a:cubicBezTo>
                  <a:cubicBezTo>
                    <a:pt x="191" y="6311"/>
                    <a:pt x="227" y="6311"/>
                    <a:pt x="263" y="6323"/>
                  </a:cubicBezTo>
                  <a:lnTo>
                    <a:pt x="73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1" name="Google Shape;1711;p14"/>
            <p:cNvSpPr/>
            <p:nvPr/>
          </p:nvSpPr>
          <p:spPr>
            <a:xfrm>
              <a:off x="4752075" y="939825"/>
              <a:ext cx="37225" cy="176550"/>
            </a:xfrm>
            <a:custGeom>
              <a:avLst/>
              <a:gdLst/>
              <a:ahLst/>
              <a:cxnLst/>
              <a:rect l="l" t="t" r="r" b="b"/>
              <a:pathLst>
                <a:path w="1489" h="7062" extrusionOk="0">
                  <a:moveTo>
                    <a:pt x="0" y="1"/>
                  </a:moveTo>
                  <a:lnTo>
                    <a:pt x="48" y="263"/>
                  </a:lnTo>
                  <a:lnTo>
                    <a:pt x="96" y="548"/>
                  </a:lnTo>
                  <a:lnTo>
                    <a:pt x="1215" y="7061"/>
                  </a:lnTo>
                  <a:cubicBezTo>
                    <a:pt x="1310" y="7037"/>
                    <a:pt x="1393" y="7025"/>
                    <a:pt x="1489" y="7002"/>
                  </a:cubicBezTo>
                  <a:lnTo>
                    <a:pt x="369" y="608"/>
                  </a:lnTo>
                  <a:lnTo>
                    <a:pt x="334" y="322"/>
                  </a:lnTo>
                  <a:lnTo>
                    <a:pt x="27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2" name="Google Shape;1712;p14"/>
            <p:cNvSpPr/>
            <p:nvPr/>
          </p:nvSpPr>
          <p:spPr>
            <a:xfrm>
              <a:off x="4804450" y="989825"/>
              <a:ext cx="88725" cy="131000"/>
            </a:xfrm>
            <a:custGeom>
              <a:avLst/>
              <a:gdLst/>
              <a:ahLst/>
              <a:cxnLst/>
              <a:rect l="l" t="t" r="r" b="b"/>
              <a:pathLst>
                <a:path w="3549" h="5240" extrusionOk="0">
                  <a:moveTo>
                    <a:pt x="3323" y="1"/>
                  </a:moveTo>
                  <a:lnTo>
                    <a:pt x="1" y="5109"/>
                  </a:lnTo>
                  <a:cubicBezTo>
                    <a:pt x="84" y="5144"/>
                    <a:pt x="156" y="5192"/>
                    <a:pt x="227" y="5240"/>
                  </a:cubicBezTo>
                  <a:lnTo>
                    <a:pt x="3549" y="144"/>
                  </a:lnTo>
                  <a:cubicBezTo>
                    <a:pt x="3454" y="120"/>
                    <a:pt x="3382" y="84"/>
                    <a:pt x="332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3" name="Google Shape;1713;p14"/>
            <p:cNvSpPr/>
            <p:nvPr/>
          </p:nvSpPr>
          <p:spPr>
            <a:xfrm>
              <a:off x="4897925" y="939825"/>
              <a:ext cx="29775" cy="37525"/>
            </a:xfrm>
            <a:custGeom>
              <a:avLst/>
              <a:gdLst/>
              <a:ahLst/>
              <a:cxnLst/>
              <a:rect l="l" t="t" r="r" b="b"/>
              <a:pathLst>
                <a:path w="1191" h="1501" extrusionOk="0">
                  <a:moveTo>
                    <a:pt x="881" y="1"/>
                  </a:moveTo>
                  <a:lnTo>
                    <a:pt x="0" y="1346"/>
                  </a:lnTo>
                  <a:cubicBezTo>
                    <a:pt x="96" y="1382"/>
                    <a:pt x="167" y="1429"/>
                    <a:pt x="227" y="1501"/>
                  </a:cubicBezTo>
                  <a:lnTo>
                    <a:pt x="119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4" name="Google Shape;1714;p14"/>
            <p:cNvSpPr/>
            <p:nvPr/>
          </p:nvSpPr>
          <p:spPr>
            <a:xfrm>
              <a:off x="4904775" y="979125"/>
              <a:ext cx="209875" cy="36925"/>
            </a:xfrm>
            <a:custGeom>
              <a:avLst/>
              <a:gdLst/>
              <a:ahLst/>
              <a:cxnLst/>
              <a:rect l="l" t="t" r="r" b="b"/>
              <a:pathLst>
                <a:path w="8395" h="1477" extrusionOk="0">
                  <a:moveTo>
                    <a:pt x="0" y="0"/>
                  </a:moveTo>
                  <a:cubicBezTo>
                    <a:pt x="12" y="48"/>
                    <a:pt x="24" y="96"/>
                    <a:pt x="24" y="131"/>
                  </a:cubicBezTo>
                  <a:lnTo>
                    <a:pt x="24" y="250"/>
                  </a:lnTo>
                  <a:lnTo>
                    <a:pt x="8394" y="1477"/>
                  </a:lnTo>
                  <a:lnTo>
                    <a:pt x="7870" y="1131"/>
                  </a:ln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5" name="Google Shape;1715;p14"/>
            <p:cNvSpPr/>
            <p:nvPr/>
          </p:nvSpPr>
          <p:spPr>
            <a:xfrm>
              <a:off x="5115500" y="939825"/>
              <a:ext cx="73850" cy="73250"/>
            </a:xfrm>
            <a:custGeom>
              <a:avLst/>
              <a:gdLst/>
              <a:ahLst/>
              <a:cxnLst/>
              <a:rect l="l" t="t" r="r" b="b"/>
              <a:pathLst>
                <a:path w="2954" h="2930" extrusionOk="0">
                  <a:moveTo>
                    <a:pt x="2608" y="1"/>
                  </a:moveTo>
                  <a:lnTo>
                    <a:pt x="1" y="2775"/>
                  </a:lnTo>
                  <a:lnTo>
                    <a:pt x="227" y="2930"/>
                  </a:lnTo>
                  <a:lnTo>
                    <a:pt x="295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6" name="Google Shape;1716;p14"/>
            <p:cNvSpPr/>
            <p:nvPr/>
          </p:nvSpPr>
          <p:spPr>
            <a:xfrm>
              <a:off x="4996450" y="939825"/>
              <a:ext cx="347975" cy="224175"/>
            </a:xfrm>
            <a:custGeom>
              <a:avLst/>
              <a:gdLst/>
              <a:ahLst/>
              <a:cxnLst/>
              <a:rect l="l" t="t" r="r" b="b"/>
              <a:pathLst>
                <a:path w="13919" h="8967" extrusionOk="0">
                  <a:moveTo>
                    <a:pt x="0" y="1"/>
                  </a:moveTo>
                  <a:lnTo>
                    <a:pt x="4203" y="2715"/>
                  </a:lnTo>
                  <a:lnTo>
                    <a:pt x="4715" y="3061"/>
                  </a:lnTo>
                  <a:lnTo>
                    <a:pt x="13835" y="8966"/>
                  </a:lnTo>
                  <a:cubicBezTo>
                    <a:pt x="13847" y="8907"/>
                    <a:pt x="13871" y="8871"/>
                    <a:pt x="13919" y="8835"/>
                  </a:cubicBezTo>
                  <a:lnTo>
                    <a:pt x="13776" y="8633"/>
                  </a:lnTo>
                  <a:lnTo>
                    <a:pt x="4977" y="2918"/>
                  </a:lnTo>
                  <a:lnTo>
                    <a:pt x="4751" y="2763"/>
                  </a:lnTo>
                  <a:lnTo>
                    <a:pt x="47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7" name="Google Shape;1717;p14"/>
            <p:cNvSpPr/>
            <p:nvPr/>
          </p:nvSpPr>
          <p:spPr>
            <a:xfrm>
              <a:off x="5192300" y="939825"/>
              <a:ext cx="157775" cy="220900"/>
            </a:xfrm>
            <a:custGeom>
              <a:avLst/>
              <a:gdLst/>
              <a:ahLst/>
              <a:cxnLst/>
              <a:rect l="l" t="t" r="r" b="b"/>
              <a:pathLst>
                <a:path w="6311" h="8836" extrusionOk="0">
                  <a:moveTo>
                    <a:pt x="1" y="1"/>
                  </a:moveTo>
                  <a:lnTo>
                    <a:pt x="5942" y="8633"/>
                  </a:lnTo>
                  <a:lnTo>
                    <a:pt x="6073" y="8835"/>
                  </a:lnTo>
                  <a:cubicBezTo>
                    <a:pt x="6132" y="8764"/>
                    <a:pt x="6216" y="8716"/>
                    <a:pt x="6311" y="8704"/>
                  </a:cubicBezTo>
                  <a:lnTo>
                    <a:pt x="31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8" name="Google Shape;1718;p14"/>
            <p:cNvSpPr/>
            <p:nvPr/>
          </p:nvSpPr>
          <p:spPr>
            <a:xfrm>
              <a:off x="5357500" y="995500"/>
              <a:ext cx="208675" cy="168500"/>
            </a:xfrm>
            <a:custGeom>
              <a:avLst/>
              <a:gdLst/>
              <a:ahLst/>
              <a:cxnLst/>
              <a:rect l="l" t="t" r="r" b="b"/>
              <a:pathLst>
                <a:path w="8347" h="6740" extrusionOk="0">
                  <a:moveTo>
                    <a:pt x="8168" y="0"/>
                  </a:moveTo>
                  <a:lnTo>
                    <a:pt x="1" y="6537"/>
                  </a:lnTo>
                  <a:cubicBezTo>
                    <a:pt x="72" y="6584"/>
                    <a:pt x="132" y="6656"/>
                    <a:pt x="155" y="6739"/>
                  </a:cubicBezTo>
                  <a:lnTo>
                    <a:pt x="8347" y="191"/>
                  </a:lnTo>
                  <a:cubicBezTo>
                    <a:pt x="8275" y="131"/>
                    <a:pt x="8216" y="72"/>
                    <a:pt x="81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9" name="Google Shape;1719;p14"/>
            <p:cNvSpPr/>
            <p:nvPr/>
          </p:nvSpPr>
          <p:spPr>
            <a:xfrm>
              <a:off x="5531925" y="939825"/>
              <a:ext cx="36650" cy="39025"/>
            </a:xfrm>
            <a:custGeom>
              <a:avLst/>
              <a:gdLst/>
              <a:ahLst/>
              <a:cxnLst/>
              <a:rect l="l" t="t" r="r" b="b"/>
              <a:pathLst>
                <a:path w="1466" h="1561" extrusionOk="0">
                  <a:moveTo>
                    <a:pt x="1" y="1"/>
                  </a:moveTo>
                  <a:lnTo>
                    <a:pt x="1251" y="1560"/>
                  </a:lnTo>
                  <a:cubicBezTo>
                    <a:pt x="1298" y="1501"/>
                    <a:pt x="1370" y="1453"/>
                    <a:pt x="1465" y="1406"/>
                  </a:cubicBezTo>
                  <a:lnTo>
                    <a:pt x="33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0" name="Google Shape;1720;p14"/>
            <p:cNvSpPr/>
            <p:nvPr/>
          </p:nvSpPr>
          <p:spPr>
            <a:xfrm>
              <a:off x="5412275" y="940125"/>
              <a:ext cx="30075" cy="14900"/>
            </a:xfrm>
            <a:custGeom>
              <a:avLst/>
              <a:gdLst/>
              <a:ahLst/>
              <a:cxnLst/>
              <a:rect l="l" t="t" r="r" b="b"/>
              <a:pathLst>
                <a:path w="1203" h="596" extrusionOk="0">
                  <a:moveTo>
                    <a:pt x="0" y="1"/>
                  </a:moveTo>
                  <a:lnTo>
                    <a:pt x="1084" y="596"/>
                  </a:lnTo>
                  <a:cubicBezTo>
                    <a:pt x="1108" y="489"/>
                    <a:pt x="1143" y="417"/>
                    <a:pt x="1203" y="358"/>
                  </a:cubicBezTo>
                  <a:lnTo>
                    <a:pt x="53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1" name="Google Shape;1721;p14"/>
            <p:cNvSpPr/>
            <p:nvPr/>
          </p:nvSpPr>
          <p:spPr>
            <a:xfrm>
              <a:off x="5448000" y="940125"/>
              <a:ext cx="7750" cy="6575"/>
            </a:xfrm>
            <a:custGeom>
              <a:avLst/>
              <a:gdLst/>
              <a:ahLst/>
              <a:cxnLst/>
              <a:rect l="l" t="t" r="r" b="b"/>
              <a:pathLst>
                <a:path w="310" h="263" extrusionOk="0">
                  <a:moveTo>
                    <a:pt x="36" y="1"/>
                  </a:moveTo>
                  <a:lnTo>
                    <a:pt x="0" y="251"/>
                  </a:lnTo>
                  <a:cubicBezTo>
                    <a:pt x="12" y="251"/>
                    <a:pt x="24" y="251"/>
                    <a:pt x="36" y="239"/>
                  </a:cubicBezTo>
                  <a:cubicBezTo>
                    <a:pt x="58" y="235"/>
                    <a:pt x="80" y="234"/>
                    <a:pt x="100" y="234"/>
                  </a:cubicBezTo>
                  <a:cubicBezTo>
                    <a:pt x="157" y="234"/>
                    <a:pt x="207" y="245"/>
                    <a:pt x="250" y="262"/>
                  </a:cubicBezTo>
                  <a:lnTo>
                    <a:pt x="31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2" name="Google Shape;1722;p14"/>
            <p:cNvSpPr/>
            <p:nvPr/>
          </p:nvSpPr>
          <p:spPr>
            <a:xfrm>
              <a:off x="5654850" y="939825"/>
              <a:ext cx="128625" cy="201250"/>
            </a:xfrm>
            <a:custGeom>
              <a:avLst/>
              <a:gdLst/>
              <a:ahLst/>
              <a:cxnLst/>
              <a:rect l="l" t="t" r="r" b="b"/>
              <a:pathLst>
                <a:path w="5145" h="8050" extrusionOk="0">
                  <a:moveTo>
                    <a:pt x="1" y="1"/>
                  </a:moveTo>
                  <a:lnTo>
                    <a:pt x="4978" y="8049"/>
                  </a:lnTo>
                  <a:cubicBezTo>
                    <a:pt x="5025" y="8002"/>
                    <a:pt x="5085" y="7954"/>
                    <a:pt x="5144" y="7906"/>
                  </a:cubicBezTo>
                  <a:lnTo>
                    <a:pt x="5097" y="7775"/>
                  </a:lnTo>
                  <a:lnTo>
                    <a:pt x="29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3" name="Google Shape;1723;p14"/>
            <p:cNvSpPr/>
            <p:nvPr/>
          </p:nvSpPr>
          <p:spPr>
            <a:xfrm>
              <a:off x="5575375" y="939825"/>
              <a:ext cx="14925" cy="36050"/>
            </a:xfrm>
            <a:custGeom>
              <a:avLst/>
              <a:gdLst/>
              <a:ahLst/>
              <a:cxnLst/>
              <a:rect l="l" t="t" r="r" b="b"/>
              <a:pathLst>
                <a:path w="597" h="1442" extrusionOk="0">
                  <a:moveTo>
                    <a:pt x="346" y="1"/>
                  </a:moveTo>
                  <a:lnTo>
                    <a:pt x="1" y="1370"/>
                  </a:lnTo>
                  <a:cubicBezTo>
                    <a:pt x="96" y="1370"/>
                    <a:pt x="180" y="1394"/>
                    <a:pt x="239" y="1441"/>
                  </a:cubicBezTo>
                  <a:lnTo>
                    <a:pt x="59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4" name="Google Shape;1724;p14"/>
            <p:cNvSpPr/>
            <p:nvPr/>
          </p:nvSpPr>
          <p:spPr>
            <a:xfrm>
              <a:off x="5742075" y="939825"/>
              <a:ext cx="47350" cy="198275"/>
            </a:xfrm>
            <a:custGeom>
              <a:avLst/>
              <a:gdLst/>
              <a:ahLst/>
              <a:cxnLst/>
              <a:rect l="l" t="t" r="r" b="b"/>
              <a:pathLst>
                <a:path w="1894" h="7931" extrusionOk="0">
                  <a:moveTo>
                    <a:pt x="0" y="1"/>
                  </a:moveTo>
                  <a:lnTo>
                    <a:pt x="1608" y="7775"/>
                  </a:lnTo>
                  <a:lnTo>
                    <a:pt x="1644" y="7930"/>
                  </a:lnTo>
                  <a:cubicBezTo>
                    <a:pt x="1715" y="7894"/>
                    <a:pt x="1775" y="7871"/>
                    <a:pt x="1870" y="7871"/>
                  </a:cubicBezTo>
                  <a:lnTo>
                    <a:pt x="1894" y="7871"/>
                  </a:lnTo>
                  <a:lnTo>
                    <a:pt x="27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5" name="Google Shape;1725;p14"/>
            <p:cNvSpPr/>
            <p:nvPr/>
          </p:nvSpPr>
          <p:spPr>
            <a:xfrm>
              <a:off x="5789400" y="1164550"/>
              <a:ext cx="90525" cy="353650"/>
            </a:xfrm>
            <a:custGeom>
              <a:avLst/>
              <a:gdLst/>
              <a:ahLst/>
              <a:cxnLst/>
              <a:rect l="l" t="t" r="r" b="b"/>
              <a:pathLst>
                <a:path w="3621" h="14146" extrusionOk="0">
                  <a:moveTo>
                    <a:pt x="251" y="1"/>
                  </a:moveTo>
                  <a:cubicBezTo>
                    <a:pt x="215" y="13"/>
                    <a:pt x="155" y="25"/>
                    <a:pt x="96" y="37"/>
                  </a:cubicBezTo>
                  <a:lnTo>
                    <a:pt x="1" y="37"/>
                  </a:lnTo>
                  <a:lnTo>
                    <a:pt x="3370" y="14145"/>
                  </a:lnTo>
                  <a:cubicBezTo>
                    <a:pt x="3441" y="14122"/>
                    <a:pt x="3513" y="14110"/>
                    <a:pt x="3584" y="14086"/>
                  </a:cubicBezTo>
                  <a:lnTo>
                    <a:pt x="3620" y="14086"/>
                  </a:lnTo>
                  <a:lnTo>
                    <a:pt x="25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6" name="Google Shape;1726;p14"/>
            <p:cNvSpPr/>
            <p:nvPr/>
          </p:nvSpPr>
          <p:spPr>
            <a:xfrm>
              <a:off x="6017400" y="939525"/>
              <a:ext cx="8075" cy="4500"/>
            </a:xfrm>
            <a:custGeom>
              <a:avLst/>
              <a:gdLst/>
              <a:ahLst/>
              <a:cxnLst/>
              <a:rect l="l" t="t" r="r" b="b"/>
              <a:pathLst>
                <a:path w="323" h="180" extrusionOk="0">
                  <a:moveTo>
                    <a:pt x="1" y="1"/>
                  </a:moveTo>
                  <a:lnTo>
                    <a:pt x="108" y="179"/>
                  </a:lnTo>
                  <a:cubicBezTo>
                    <a:pt x="156" y="144"/>
                    <a:pt x="203" y="96"/>
                    <a:pt x="239" y="72"/>
                  </a:cubicBezTo>
                  <a:cubicBezTo>
                    <a:pt x="275" y="48"/>
                    <a:pt x="298" y="36"/>
                    <a:pt x="322" y="25"/>
                  </a:cubicBezTo>
                  <a:lnTo>
                    <a:pt x="29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7" name="Google Shape;1727;p14"/>
            <p:cNvSpPr/>
            <p:nvPr/>
          </p:nvSpPr>
          <p:spPr>
            <a:xfrm>
              <a:off x="5798625" y="956500"/>
              <a:ext cx="225350" cy="187850"/>
            </a:xfrm>
            <a:custGeom>
              <a:avLst/>
              <a:gdLst/>
              <a:ahLst/>
              <a:cxnLst/>
              <a:rect l="l" t="t" r="r" b="b"/>
              <a:pathLst>
                <a:path w="9014" h="7514" extrusionOk="0">
                  <a:moveTo>
                    <a:pt x="8835" y="0"/>
                  </a:moveTo>
                  <a:lnTo>
                    <a:pt x="1" y="7299"/>
                  </a:lnTo>
                  <a:cubicBezTo>
                    <a:pt x="84" y="7370"/>
                    <a:pt x="144" y="7442"/>
                    <a:pt x="167" y="7513"/>
                  </a:cubicBezTo>
                  <a:lnTo>
                    <a:pt x="9014" y="191"/>
                  </a:lnTo>
                  <a:cubicBezTo>
                    <a:pt x="8954" y="167"/>
                    <a:pt x="8895" y="96"/>
                    <a:pt x="8847" y="24"/>
                  </a:cubicBezTo>
                  <a:cubicBezTo>
                    <a:pt x="8847" y="12"/>
                    <a:pt x="8835" y="12"/>
                    <a:pt x="883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8" name="Google Shape;1728;p14"/>
            <p:cNvSpPr/>
            <p:nvPr/>
          </p:nvSpPr>
          <p:spPr>
            <a:xfrm>
              <a:off x="6031700" y="959775"/>
              <a:ext cx="71750" cy="111650"/>
            </a:xfrm>
            <a:custGeom>
              <a:avLst/>
              <a:gdLst/>
              <a:ahLst/>
              <a:cxnLst/>
              <a:rect l="l" t="t" r="r" b="b"/>
              <a:pathLst>
                <a:path w="2870" h="4466" extrusionOk="0">
                  <a:moveTo>
                    <a:pt x="238" y="0"/>
                  </a:moveTo>
                  <a:cubicBezTo>
                    <a:pt x="226" y="12"/>
                    <a:pt x="191" y="36"/>
                    <a:pt x="155" y="60"/>
                  </a:cubicBezTo>
                  <a:cubicBezTo>
                    <a:pt x="107" y="72"/>
                    <a:pt x="60" y="96"/>
                    <a:pt x="0" y="108"/>
                  </a:cubicBezTo>
                  <a:lnTo>
                    <a:pt x="2691" y="4465"/>
                  </a:lnTo>
                  <a:cubicBezTo>
                    <a:pt x="2739" y="4394"/>
                    <a:pt x="2798" y="4322"/>
                    <a:pt x="2870" y="4263"/>
                  </a:cubicBezTo>
                  <a:lnTo>
                    <a:pt x="23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9" name="Google Shape;1729;p14"/>
            <p:cNvSpPr/>
            <p:nvPr/>
          </p:nvSpPr>
          <p:spPr>
            <a:xfrm>
              <a:off x="6036450" y="939825"/>
              <a:ext cx="12825" cy="7475"/>
            </a:xfrm>
            <a:custGeom>
              <a:avLst/>
              <a:gdLst/>
              <a:ahLst/>
              <a:cxnLst/>
              <a:rect l="l" t="t" r="r" b="b"/>
              <a:pathLst>
                <a:path w="513" h="299" extrusionOk="0">
                  <a:moveTo>
                    <a:pt x="108" y="1"/>
                  </a:moveTo>
                  <a:lnTo>
                    <a:pt x="1" y="84"/>
                  </a:lnTo>
                  <a:cubicBezTo>
                    <a:pt x="48" y="120"/>
                    <a:pt x="96" y="155"/>
                    <a:pt x="120" y="203"/>
                  </a:cubicBezTo>
                  <a:lnTo>
                    <a:pt x="167" y="298"/>
                  </a:lnTo>
                  <a:lnTo>
                    <a:pt x="51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0" name="Google Shape;1730;p14"/>
            <p:cNvSpPr/>
            <p:nvPr/>
          </p:nvSpPr>
          <p:spPr>
            <a:xfrm>
              <a:off x="5965325" y="1184200"/>
              <a:ext cx="453050" cy="198075"/>
            </a:xfrm>
            <a:custGeom>
              <a:avLst/>
              <a:gdLst/>
              <a:ahLst/>
              <a:cxnLst/>
              <a:rect l="l" t="t" r="r" b="b"/>
              <a:pathLst>
                <a:path w="18122" h="7923" extrusionOk="0">
                  <a:moveTo>
                    <a:pt x="18121" y="1"/>
                  </a:moveTo>
                  <a:lnTo>
                    <a:pt x="143" y="7633"/>
                  </a:lnTo>
                  <a:lnTo>
                    <a:pt x="0" y="7883"/>
                  </a:lnTo>
                  <a:cubicBezTo>
                    <a:pt x="27" y="7909"/>
                    <a:pt x="67" y="7923"/>
                    <a:pt x="106" y="7923"/>
                  </a:cubicBezTo>
                  <a:cubicBezTo>
                    <a:pt x="118" y="7923"/>
                    <a:pt x="131" y="7921"/>
                    <a:pt x="143" y="7918"/>
                  </a:cubicBezTo>
                  <a:lnTo>
                    <a:pt x="18121" y="286"/>
                  </a:lnTo>
                  <a:lnTo>
                    <a:pt x="1812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1" name="Google Shape;1731;p14"/>
            <p:cNvSpPr/>
            <p:nvPr/>
          </p:nvSpPr>
          <p:spPr>
            <a:xfrm>
              <a:off x="6126650" y="939825"/>
              <a:ext cx="68775" cy="119975"/>
            </a:xfrm>
            <a:custGeom>
              <a:avLst/>
              <a:gdLst/>
              <a:ahLst/>
              <a:cxnLst/>
              <a:rect l="l" t="t" r="r" b="b"/>
              <a:pathLst>
                <a:path w="2751" h="4799" extrusionOk="0">
                  <a:moveTo>
                    <a:pt x="2465" y="1"/>
                  </a:moveTo>
                  <a:lnTo>
                    <a:pt x="0" y="4739"/>
                  </a:lnTo>
                  <a:cubicBezTo>
                    <a:pt x="84" y="4763"/>
                    <a:pt x="179" y="4775"/>
                    <a:pt x="250" y="4799"/>
                  </a:cubicBezTo>
                  <a:lnTo>
                    <a:pt x="275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2" name="Google Shape;1732;p14"/>
            <p:cNvSpPr/>
            <p:nvPr/>
          </p:nvSpPr>
          <p:spPr>
            <a:xfrm>
              <a:off x="5887625" y="1106525"/>
              <a:ext cx="218800" cy="414050"/>
            </a:xfrm>
            <a:custGeom>
              <a:avLst/>
              <a:gdLst/>
              <a:ahLst/>
              <a:cxnLst/>
              <a:rect l="l" t="t" r="r" b="b"/>
              <a:pathLst>
                <a:path w="8752" h="16562" extrusionOk="0">
                  <a:moveTo>
                    <a:pt x="8561" y="0"/>
                  </a:moveTo>
                  <a:lnTo>
                    <a:pt x="1" y="16443"/>
                  </a:lnTo>
                  <a:cubicBezTo>
                    <a:pt x="96" y="16466"/>
                    <a:pt x="167" y="16502"/>
                    <a:pt x="227" y="16562"/>
                  </a:cubicBezTo>
                  <a:lnTo>
                    <a:pt x="3132" y="10990"/>
                  </a:lnTo>
                  <a:lnTo>
                    <a:pt x="3263" y="10740"/>
                  </a:lnTo>
                  <a:lnTo>
                    <a:pt x="8752" y="179"/>
                  </a:lnTo>
                  <a:cubicBezTo>
                    <a:pt x="8680" y="131"/>
                    <a:pt x="8621" y="72"/>
                    <a:pt x="856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14"/>
            <p:cNvSpPr/>
            <p:nvPr/>
          </p:nvSpPr>
          <p:spPr>
            <a:xfrm>
              <a:off x="4762775" y="1114700"/>
              <a:ext cx="59275" cy="58100"/>
            </a:xfrm>
            <a:custGeom>
              <a:avLst/>
              <a:gdLst/>
              <a:ahLst/>
              <a:cxnLst/>
              <a:rect l="l" t="t" r="r" b="b"/>
              <a:pathLst>
                <a:path w="2371" h="2324" extrusionOk="0">
                  <a:moveTo>
                    <a:pt x="1166" y="0"/>
                  </a:moveTo>
                  <a:cubicBezTo>
                    <a:pt x="1130" y="0"/>
                    <a:pt x="1095" y="2"/>
                    <a:pt x="1061" y="7"/>
                  </a:cubicBezTo>
                  <a:cubicBezTo>
                    <a:pt x="977" y="18"/>
                    <a:pt x="882" y="42"/>
                    <a:pt x="811" y="66"/>
                  </a:cubicBezTo>
                  <a:cubicBezTo>
                    <a:pt x="477" y="173"/>
                    <a:pt x="227" y="423"/>
                    <a:pt x="96" y="721"/>
                  </a:cubicBezTo>
                  <a:cubicBezTo>
                    <a:pt x="60" y="804"/>
                    <a:pt x="37" y="888"/>
                    <a:pt x="25" y="983"/>
                  </a:cubicBezTo>
                  <a:cubicBezTo>
                    <a:pt x="1" y="1078"/>
                    <a:pt x="1" y="1185"/>
                    <a:pt x="1" y="1292"/>
                  </a:cubicBezTo>
                  <a:cubicBezTo>
                    <a:pt x="78" y="1890"/>
                    <a:pt x="568" y="2324"/>
                    <a:pt x="1144" y="2324"/>
                  </a:cubicBezTo>
                  <a:cubicBezTo>
                    <a:pt x="1187" y="2324"/>
                    <a:pt x="1231" y="2321"/>
                    <a:pt x="1275" y="2316"/>
                  </a:cubicBezTo>
                  <a:cubicBezTo>
                    <a:pt x="1906" y="2245"/>
                    <a:pt x="2370" y="1673"/>
                    <a:pt x="2299" y="1054"/>
                  </a:cubicBezTo>
                  <a:cubicBezTo>
                    <a:pt x="2263" y="721"/>
                    <a:pt x="2108" y="459"/>
                    <a:pt x="1870" y="268"/>
                  </a:cubicBezTo>
                  <a:cubicBezTo>
                    <a:pt x="1787" y="209"/>
                    <a:pt x="1727" y="161"/>
                    <a:pt x="1644" y="126"/>
                  </a:cubicBezTo>
                  <a:cubicBezTo>
                    <a:pt x="1506" y="47"/>
                    <a:pt x="1335" y="0"/>
                    <a:pt x="116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4" name="Google Shape;1734;p14"/>
            <p:cNvSpPr/>
            <p:nvPr/>
          </p:nvSpPr>
          <p:spPr>
            <a:xfrm>
              <a:off x="4558600" y="1391375"/>
              <a:ext cx="30975" cy="29875"/>
            </a:xfrm>
            <a:custGeom>
              <a:avLst/>
              <a:gdLst/>
              <a:ahLst/>
              <a:cxnLst/>
              <a:rect l="l" t="t" r="r" b="b"/>
              <a:pathLst>
                <a:path w="1239" h="1195" extrusionOk="0">
                  <a:moveTo>
                    <a:pt x="548" y="0"/>
                  </a:moveTo>
                  <a:cubicBezTo>
                    <a:pt x="476" y="12"/>
                    <a:pt x="405" y="36"/>
                    <a:pt x="346" y="60"/>
                  </a:cubicBezTo>
                  <a:cubicBezTo>
                    <a:pt x="131" y="167"/>
                    <a:pt x="0" y="405"/>
                    <a:pt x="12" y="655"/>
                  </a:cubicBezTo>
                  <a:cubicBezTo>
                    <a:pt x="57" y="966"/>
                    <a:pt x="308" y="1195"/>
                    <a:pt x="603" y="1195"/>
                  </a:cubicBezTo>
                  <a:cubicBezTo>
                    <a:pt x="624" y="1195"/>
                    <a:pt x="646" y="1193"/>
                    <a:pt x="667" y="1191"/>
                  </a:cubicBezTo>
                  <a:cubicBezTo>
                    <a:pt x="1000" y="1167"/>
                    <a:pt x="1238" y="870"/>
                    <a:pt x="1203" y="536"/>
                  </a:cubicBezTo>
                  <a:cubicBezTo>
                    <a:pt x="1191" y="346"/>
                    <a:pt x="1084" y="191"/>
                    <a:pt x="941" y="108"/>
                  </a:cubicBezTo>
                  <a:cubicBezTo>
                    <a:pt x="869" y="60"/>
                    <a:pt x="786" y="36"/>
                    <a:pt x="703" y="12"/>
                  </a:cubicBezTo>
                  <a:cubicBezTo>
                    <a:pt x="667" y="0"/>
                    <a:pt x="643" y="0"/>
                    <a:pt x="59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5" name="Google Shape;1735;p14"/>
            <p:cNvSpPr/>
            <p:nvPr/>
          </p:nvSpPr>
          <p:spPr>
            <a:xfrm>
              <a:off x="4196350" y="1025325"/>
              <a:ext cx="30075" cy="30150"/>
            </a:xfrm>
            <a:custGeom>
              <a:avLst/>
              <a:gdLst/>
              <a:ahLst/>
              <a:cxnLst/>
              <a:rect l="l" t="t" r="r" b="b"/>
              <a:pathLst>
                <a:path w="1203" h="1206" extrusionOk="0">
                  <a:moveTo>
                    <a:pt x="622" y="1"/>
                  </a:moveTo>
                  <a:cubicBezTo>
                    <a:pt x="596" y="1"/>
                    <a:pt x="566" y="4"/>
                    <a:pt x="536" y="10"/>
                  </a:cubicBezTo>
                  <a:cubicBezTo>
                    <a:pt x="238" y="45"/>
                    <a:pt x="24" y="283"/>
                    <a:pt x="0" y="569"/>
                  </a:cubicBezTo>
                  <a:lnTo>
                    <a:pt x="0" y="664"/>
                  </a:lnTo>
                  <a:cubicBezTo>
                    <a:pt x="0" y="724"/>
                    <a:pt x="12" y="772"/>
                    <a:pt x="36" y="831"/>
                  </a:cubicBezTo>
                  <a:cubicBezTo>
                    <a:pt x="123" y="1048"/>
                    <a:pt x="337" y="1205"/>
                    <a:pt x="581" y="1205"/>
                  </a:cubicBezTo>
                  <a:cubicBezTo>
                    <a:pt x="606" y="1205"/>
                    <a:pt x="630" y="1204"/>
                    <a:pt x="655" y="1200"/>
                  </a:cubicBezTo>
                  <a:cubicBezTo>
                    <a:pt x="679" y="1200"/>
                    <a:pt x="727" y="1188"/>
                    <a:pt x="750" y="1188"/>
                  </a:cubicBezTo>
                  <a:cubicBezTo>
                    <a:pt x="846" y="1165"/>
                    <a:pt x="917" y="1117"/>
                    <a:pt x="977" y="1069"/>
                  </a:cubicBezTo>
                  <a:cubicBezTo>
                    <a:pt x="1131" y="938"/>
                    <a:pt x="1203" y="748"/>
                    <a:pt x="1191" y="545"/>
                  </a:cubicBezTo>
                  <a:cubicBezTo>
                    <a:pt x="1167" y="367"/>
                    <a:pt x="1072" y="224"/>
                    <a:pt x="929" y="117"/>
                  </a:cubicBezTo>
                  <a:cubicBezTo>
                    <a:pt x="858" y="69"/>
                    <a:pt x="786" y="33"/>
                    <a:pt x="691" y="10"/>
                  </a:cubicBezTo>
                  <a:cubicBezTo>
                    <a:pt x="673" y="4"/>
                    <a:pt x="649" y="1"/>
                    <a:pt x="62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6" name="Google Shape;1736;p14"/>
            <p:cNvSpPr/>
            <p:nvPr/>
          </p:nvSpPr>
          <p:spPr>
            <a:xfrm>
              <a:off x="4432100" y="1005225"/>
              <a:ext cx="30075" cy="29900"/>
            </a:xfrm>
            <a:custGeom>
              <a:avLst/>
              <a:gdLst/>
              <a:ahLst/>
              <a:cxnLst/>
              <a:rect l="l" t="t" r="r" b="b"/>
              <a:pathLst>
                <a:path w="1203" h="1196" extrusionOk="0">
                  <a:moveTo>
                    <a:pt x="614" y="0"/>
                  </a:moveTo>
                  <a:cubicBezTo>
                    <a:pt x="592" y="0"/>
                    <a:pt x="570" y="2"/>
                    <a:pt x="548" y="4"/>
                  </a:cubicBezTo>
                  <a:cubicBezTo>
                    <a:pt x="464" y="16"/>
                    <a:pt x="369" y="40"/>
                    <a:pt x="310" y="87"/>
                  </a:cubicBezTo>
                  <a:cubicBezTo>
                    <a:pt x="238" y="135"/>
                    <a:pt x="179" y="195"/>
                    <a:pt x="131" y="254"/>
                  </a:cubicBezTo>
                  <a:cubicBezTo>
                    <a:pt x="83" y="325"/>
                    <a:pt x="48" y="397"/>
                    <a:pt x="24" y="492"/>
                  </a:cubicBezTo>
                  <a:cubicBezTo>
                    <a:pt x="12" y="540"/>
                    <a:pt x="0" y="599"/>
                    <a:pt x="12" y="659"/>
                  </a:cubicBezTo>
                  <a:cubicBezTo>
                    <a:pt x="47" y="961"/>
                    <a:pt x="309" y="1195"/>
                    <a:pt x="631" y="1195"/>
                  </a:cubicBezTo>
                  <a:cubicBezTo>
                    <a:pt x="639" y="1195"/>
                    <a:pt x="647" y="1195"/>
                    <a:pt x="655" y="1195"/>
                  </a:cubicBezTo>
                  <a:lnTo>
                    <a:pt x="667" y="1195"/>
                  </a:lnTo>
                  <a:cubicBezTo>
                    <a:pt x="762" y="1171"/>
                    <a:pt x="834" y="1159"/>
                    <a:pt x="905" y="1111"/>
                  </a:cubicBezTo>
                  <a:cubicBezTo>
                    <a:pt x="1000" y="1076"/>
                    <a:pt x="1072" y="992"/>
                    <a:pt x="1119" y="909"/>
                  </a:cubicBezTo>
                  <a:cubicBezTo>
                    <a:pt x="1155" y="837"/>
                    <a:pt x="1191" y="754"/>
                    <a:pt x="1203" y="671"/>
                  </a:cubicBezTo>
                  <a:lnTo>
                    <a:pt x="1203" y="540"/>
                  </a:lnTo>
                  <a:cubicBezTo>
                    <a:pt x="1180" y="229"/>
                    <a:pt x="920" y="0"/>
                    <a:pt x="61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7" name="Google Shape;1737;p14"/>
            <p:cNvSpPr/>
            <p:nvPr/>
          </p:nvSpPr>
          <p:spPr>
            <a:xfrm>
              <a:off x="4392800" y="1332150"/>
              <a:ext cx="9850" cy="10525"/>
            </a:xfrm>
            <a:custGeom>
              <a:avLst/>
              <a:gdLst/>
              <a:ahLst/>
              <a:cxnLst/>
              <a:rect l="l" t="t" r="r" b="b"/>
              <a:pathLst>
                <a:path w="394" h="421" extrusionOk="0">
                  <a:moveTo>
                    <a:pt x="179" y="0"/>
                  </a:moveTo>
                  <a:cubicBezTo>
                    <a:pt x="96" y="0"/>
                    <a:pt x="60" y="48"/>
                    <a:pt x="24" y="107"/>
                  </a:cubicBezTo>
                  <a:cubicBezTo>
                    <a:pt x="12" y="131"/>
                    <a:pt x="0" y="179"/>
                    <a:pt x="0" y="238"/>
                  </a:cubicBezTo>
                  <a:cubicBezTo>
                    <a:pt x="11" y="343"/>
                    <a:pt x="77" y="421"/>
                    <a:pt x="175" y="421"/>
                  </a:cubicBezTo>
                  <a:cubicBezTo>
                    <a:pt x="188" y="421"/>
                    <a:pt x="201" y="420"/>
                    <a:pt x="215" y="417"/>
                  </a:cubicBezTo>
                  <a:cubicBezTo>
                    <a:pt x="322" y="405"/>
                    <a:pt x="381" y="333"/>
                    <a:pt x="393" y="238"/>
                  </a:cubicBezTo>
                  <a:lnTo>
                    <a:pt x="393" y="191"/>
                  </a:lnTo>
                  <a:cubicBezTo>
                    <a:pt x="393" y="107"/>
                    <a:pt x="334" y="36"/>
                    <a:pt x="262" y="24"/>
                  </a:cubicBezTo>
                  <a:cubicBezTo>
                    <a:pt x="239" y="0"/>
                    <a:pt x="203" y="0"/>
                    <a:pt x="179"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8" name="Google Shape;1738;p14"/>
            <p:cNvSpPr/>
            <p:nvPr/>
          </p:nvSpPr>
          <p:spPr>
            <a:xfrm>
              <a:off x="5860550" y="1516575"/>
              <a:ext cx="42275" cy="40975"/>
            </a:xfrm>
            <a:custGeom>
              <a:avLst/>
              <a:gdLst/>
              <a:ahLst/>
              <a:cxnLst/>
              <a:rect l="l" t="t" r="r" b="b"/>
              <a:pathLst>
                <a:path w="1691" h="1639" extrusionOk="0">
                  <a:moveTo>
                    <a:pt x="853" y="0"/>
                  </a:moveTo>
                  <a:cubicBezTo>
                    <a:pt x="827" y="0"/>
                    <a:pt x="801" y="2"/>
                    <a:pt x="774" y="5"/>
                  </a:cubicBezTo>
                  <a:lnTo>
                    <a:pt x="762" y="5"/>
                  </a:lnTo>
                  <a:cubicBezTo>
                    <a:pt x="679" y="29"/>
                    <a:pt x="595" y="41"/>
                    <a:pt x="536" y="64"/>
                  </a:cubicBezTo>
                  <a:cubicBezTo>
                    <a:pt x="203" y="207"/>
                    <a:pt x="0" y="541"/>
                    <a:pt x="24" y="898"/>
                  </a:cubicBezTo>
                  <a:cubicBezTo>
                    <a:pt x="69" y="1327"/>
                    <a:pt x="436" y="1639"/>
                    <a:pt x="850" y="1639"/>
                  </a:cubicBezTo>
                  <a:cubicBezTo>
                    <a:pt x="872" y="1639"/>
                    <a:pt x="895" y="1638"/>
                    <a:pt x="917" y="1636"/>
                  </a:cubicBezTo>
                  <a:cubicBezTo>
                    <a:pt x="1369" y="1588"/>
                    <a:pt x="1691" y="1184"/>
                    <a:pt x="1655" y="743"/>
                  </a:cubicBezTo>
                  <a:cubicBezTo>
                    <a:pt x="1619" y="505"/>
                    <a:pt x="1500" y="291"/>
                    <a:pt x="1310" y="160"/>
                  </a:cubicBezTo>
                  <a:cubicBezTo>
                    <a:pt x="1238" y="112"/>
                    <a:pt x="1155" y="64"/>
                    <a:pt x="1084" y="41"/>
                  </a:cubicBezTo>
                  <a:cubicBezTo>
                    <a:pt x="1003" y="14"/>
                    <a:pt x="930" y="0"/>
                    <a:pt x="85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9" name="Google Shape;1739;p14"/>
            <p:cNvSpPr/>
            <p:nvPr/>
          </p:nvSpPr>
          <p:spPr>
            <a:xfrm>
              <a:off x="5775700" y="1136275"/>
              <a:ext cx="29800" cy="28900"/>
            </a:xfrm>
            <a:custGeom>
              <a:avLst/>
              <a:gdLst/>
              <a:ahLst/>
              <a:cxnLst/>
              <a:rect l="l" t="t" r="r" b="b"/>
              <a:pathLst>
                <a:path w="1192" h="1156" extrusionOk="0">
                  <a:moveTo>
                    <a:pt x="537" y="1"/>
                  </a:moveTo>
                  <a:cubicBezTo>
                    <a:pt x="465" y="1"/>
                    <a:pt x="382" y="25"/>
                    <a:pt x="322" y="60"/>
                  </a:cubicBezTo>
                  <a:cubicBezTo>
                    <a:pt x="263" y="84"/>
                    <a:pt x="203" y="132"/>
                    <a:pt x="168" y="191"/>
                  </a:cubicBezTo>
                  <a:cubicBezTo>
                    <a:pt x="60" y="310"/>
                    <a:pt x="1" y="453"/>
                    <a:pt x="25" y="632"/>
                  </a:cubicBezTo>
                  <a:cubicBezTo>
                    <a:pt x="60" y="918"/>
                    <a:pt x="299" y="1144"/>
                    <a:pt x="560" y="1156"/>
                  </a:cubicBezTo>
                  <a:lnTo>
                    <a:pt x="656" y="1156"/>
                  </a:lnTo>
                  <a:cubicBezTo>
                    <a:pt x="680" y="1156"/>
                    <a:pt x="739" y="1144"/>
                    <a:pt x="799" y="1108"/>
                  </a:cubicBezTo>
                  <a:cubicBezTo>
                    <a:pt x="1025" y="1025"/>
                    <a:pt x="1192" y="787"/>
                    <a:pt x="1156" y="513"/>
                  </a:cubicBezTo>
                  <a:cubicBezTo>
                    <a:pt x="1156" y="441"/>
                    <a:pt x="1132" y="370"/>
                    <a:pt x="1096" y="310"/>
                  </a:cubicBezTo>
                  <a:cubicBezTo>
                    <a:pt x="1061" y="227"/>
                    <a:pt x="1013" y="156"/>
                    <a:pt x="941" y="108"/>
                  </a:cubicBezTo>
                  <a:cubicBezTo>
                    <a:pt x="834" y="36"/>
                    <a:pt x="703" y="1"/>
                    <a:pt x="56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0" name="Google Shape;1740;p14"/>
            <p:cNvSpPr/>
            <p:nvPr/>
          </p:nvSpPr>
          <p:spPr>
            <a:xfrm>
              <a:off x="5559325" y="973750"/>
              <a:ext cx="30375" cy="28950"/>
            </a:xfrm>
            <a:custGeom>
              <a:avLst/>
              <a:gdLst/>
              <a:ahLst/>
              <a:cxnLst/>
              <a:rect l="l" t="t" r="r" b="b"/>
              <a:pathLst>
                <a:path w="1215" h="1158" extrusionOk="0">
                  <a:moveTo>
                    <a:pt x="679" y="1"/>
                  </a:moveTo>
                  <a:lnTo>
                    <a:pt x="548" y="13"/>
                  </a:lnTo>
                  <a:cubicBezTo>
                    <a:pt x="488" y="13"/>
                    <a:pt x="429" y="25"/>
                    <a:pt x="369" y="49"/>
                  </a:cubicBezTo>
                  <a:cubicBezTo>
                    <a:pt x="286" y="84"/>
                    <a:pt x="214" y="144"/>
                    <a:pt x="155" y="203"/>
                  </a:cubicBezTo>
                  <a:cubicBezTo>
                    <a:pt x="48" y="322"/>
                    <a:pt x="0" y="465"/>
                    <a:pt x="24" y="632"/>
                  </a:cubicBezTo>
                  <a:cubicBezTo>
                    <a:pt x="36" y="727"/>
                    <a:pt x="48" y="799"/>
                    <a:pt x="95" y="858"/>
                  </a:cubicBezTo>
                  <a:cubicBezTo>
                    <a:pt x="143" y="930"/>
                    <a:pt x="202" y="989"/>
                    <a:pt x="274" y="1049"/>
                  </a:cubicBezTo>
                  <a:cubicBezTo>
                    <a:pt x="370" y="1113"/>
                    <a:pt x="485" y="1158"/>
                    <a:pt x="611" y="1158"/>
                  </a:cubicBezTo>
                  <a:cubicBezTo>
                    <a:pt x="626" y="1158"/>
                    <a:pt x="640" y="1157"/>
                    <a:pt x="655" y="1156"/>
                  </a:cubicBezTo>
                  <a:cubicBezTo>
                    <a:pt x="976" y="1120"/>
                    <a:pt x="1214" y="834"/>
                    <a:pt x="1179" y="525"/>
                  </a:cubicBezTo>
                  <a:cubicBezTo>
                    <a:pt x="1167" y="334"/>
                    <a:pt x="1060" y="191"/>
                    <a:pt x="917" y="84"/>
                  </a:cubicBezTo>
                  <a:cubicBezTo>
                    <a:pt x="833" y="37"/>
                    <a:pt x="750" y="1"/>
                    <a:pt x="67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1" name="Google Shape;1741;p14"/>
            <p:cNvSpPr/>
            <p:nvPr/>
          </p:nvSpPr>
          <p:spPr>
            <a:xfrm>
              <a:off x="4618425" y="1217425"/>
              <a:ext cx="22050" cy="20375"/>
            </a:xfrm>
            <a:custGeom>
              <a:avLst/>
              <a:gdLst/>
              <a:ahLst/>
              <a:cxnLst/>
              <a:rect l="l" t="t" r="r" b="b"/>
              <a:pathLst>
                <a:path w="882" h="815" extrusionOk="0">
                  <a:moveTo>
                    <a:pt x="442" y="1"/>
                  </a:moveTo>
                  <a:cubicBezTo>
                    <a:pt x="422" y="1"/>
                    <a:pt x="402" y="2"/>
                    <a:pt x="381" y="5"/>
                  </a:cubicBezTo>
                  <a:lnTo>
                    <a:pt x="358" y="5"/>
                  </a:lnTo>
                  <a:cubicBezTo>
                    <a:pt x="155" y="41"/>
                    <a:pt x="0" y="219"/>
                    <a:pt x="24" y="422"/>
                  </a:cubicBezTo>
                  <a:lnTo>
                    <a:pt x="24" y="458"/>
                  </a:lnTo>
                  <a:cubicBezTo>
                    <a:pt x="36" y="541"/>
                    <a:pt x="60" y="600"/>
                    <a:pt x="108" y="660"/>
                  </a:cubicBezTo>
                  <a:cubicBezTo>
                    <a:pt x="119" y="684"/>
                    <a:pt x="143" y="708"/>
                    <a:pt x="167" y="720"/>
                  </a:cubicBezTo>
                  <a:cubicBezTo>
                    <a:pt x="227" y="779"/>
                    <a:pt x="322" y="815"/>
                    <a:pt x="405" y="815"/>
                  </a:cubicBezTo>
                  <a:lnTo>
                    <a:pt x="477" y="815"/>
                  </a:lnTo>
                  <a:cubicBezTo>
                    <a:pt x="703" y="803"/>
                    <a:pt x="881" y="589"/>
                    <a:pt x="858" y="362"/>
                  </a:cubicBezTo>
                  <a:cubicBezTo>
                    <a:pt x="834" y="219"/>
                    <a:pt x="750" y="100"/>
                    <a:pt x="643" y="41"/>
                  </a:cubicBezTo>
                  <a:cubicBezTo>
                    <a:pt x="563" y="14"/>
                    <a:pt x="503" y="1"/>
                    <a:pt x="44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2" name="Google Shape;1742;p14"/>
            <p:cNvSpPr/>
            <p:nvPr/>
          </p:nvSpPr>
          <p:spPr>
            <a:xfrm>
              <a:off x="5439650" y="946275"/>
              <a:ext cx="21175" cy="20375"/>
            </a:xfrm>
            <a:custGeom>
              <a:avLst/>
              <a:gdLst/>
              <a:ahLst/>
              <a:cxnLst/>
              <a:rect l="l" t="t" r="r" b="b"/>
              <a:pathLst>
                <a:path w="847" h="815" extrusionOk="0">
                  <a:moveTo>
                    <a:pt x="430" y="0"/>
                  </a:moveTo>
                  <a:cubicBezTo>
                    <a:pt x="411" y="0"/>
                    <a:pt x="391" y="2"/>
                    <a:pt x="370" y="5"/>
                  </a:cubicBezTo>
                  <a:cubicBezTo>
                    <a:pt x="358" y="5"/>
                    <a:pt x="346" y="5"/>
                    <a:pt x="334" y="16"/>
                  </a:cubicBezTo>
                  <a:cubicBezTo>
                    <a:pt x="239" y="40"/>
                    <a:pt x="179" y="76"/>
                    <a:pt x="120" y="136"/>
                  </a:cubicBezTo>
                  <a:cubicBezTo>
                    <a:pt x="60" y="195"/>
                    <a:pt x="13" y="290"/>
                    <a:pt x="13" y="374"/>
                  </a:cubicBezTo>
                  <a:cubicBezTo>
                    <a:pt x="11" y="372"/>
                    <a:pt x="10" y="371"/>
                    <a:pt x="8" y="371"/>
                  </a:cubicBezTo>
                  <a:cubicBezTo>
                    <a:pt x="1" y="371"/>
                    <a:pt x="1" y="402"/>
                    <a:pt x="1" y="433"/>
                  </a:cubicBezTo>
                  <a:cubicBezTo>
                    <a:pt x="35" y="652"/>
                    <a:pt x="214" y="815"/>
                    <a:pt x="430" y="815"/>
                  </a:cubicBezTo>
                  <a:cubicBezTo>
                    <a:pt x="438" y="815"/>
                    <a:pt x="446" y="815"/>
                    <a:pt x="453" y="814"/>
                  </a:cubicBezTo>
                  <a:cubicBezTo>
                    <a:pt x="667" y="790"/>
                    <a:pt x="846" y="588"/>
                    <a:pt x="822" y="362"/>
                  </a:cubicBezTo>
                  <a:cubicBezTo>
                    <a:pt x="810" y="219"/>
                    <a:pt x="715" y="100"/>
                    <a:pt x="584" y="40"/>
                  </a:cubicBezTo>
                  <a:cubicBezTo>
                    <a:pt x="539" y="14"/>
                    <a:pt x="488" y="0"/>
                    <a:pt x="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3" name="Google Shape;1743;p14"/>
            <p:cNvSpPr/>
            <p:nvPr/>
          </p:nvSpPr>
          <p:spPr>
            <a:xfrm>
              <a:off x="5341125" y="1157350"/>
              <a:ext cx="21450" cy="20100"/>
            </a:xfrm>
            <a:custGeom>
              <a:avLst/>
              <a:gdLst/>
              <a:ahLst/>
              <a:cxnLst/>
              <a:rect l="l" t="t" r="r" b="b"/>
              <a:pathLst>
                <a:path w="858" h="804" extrusionOk="0">
                  <a:moveTo>
                    <a:pt x="436" y="0"/>
                  </a:moveTo>
                  <a:cubicBezTo>
                    <a:pt x="418" y="0"/>
                    <a:pt x="400" y="1"/>
                    <a:pt x="382" y="3"/>
                  </a:cubicBezTo>
                  <a:lnTo>
                    <a:pt x="346" y="3"/>
                  </a:lnTo>
                  <a:cubicBezTo>
                    <a:pt x="251" y="15"/>
                    <a:pt x="179" y="63"/>
                    <a:pt x="120" y="122"/>
                  </a:cubicBezTo>
                  <a:lnTo>
                    <a:pt x="25" y="253"/>
                  </a:lnTo>
                  <a:cubicBezTo>
                    <a:pt x="13" y="313"/>
                    <a:pt x="1" y="372"/>
                    <a:pt x="13" y="432"/>
                  </a:cubicBezTo>
                  <a:cubicBezTo>
                    <a:pt x="46" y="643"/>
                    <a:pt x="215" y="803"/>
                    <a:pt x="422" y="803"/>
                  </a:cubicBezTo>
                  <a:cubicBezTo>
                    <a:pt x="436" y="803"/>
                    <a:pt x="451" y="802"/>
                    <a:pt x="465" y="801"/>
                  </a:cubicBezTo>
                  <a:cubicBezTo>
                    <a:pt x="679" y="789"/>
                    <a:pt x="858" y="587"/>
                    <a:pt x="834" y="360"/>
                  </a:cubicBezTo>
                  <a:cubicBezTo>
                    <a:pt x="834" y="325"/>
                    <a:pt x="822" y="301"/>
                    <a:pt x="798" y="253"/>
                  </a:cubicBezTo>
                  <a:cubicBezTo>
                    <a:pt x="787" y="182"/>
                    <a:pt x="727" y="110"/>
                    <a:pt x="656" y="63"/>
                  </a:cubicBezTo>
                  <a:cubicBezTo>
                    <a:pt x="596" y="23"/>
                    <a:pt x="521" y="0"/>
                    <a:pt x="43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4" name="Google Shape;1744;p14"/>
            <p:cNvSpPr/>
            <p:nvPr/>
          </p:nvSpPr>
          <p:spPr>
            <a:xfrm>
              <a:off x="4884825" y="973175"/>
              <a:ext cx="20850" cy="20850"/>
            </a:xfrm>
            <a:custGeom>
              <a:avLst/>
              <a:gdLst/>
              <a:ahLst/>
              <a:cxnLst/>
              <a:rect l="l" t="t" r="r" b="b"/>
              <a:pathLst>
                <a:path w="834" h="834" extrusionOk="0">
                  <a:moveTo>
                    <a:pt x="381" y="0"/>
                  </a:moveTo>
                  <a:cubicBezTo>
                    <a:pt x="239" y="12"/>
                    <a:pt x="143" y="72"/>
                    <a:pt x="84" y="179"/>
                  </a:cubicBezTo>
                  <a:cubicBezTo>
                    <a:pt x="36" y="250"/>
                    <a:pt x="0" y="345"/>
                    <a:pt x="0" y="429"/>
                  </a:cubicBezTo>
                  <a:lnTo>
                    <a:pt x="0" y="464"/>
                  </a:lnTo>
                  <a:cubicBezTo>
                    <a:pt x="24" y="548"/>
                    <a:pt x="48" y="631"/>
                    <a:pt x="108" y="691"/>
                  </a:cubicBezTo>
                  <a:cubicBezTo>
                    <a:pt x="167" y="762"/>
                    <a:pt x="239" y="810"/>
                    <a:pt x="334" y="822"/>
                  </a:cubicBezTo>
                  <a:cubicBezTo>
                    <a:pt x="381" y="834"/>
                    <a:pt x="417" y="834"/>
                    <a:pt x="465" y="834"/>
                  </a:cubicBezTo>
                  <a:cubicBezTo>
                    <a:pt x="655" y="822"/>
                    <a:pt x="798" y="691"/>
                    <a:pt x="822" y="512"/>
                  </a:cubicBezTo>
                  <a:cubicBezTo>
                    <a:pt x="822" y="464"/>
                    <a:pt x="834" y="417"/>
                    <a:pt x="822" y="369"/>
                  </a:cubicBezTo>
                  <a:cubicBezTo>
                    <a:pt x="822" y="334"/>
                    <a:pt x="810" y="286"/>
                    <a:pt x="798" y="238"/>
                  </a:cubicBezTo>
                  <a:cubicBezTo>
                    <a:pt x="774" y="214"/>
                    <a:pt x="762" y="179"/>
                    <a:pt x="751" y="167"/>
                  </a:cubicBezTo>
                  <a:cubicBezTo>
                    <a:pt x="691" y="95"/>
                    <a:pt x="620" y="48"/>
                    <a:pt x="536" y="12"/>
                  </a:cubicBezTo>
                  <a:cubicBezTo>
                    <a:pt x="501" y="0"/>
                    <a:pt x="441" y="0"/>
                    <a:pt x="38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5" name="Google Shape;1745;p14"/>
            <p:cNvSpPr/>
            <p:nvPr/>
          </p:nvSpPr>
          <p:spPr>
            <a:xfrm>
              <a:off x="3994525" y="940125"/>
              <a:ext cx="20575" cy="10200"/>
            </a:xfrm>
            <a:custGeom>
              <a:avLst/>
              <a:gdLst/>
              <a:ahLst/>
              <a:cxnLst/>
              <a:rect l="l" t="t" r="r" b="b"/>
              <a:pathLst>
                <a:path w="823" h="408" extrusionOk="0">
                  <a:moveTo>
                    <a:pt x="1" y="1"/>
                  </a:moveTo>
                  <a:lnTo>
                    <a:pt x="1" y="48"/>
                  </a:lnTo>
                  <a:cubicBezTo>
                    <a:pt x="1" y="84"/>
                    <a:pt x="13" y="132"/>
                    <a:pt x="37" y="167"/>
                  </a:cubicBezTo>
                  <a:cubicBezTo>
                    <a:pt x="49" y="203"/>
                    <a:pt x="72" y="251"/>
                    <a:pt x="120" y="286"/>
                  </a:cubicBezTo>
                  <a:cubicBezTo>
                    <a:pt x="205" y="361"/>
                    <a:pt x="310" y="407"/>
                    <a:pt x="417" y="407"/>
                  </a:cubicBezTo>
                  <a:cubicBezTo>
                    <a:pt x="429" y="407"/>
                    <a:pt x="441" y="407"/>
                    <a:pt x="453" y="405"/>
                  </a:cubicBezTo>
                  <a:cubicBezTo>
                    <a:pt x="465" y="405"/>
                    <a:pt x="477" y="405"/>
                    <a:pt x="489" y="382"/>
                  </a:cubicBezTo>
                  <a:cubicBezTo>
                    <a:pt x="596" y="370"/>
                    <a:pt x="691" y="310"/>
                    <a:pt x="751" y="239"/>
                  </a:cubicBezTo>
                  <a:cubicBezTo>
                    <a:pt x="787" y="167"/>
                    <a:pt x="822" y="84"/>
                    <a:pt x="82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6" name="Google Shape;1746;p14"/>
            <p:cNvSpPr/>
            <p:nvPr/>
          </p:nvSpPr>
          <p:spPr>
            <a:xfrm>
              <a:off x="4521100" y="1262650"/>
              <a:ext cx="21150" cy="20400"/>
            </a:xfrm>
            <a:custGeom>
              <a:avLst/>
              <a:gdLst/>
              <a:ahLst/>
              <a:cxnLst/>
              <a:rect l="l" t="t" r="r" b="b"/>
              <a:pathLst>
                <a:path w="846" h="816" extrusionOk="0">
                  <a:moveTo>
                    <a:pt x="463" y="1"/>
                  </a:moveTo>
                  <a:cubicBezTo>
                    <a:pt x="443" y="1"/>
                    <a:pt x="424" y="2"/>
                    <a:pt x="405" y="6"/>
                  </a:cubicBezTo>
                  <a:lnTo>
                    <a:pt x="381" y="6"/>
                  </a:lnTo>
                  <a:cubicBezTo>
                    <a:pt x="298" y="18"/>
                    <a:pt x="226" y="42"/>
                    <a:pt x="167" y="89"/>
                  </a:cubicBezTo>
                  <a:cubicBezTo>
                    <a:pt x="60" y="173"/>
                    <a:pt x="0" y="315"/>
                    <a:pt x="12" y="446"/>
                  </a:cubicBezTo>
                  <a:cubicBezTo>
                    <a:pt x="12" y="458"/>
                    <a:pt x="12" y="482"/>
                    <a:pt x="24" y="494"/>
                  </a:cubicBezTo>
                  <a:cubicBezTo>
                    <a:pt x="48" y="577"/>
                    <a:pt x="107" y="649"/>
                    <a:pt x="167" y="720"/>
                  </a:cubicBezTo>
                  <a:cubicBezTo>
                    <a:pt x="226" y="780"/>
                    <a:pt x="310" y="804"/>
                    <a:pt x="405" y="816"/>
                  </a:cubicBezTo>
                  <a:lnTo>
                    <a:pt x="476" y="816"/>
                  </a:lnTo>
                  <a:cubicBezTo>
                    <a:pt x="536" y="816"/>
                    <a:pt x="595" y="804"/>
                    <a:pt x="655" y="756"/>
                  </a:cubicBezTo>
                  <a:cubicBezTo>
                    <a:pt x="774" y="685"/>
                    <a:pt x="845" y="554"/>
                    <a:pt x="833" y="399"/>
                  </a:cubicBezTo>
                  <a:lnTo>
                    <a:pt x="833" y="375"/>
                  </a:lnTo>
                  <a:cubicBezTo>
                    <a:pt x="822" y="280"/>
                    <a:pt x="786" y="208"/>
                    <a:pt x="738" y="149"/>
                  </a:cubicBezTo>
                  <a:cubicBezTo>
                    <a:pt x="677" y="57"/>
                    <a:pt x="573" y="1"/>
                    <a:pt x="46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7" name="Google Shape;1747;p14"/>
            <p:cNvSpPr/>
            <p:nvPr/>
          </p:nvSpPr>
          <p:spPr>
            <a:xfrm>
              <a:off x="3877250" y="1014750"/>
              <a:ext cx="22050" cy="20675"/>
            </a:xfrm>
            <a:custGeom>
              <a:avLst/>
              <a:gdLst/>
              <a:ahLst/>
              <a:cxnLst/>
              <a:rect l="l" t="t" r="r" b="b"/>
              <a:pathLst>
                <a:path w="882" h="827" extrusionOk="0">
                  <a:moveTo>
                    <a:pt x="491" y="1"/>
                  </a:moveTo>
                  <a:cubicBezTo>
                    <a:pt x="479" y="1"/>
                    <a:pt x="466" y="2"/>
                    <a:pt x="453" y="4"/>
                  </a:cubicBezTo>
                  <a:lnTo>
                    <a:pt x="406" y="4"/>
                  </a:lnTo>
                  <a:cubicBezTo>
                    <a:pt x="179" y="16"/>
                    <a:pt x="1" y="230"/>
                    <a:pt x="37" y="456"/>
                  </a:cubicBezTo>
                  <a:cubicBezTo>
                    <a:pt x="60" y="664"/>
                    <a:pt x="249" y="826"/>
                    <a:pt x="455" y="826"/>
                  </a:cubicBezTo>
                  <a:cubicBezTo>
                    <a:pt x="463" y="826"/>
                    <a:pt x="470" y="826"/>
                    <a:pt x="477" y="826"/>
                  </a:cubicBezTo>
                  <a:cubicBezTo>
                    <a:pt x="703" y="814"/>
                    <a:pt x="882" y="599"/>
                    <a:pt x="858" y="373"/>
                  </a:cubicBezTo>
                  <a:cubicBezTo>
                    <a:pt x="858" y="337"/>
                    <a:pt x="834" y="290"/>
                    <a:pt x="822" y="254"/>
                  </a:cubicBezTo>
                  <a:cubicBezTo>
                    <a:pt x="810" y="159"/>
                    <a:pt x="751" y="99"/>
                    <a:pt x="656" y="52"/>
                  </a:cubicBezTo>
                  <a:cubicBezTo>
                    <a:pt x="607" y="22"/>
                    <a:pt x="550" y="1"/>
                    <a:pt x="49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8" name="Google Shape;1748;p14"/>
            <p:cNvSpPr/>
            <p:nvPr/>
          </p:nvSpPr>
          <p:spPr>
            <a:xfrm>
              <a:off x="6017400" y="939525"/>
              <a:ext cx="25025" cy="23025"/>
            </a:xfrm>
            <a:custGeom>
              <a:avLst/>
              <a:gdLst/>
              <a:ahLst/>
              <a:cxnLst/>
              <a:rect l="l" t="t" r="r" b="b"/>
              <a:pathLst>
                <a:path w="1001" h="921" extrusionOk="0">
                  <a:moveTo>
                    <a:pt x="370" y="1"/>
                  </a:moveTo>
                  <a:cubicBezTo>
                    <a:pt x="358" y="1"/>
                    <a:pt x="334" y="25"/>
                    <a:pt x="310" y="25"/>
                  </a:cubicBezTo>
                  <a:cubicBezTo>
                    <a:pt x="287" y="36"/>
                    <a:pt x="251" y="48"/>
                    <a:pt x="239" y="72"/>
                  </a:cubicBezTo>
                  <a:cubicBezTo>
                    <a:pt x="191" y="96"/>
                    <a:pt x="156" y="144"/>
                    <a:pt x="120" y="191"/>
                  </a:cubicBezTo>
                  <a:cubicBezTo>
                    <a:pt x="13" y="322"/>
                    <a:pt x="1" y="513"/>
                    <a:pt x="96" y="679"/>
                  </a:cubicBezTo>
                  <a:cubicBezTo>
                    <a:pt x="96" y="691"/>
                    <a:pt x="108" y="691"/>
                    <a:pt x="108" y="703"/>
                  </a:cubicBezTo>
                  <a:cubicBezTo>
                    <a:pt x="144" y="763"/>
                    <a:pt x="203" y="822"/>
                    <a:pt x="263" y="858"/>
                  </a:cubicBezTo>
                  <a:cubicBezTo>
                    <a:pt x="332" y="897"/>
                    <a:pt x="417" y="921"/>
                    <a:pt x="512" y="921"/>
                  </a:cubicBezTo>
                  <a:cubicBezTo>
                    <a:pt x="532" y="921"/>
                    <a:pt x="552" y="920"/>
                    <a:pt x="572" y="918"/>
                  </a:cubicBezTo>
                  <a:cubicBezTo>
                    <a:pt x="632" y="894"/>
                    <a:pt x="691" y="882"/>
                    <a:pt x="727" y="858"/>
                  </a:cubicBezTo>
                  <a:cubicBezTo>
                    <a:pt x="763" y="846"/>
                    <a:pt x="775" y="822"/>
                    <a:pt x="810" y="798"/>
                  </a:cubicBezTo>
                  <a:cubicBezTo>
                    <a:pt x="941" y="679"/>
                    <a:pt x="1001" y="465"/>
                    <a:pt x="929" y="310"/>
                  </a:cubicBezTo>
                  <a:lnTo>
                    <a:pt x="882" y="215"/>
                  </a:lnTo>
                  <a:cubicBezTo>
                    <a:pt x="846" y="167"/>
                    <a:pt x="810" y="120"/>
                    <a:pt x="775" y="96"/>
                  </a:cubicBezTo>
                  <a:cubicBezTo>
                    <a:pt x="727" y="48"/>
                    <a:pt x="668" y="25"/>
                    <a:pt x="59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9" name="Google Shape;1749;p14"/>
            <p:cNvSpPr/>
            <p:nvPr/>
          </p:nvSpPr>
          <p:spPr>
            <a:xfrm>
              <a:off x="4869650" y="949325"/>
              <a:ext cx="12825" cy="12000"/>
            </a:xfrm>
            <a:custGeom>
              <a:avLst/>
              <a:gdLst/>
              <a:ahLst/>
              <a:cxnLst/>
              <a:rect l="l" t="t" r="r" b="b"/>
              <a:pathLst>
                <a:path w="513" h="480" extrusionOk="0">
                  <a:moveTo>
                    <a:pt x="251" y="1"/>
                  </a:moveTo>
                  <a:cubicBezTo>
                    <a:pt x="243" y="1"/>
                    <a:pt x="235" y="1"/>
                    <a:pt x="226" y="2"/>
                  </a:cubicBezTo>
                  <a:cubicBezTo>
                    <a:pt x="96" y="14"/>
                    <a:pt x="0" y="133"/>
                    <a:pt x="12" y="275"/>
                  </a:cubicBezTo>
                  <a:cubicBezTo>
                    <a:pt x="34" y="398"/>
                    <a:pt x="140" y="479"/>
                    <a:pt x="261" y="479"/>
                  </a:cubicBezTo>
                  <a:cubicBezTo>
                    <a:pt x="269" y="479"/>
                    <a:pt x="278" y="479"/>
                    <a:pt x="286" y="478"/>
                  </a:cubicBezTo>
                  <a:cubicBezTo>
                    <a:pt x="417" y="466"/>
                    <a:pt x="512" y="347"/>
                    <a:pt x="488" y="216"/>
                  </a:cubicBezTo>
                  <a:cubicBezTo>
                    <a:pt x="477" y="82"/>
                    <a:pt x="372" y="1"/>
                    <a:pt x="25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0" name="Google Shape;1750;p14"/>
            <p:cNvSpPr/>
            <p:nvPr/>
          </p:nvSpPr>
          <p:spPr>
            <a:xfrm>
              <a:off x="4743150" y="1107375"/>
              <a:ext cx="12225" cy="12000"/>
            </a:xfrm>
            <a:custGeom>
              <a:avLst/>
              <a:gdLst/>
              <a:ahLst/>
              <a:cxnLst/>
              <a:rect l="l" t="t" r="r" b="b"/>
              <a:pathLst>
                <a:path w="489" h="480" extrusionOk="0">
                  <a:moveTo>
                    <a:pt x="251" y="1"/>
                  </a:moveTo>
                  <a:cubicBezTo>
                    <a:pt x="243" y="1"/>
                    <a:pt x="235" y="1"/>
                    <a:pt x="226" y="2"/>
                  </a:cubicBezTo>
                  <a:cubicBezTo>
                    <a:pt x="95" y="14"/>
                    <a:pt x="0" y="145"/>
                    <a:pt x="12" y="276"/>
                  </a:cubicBezTo>
                  <a:cubicBezTo>
                    <a:pt x="23" y="388"/>
                    <a:pt x="140" y="479"/>
                    <a:pt x="264" y="479"/>
                  </a:cubicBezTo>
                  <a:cubicBezTo>
                    <a:pt x="271" y="479"/>
                    <a:pt x="278" y="479"/>
                    <a:pt x="286" y="478"/>
                  </a:cubicBezTo>
                  <a:cubicBezTo>
                    <a:pt x="405" y="454"/>
                    <a:pt x="488" y="347"/>
                    <a:pt x="488" y="216"/>
                  </a:cubicBezTo>
                  <a:cubicBezTo>
                    <a:pt x="477" y="82"/>
                    <a:pt x="372" y="1"/>
                    <a:pt x="25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1" name="Google Shape;1751;p14"/>
            <p:cNvSpPr/>
            <p:nvPr/>
          </p:nvSpPr>
          <p:spPr>
            <a:xfrm>
              <a:off x="4242175" y="940725"/>
              <a:ext cx="12525" cy="11700"/>
            </a:xfrm>
            <a:custGeom>
              <a:avLst/>
              <a:gdLst/>
              <a:ahLst/>
              <a:cxnLst/>
              <a:rect l="l" t="t" r="r" b="b"/>
              <a:pathLst>
                <a:path w="501" h="468" extrusionOk="0">
                  <a:moveTo>
                    <a:pt x="227" y="0"/>
                  </a:moveTo>
                  <a:cubicBezTo>
                    <a:pt x="168" y="0"/>
                    <a:pt x="120" y="36"/>
                    <a:pt x="84" y="60"/>
                  </a:cubicBezTo>
                  <a:cubicBezTo>
                    <a:pt x="37" y="108"/>
                    <a:pt x="1" y="179"/>
                    <a:pt x="1" y="250"/>
                  </a:cubicBezTo>
                  <a:cubicBezTo>
                    <a:pt x="1" y="274"/>
                    <a:pt x="25" y="298"/>
                    <a:pt x="25" y="310"/>
                  </a:cubicBezTo>
                  <a:cubicBezTo>
                    <a:pt x="37" y="346"/>
                    <a:pt x="49" y="369"/>
                    <a:pt x="84" y="405"/>
                  </a:cubicBezTo>
                  <a:cubicBezTo>
                    <a:pt x="124" y="445"/>
                    <a:pt x="179" y="468"/>
                    <a:pt x="238" y="468"/>
                  </a:cubicBezTo>
                  <a:cubicBezTo>
                    <a:pt x="250" y="468"/>
                    <a:pt x="262" y="467"/>
                    <a:pt x="275" y="465"/>
                  </a:cubicBezTo>
                  <a:cubicBezTo>
                    <a:pt x="310" y="465"/>
                    <a:pt x="322" y="453"/>
                    <a:pt x="346" y="453"/>
                  </a:cubicBezTo>
                  <a:cubicBezTo>
                    <a:pt x="406" y="417"/>
                    <a:pt x="441" y="393"/>
                    <a:pt x="465" y="334"/>
                  </a:cubicBezTo>
                  <a:cubicBezTo>
                    <a:pt x="477" y="286"/>
                    <a:pt x="501" y="250"/>
                    <a:pt x="477" y="215"/>
                  </a:cubicBezTo>
                  <a:cubicBezTo>
                    <a:pt x="477" y="167"/>
                    <a:pt x="465" y="131"/>
                    <a:pt x="453" y="108"/>
                  </a:cubicBezTo>
                  <a:cubicBezTo>
                    <a:pt x="406" y="36"/>
                    <a:pt x="334" y="0"/>
                    <a:pt x="26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2" name="Google Shape;1752;p14"/>
            <p:cNvSpPr/>
            <p:nvPr/>
          </p:nvSpPr>
          <p:spPr>
            <a:xfrm>
              <a:off x="4657125" y="1097575"/>
              <a:ext cx="11925" cy="11350"/>
            </a:xfrm>
            <a:custGeom>
              <a:avLst/>
              <a:gdLst/>
              <a:ahLst/>
              <a:cxnLst/>
              <a:rect l="l" t="t" r="r" b="b"/>
              <a:pathLst>
                <a:path w="477" h="454" extrusionOk="0">
                  <a:moveTo>
                    <a:pt x="215" y="1"/>
                  </a:moveTo>
                  <a:cubicBezTo>
                    <a:pt x="155" y="1"/>
                    <a:pt x="107" y="25"/>
                    <a:pt x="72" y="60"/>
                  </a:cubicBezTo>
                  <a:cubicBezTo>
                    <a:pt x="36" y="96"/>
                    <a:pt x="0" y="180"/>
                    <a:pt x="0" y="251"/>
                  </a:cubicBezTo>
                  <a:cubicBezTo>
                    <a:pt x="0" y="275"/>
                    <a:pt x="12" y="322"/>
                    <a:pt x="36" y="334"/>
                  </a:cubicBezTo>
                  <a:cubicBezTo>
                    <a:pt x="72" y="418"/>
                    <a:pt x="167" y="453"/>
                    <a:pt x="250" y="453"/>
                  </a:cubicBezTo>
                  <a:cubicBezTo>
                    <a:pt x="286" y="453"/>
                    <a:pt x="322" y="441"/>
                    <a:pt x="334" y="430"/>
                  </a:cubicBezTo>
                  <a:cubicBezTo>
                    <a:pt x="417" y="418"/>
                    <a:pt x="476" y="322"/>
                    <a:pt x="465" y="215"/>
                  </a:cubicBezTo>
                  <a:cubicBezTo>
                    <a:pt x="453" y="120"/>
                    <a:pt x="393" y="37"/>
                    <a:pt x="322" y="13"/>
                  </a:cubicBezTo>
                  <a:cubicBezTo>
                    <a:pt x="286" y="1"/>
                    <a:pt x="238" y="1"/>
                    <a:pt x="21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3" name="Google Shape;1753;p14"/>
            <p:cNvSpPr/>
            <p:nvPr/>
          </p:nvSpPr>
          <p:spPr>
            <a:xfrm>
              <a:off x="5125025" y="1028500"/>
              <a:ext cx="12525" cy="12050"/>
            </a:xfrm>
            <a:custGeom>
              <a:avLst/>
              <a:gdLst/>
              <a:ahLst/>
              <a:cxnLst/>
              <a:rect l="l" t="t" r="r" b="b"/>
              <a:pathLst>
                <a:path w="501" h="482" extrusionOk="0">
                  <a:moveTo>
                    <a:pt x="239" y="1"/>
                  </a:moveTo>
                  <a:cubicBezTo>
                    <a:pt x="231" y="1"/>
                    <a:pt x="223" y="1"/>
                    <a:pt x="215" y="2"/>
                  </a:cubicBezTo>
                  <a:cubicBezTo>
                    <a:pt x="84" y="26"/>
                    <a:pt x="1" y="145"/>
                    <a:pt x="13" y="276"/>
                  </a:cubicBezTo>
                  <a:cubicBezTo>
                    <a:pt x="23" y="393"/>
                    <a:pt x="120" y="482"/>
                    <a:pt x="234" y="482"/>
                  </a:cubicBezTo>
                  <a:cubicBezTo>
                    <a:pt x="248" y="482"/>
                    <a:pt x="261" y="480"/>
                    <a:pt x="275" y="478"/>
                  </a:cubicBezTo>
                  <a:cubicBezTo>
                    <a:pt x="418" y="466"/>
                    <a:pt x="501" y="347"/>
                    <a:pt x="489" y="216"/>
                  </a:cubicBezTo>
                  <a:cubicBezTo>
                    <a:pt x="455" y="92"/>
                    <a:pt x="369" y="1"/>
                    <a:pt x="23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4" name="Google Shape;1754;p14"/>
            <p:cNvSpPr/>
            <p:nvPr/>
          </p:nvSpPr>
          <p:spPr>
            <a:xfrm>
              <a:off x="6093300" y="1058450"/>
              <a:ext cx="60150" cy="57725"/>
            </a:xfrm>
            <a:custGeom>
              <a:avLst/>
              <a:gdLst/>
              <a:ahLst/>
              <a:cxnLst/>
              <a:rect l="l" t="t" r="r" b="b"/>
              <a:pathLst>
                <a:path w="2406" h="2309" extrusionOk="0">
                  <a:moveTo>
                    <a:pt x="1190" y="0"/>
                  </a:moveTo>
                  <a:cubicBezTo>
                    <a:pt x="1150" y="0"/>
                    <a:pt x="1108" y="6"/>
                    <a:pt x="1061" y="18"/>
                  </a:cubicBezTo>
                  <a:cubicBezTo>
                    <a:pt x="810" y="42"/>
                    <a:pt x="572" y="161"/>
                    <a:pt x="394" y="328"/>
                  </a:cubicBezTo>
                  <a:cubicBezTo>
                    <a:pt x="334" y="387"/>
                    <a:pt x="275" y="459"/>
                    <a:pt x="215" y="530"/>
                  </a:cubicBezTo>
                  <a:cubicBezTo>
                    <a:pt x="84" y="733"/>
                    <a:pt x="1" y="994"/>
                    <a:pt x="37" y="1280"/>
                  </a:cubicBezTo>
                  <a:cubicBezTo>
                    <a:pt x="60" y="1530"/>
                    <a:pt x="168" y="1756"/>
                    <a:pt x="322" y="1923"/>
                  </a:cubicBezTo>
                  <a:cubicBezTo>
                    <a:pt x="382" y="1983"/>
                    <a:pt x="441" y="2030"/>
                    <a:pt x="513" y="2102"/>
                  </a:cubicBezTo>
                  <a:cubicBezTo>
                    <a:pt x="711" y="2237"/>
                    <a:pt x="936" y="2309"/>
                    <a:pt x="1188" y="2309"/>
                  </a:cubicBezTo>
                  <a:cubicBezTo>
                    <a:pt x="1224" y="2309"/>
                    <a:pt x="1261" y="2307"/>
                    <a:pt x="1299" y="2304"/>
                  </a:cubicBezTo>
                  <a:cubicBezTo>
                    <a:pt x="1942" y="2233"/>
                    <a:pt x="2406" y="1661"/>
                    <a:pt x="2323" y="1042"/>
                  </a:cubicBezTo>
                  <a:cubicBezTo>
                    <a:pt x="2287" y="590"/>
                    <a:pt x="1965" y="221"/>
                    <a:pt x="1572" y="78"/>
                  </a:cubicBezTo>
                  <a:cubicBezTo>
                    <a:pt x="1477" y="42"/>
                    <a:pt x="1406" y="30"/>
                    <a:pt x="1311" y="18"/>
                  </a:cubicBezTo>
                  <a:cubicBezTo>
                    <a:pt x="1269" y="6"/>
                    <a:pt x="1230" y="0"/>
                    <a:pt x="119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55" name="Google Shape;1755;p14"/>
          <p:cNvSpPr txBox="1">
            <a:spLocks noGrp="1"/>
          </p:cNvSpPr>
          <p:nvPr>
            <p:ph type="title"/>
          </p:nvPr>
        </p:nvSpPr>
        <p:spPr>
          <a:xfrm>
            <a:off x="4463450" y="1732314"/>
            <a:ext cx="3812100" cy="738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56" name="Google Shape;1756;p14"/>
          <p:cNvSpPr txBox="1">
            <a:spLocks noGrp="1"/>
          </p:cNvSpPr>
          <p:nvPr>
            <p:ph type="subTitle" idx="1"/>
          </p:nvPr>
        </p:nvSpPr>
        <p:spPr>
          <a:xfrm>
            <a:off x="4463450" y="2497400"/>
            <a:ext cx="3812100" cy="11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solidFill>
                  <a:schemeClr val="dk1"/>
                </a:solidFill>
              </a:defRPr>
            </a:lvl1pPr>
            <a:lvl2pPr lvl="1" algn="ctr" rtl="0">
              <a:lnSpc>
                <a:spcPct val="100000"/>
              </a:lnSpc>
              <a:spcBef>
                <a:spcPts val="160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1_1">
    <p:spTree>
      <p:nvGrpSpPr>
        <p:cNvPr id="1" name="Shape 1757"/>
        <p:cNvGrpSpPr/>
        <p:nvPr/>
      </p:nvGrpSpPr>
      <p:grpSpPr>
        <a:xfrm>
          <a:off x="0" y="0"/>
          <a:ext cx="0" cy="0"/>
          <a:chOff x="0" y="0"/>
          <a:chExt cx="0" cy="0"/>
        </a:xfrm>
      </p:grpSpPr>
      <p:grpSp>
        <p:nvGrpSpPr>
          <p:cNvPr id="1758" name="Google Shape;1758;p15"/>
          <p:cNvGrpSpPr/>
          <p:nvPr/>
        </p:nvGrpSpPr>
        <p:grpSpPr>
          <a:xfrm>
            <a:off x="19" y="4103110"/>
            <a:ext cx="4012869" cy="1040432"/>
            <a:chOff x="2582150" y="3714800"/>
            <a:chExt cx="2689050" cy="697200"/>
          </a:xfrm>
        </p:grpSpPr>
        <p:sp>
          <p:nvSpPr>
            <p:cNvPr id="1759" name="Google Shape;1759;p15"/>
            <p:cNvSpPr/>
            <p:nvPr/>
          </p:nvSpPr>
          <p:spPr>
            <a:xfrm>
              <a:off x="3636750" y="440215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0" name="Google Shape;1760;p15"/>
            <p:cNvSpPr/>
            <p:nvPr/>
          </p:nvSpPr>
          <p:spPr>
            <a:xfrm>
              <a:off x="3640625" y="4406925"/>
              <a:ext cx="19375" cy="4475"/>
            </a:xfrm>
            <a:custGeom>
              <a:avLst/>
              <a:gdLst/>
              <a:ahLst/>
              <a:cxnLst/>
              <a:rect l="l" t="t" r="r" b="b"/>
              <a:pathLst>
                <a:path w="775" h="179" extrusionOk="0">
                  <a:moveTo>
                    <a:pt x="393" y="0"/>
                  </a:moveTo>
                  <a:lnTo>
                    <a:pt x="36" y="108"/>
                  </a:lnTo>
                  <a:lnTo>
                    <a:pt x="0" y="179"/>
                  </a:lnTo>
                  <a:lnTo>
                    <a:pt x="774" y="179"/>
                  </a:lnTo>
                  <a:lnTo>
                    <a:pt x="39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1" name="Google Shape;1761;p15"/>
            <p:cNvSpPr/>
            <p:nvPr/>
          </p:nvSpPr>
          <p:spPr>
            <a:xfrm>
              <a:off x="3634075" y="4403950"/>
              <a:ext cx="25" cy="625"/>
            </a:xfrm>
            <a:custGeom>
              <a:avLst/>
              <a:gdLst/>
              <a:ahLst/>
              <a:cxnLst/>
              <a:rect l="l" t="t" r="r" b="b"/>
              <a:pathLst>
                <a:path w="1" h="25" extrusionOk="0">
                  <a:moveTo>
                    <a:pt x="0" y="24"/>
                  </a:moveTo>
                  <a:lnTo>
                    <a:pt x="0" y="24"/>
                  </a:lnTo>
                  <a:lnTo>
                    <a:pt x="0" y="24"/>
                  </a:ln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2" name="Google Shape;1762;p15"/>
            <p:cNvSpPr/>
            <p:nvPr/>
          </p:nvSpPr>
          <p:spPr>
            <a:xfrm>
              <a:off x="3635275" y="440305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3" name="Google Shape;1763;p15"/>
            <p:cNvSpPr/>
            <p:nvPr/>
          </p:nvSpPr>
          <p:spPr>
            <a:xfrm>
              <a:off x="3746875" y="4334600"/>
              <a:ext cx="142325" cy="46150"/>
            </a:xfrm>
            <a:custGeom>
              <a:avLst/>
              <a:gdLst/>
              <a:ahLst/>
              <a:cxnLst/>
              <a:rect l="l" t="t" r="r" b="b"/>
              <a:pathLst>
                <a:path w="5693" h="1846" extrusionOk="0">
                  <a:moveTo>
                    <a:pt x="5418" y="0"/>
                  </a:moveTo>
                  <a:lnTo>
                    <a:pt x="1" y="1488"/>
                  </a:lnTo>
                  <a:lnTo>
                    <a:pt x="1" y="1846"/>
                  </a:lnTo>
                  <a:lnTo>
                    <a:pt x="5692" y="262"/>
                  </a:lnTo>
                  <a:lnTo>
                    <a:pt x="541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4" name="Google Shape;1764;p15"/>
            <p:cNvSpPr/>
            <p:nvPr/>
          </p:nvSpPr>
          <p:spPr>
            <a:xfrm>
              <a:off x="3891850" y="4256600"/>
              <a:ext cx="273575" cy="81875"/>
            </a:xfrm>
            <a:custGeom>
              <a:avLst/>
              <a:gdLst/>
              <a:ahLst/>
              <a:cxnLst/>
              <a:rect l="l" t="t" r="r" b="b"/>
              <a:pathLst>
                <a:path w="10943" h="3275" extrusionOk="0">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5" name="Google Shape;1765;p15"/>
            <p:cNvSpPr/>
            <p:nvPr/>
          </p:nvSpPr>
          <p:spPr>
            <a:xfrm>
              <a:off x="3634375" y="4403350"/>
              <a:ext cx="325" cy="325"/>
            </a:xfrm>
            <a:custGeom>
              <a:avLst/>
              <a:gdLst/>
              <a:ahLst/>
              <a:cxnLst/>
              <a:rect l="l" t="t" r="r" b="b"/>
              <a:pathLst>
                <a:path w="13" h="13" extrusionOk="0">
                  <a:moveTo>
                    <a:pt x="0" y="12"/>
                  </a:move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6" name="Google Shape;1766;p15"/>
            <p:cNvSpPr/>
            <p:nvPr/>
          </p:nvSpPr>
          <p:spPr>
            <a:xfrm>
              <a:off x="3635275" y="4402450"/>
              <a:ext cx="300" cy="625"/>
            </a:xfrm>
            <a:custGeom>
              <a:avLst/>
              <a:gdLst/>
              <a:ahLst/>
              <a:cxnLst/>
              <a:rect l="l" t="t" r="r" b="b"/>
              <a:pathLst>
                <a:path w="12" h="25" extrusionOk="0">
                  <a:moveTo>
                    <a:pt x="12" y="1"/>
                  </a:moveTo>
                  <a:cubicBezTo>
                    <a:pt x="12" y="1"/>
                    <a:pt x="0" y="25"/>
                    <a:pt x="12" y="1"/>
                  </a:cubicBezTo>
                  <a:lnTo>
                    <a:pt x="0" y="25"/>
                  </a:lnTo>
                  <a:lnTo>
                    <a:pt x="0" y="25"/>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7" name="Google Shape;1767;p15"/>
            <p:cNvSpPr/>
            <p:nvPr/>
          </p:nvSpPr>
          <p:spPr>
            <a:xfrm>
              <a:off x="3636750" y="4373575"/>
              <a:ext cx="101825" cy="35750"/>
            </a:xfrm>
            <a:custGeom>
              <a:avLst/>
              <a:gdLst/>
              <a:ahLst/>
              <a:cxnLst/>
              <a:rect l="l" t="t" r="r" b="b"/>
              <a:pathLst>
                <a:path w="4073" h="1430" extrusionOk="0">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8" name="Google Shape;1768;p15"/>
            <p:cNvSpPr/>
            <p:nvPr/>
          </p:nvSpPr>
          <p:spPr>
            <a:xfrm>
              <a:off x="3635850" y="4402150"/>
              <a:ext cx="925" cy="325"/>
            </a:xfrm>
            <a:custGeom>
              <a:avLst/>
              <a:gdLst/>
              <a:ahLst/>
              <a:cxnLst/>
              <a:rect l="l" t="t" r="r" b="b"/>
              <a:pathLst>
                <a:path w="37" h="13" extrusionOk="0">
                  <a:moveTo>
                    <a:pt x="37" y="1"/>
                  </a:moveTo>
                  <a:cubicBezTo>
                    <a:pt x="13" y="1"/>
                    <a:pt x="1" y="1"/>
                    <a:pt x="1" y="13"/>
                  </a:cubicBezTo>
                  <a:cubicBezTo>
                    <a:pt x="1" y="13"/>
                    <a:pt x="13" y="1"/>
                    <a:pt x="3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9" name="Google Shape;1769;p15"/>
            <p:cNvSpPr/>
            <p:nvPr/>
          </p:nvSpPr>
          <p:spPr>
            <a:xfrm>
              <a:off x="3634075" y="4403950"/>
              <a:ext cx="325" cy="925"/>
            </a:xfrm>
            <a:custGeom>
              <a:avLst/>
              <a:gdLst/>
              <a:ahLst/>
              <a:cxnLst/>
              <a:rect l="l" t="t" r="r" b="b"/>
              <a:pathLst>
                <a:path w="13" h="37" extrusionOk="0">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0" name="Google Shape;1770;p15"/>
            <p:cNvSpPr/>
            <p:nvPr/>
          </p:nvSpPr>
          <p:spPr>
            <a:xfrm>
              <a:off x="2599425" y="4199450"/>
              <a:ext cx="104800" cy="112250"/>
            </a:xfrm>
            <a:custGeom>
              <a:avLst/>
              <a:gdLst/>
              <a:ahLst/>
              <a:cxnLst/>
              <a:rect l="l" t="t" r="r" b="b"/>
              <a:pathLst>
                <a:path w="4192" h="4490" extrusionOk="0">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1" name="Google Shape;1771;p15"/>
            <p:cNvSpPr/>
            <p:nvPr/>
          </p:nvSpPr>
          <p:spPr>
            <a:xfrm>
              <a:off x="2778900" y="4187850"/>
              <a:ext cx="124150" cy="53600"/>
            </a:xfrm>
            <a:custGeom>
              <a:avLst/>
              <a:gdLst/>
              <a:ahLst/>
              <a:cxnLst/>
              <a:rect l="l" t="t" r="r" b="b"/>
              <a:pathLst>
                <a:path w="4966" h="2144" extrusionOk="0">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2" name="Google Shape;1772;p15"/>
            <p:cNvSpPr/>
            <p:nvPr/>
          </p:nvSpPr>
          <p:spPr>
            <a:xfrm>
              <a:off x="2905125" y="4188150"/>
              <a:ext cx="900" cy="625"/>
            </a:xfrm>
            <a:custGeom>
              <a:avLst/>
              <a:gdLst/>
              <a:ahLst/>
              <a:cxnLst/>
              <a:rect l="l" t="t" r="r" b="b"/>
              <a:pathLst>
                <a:path w="36" h="25" extrusionOk="0">
                  <a:moveTo>
                    <a:pt x="0" y="0"/>
                  </a:moveTo>
                  <a:cubicBezTo>
                    <a:pt x="12" y="0"/>
                    <a:pt x="12" y="24"/>
                    <a:pt x="36" y="24"/>
                  </a:cubicBezTo>
                  <a:cubicBezTo>
                    <a:pt x="12" y="24"/>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3" name="Google Shape;1773;p15"/>
            <p:cNvSpPr/>
            <p:nvPr/>
          </p:nvSpPr>
          <p:spPr>
            <a:xfrm>
              <a:off x="2903925" y="41878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4" name="Google Shape;1774;p15"/>
            <p:cNvSpPr/>
            <p:nvPr/>
          </p:nvSpPr>
          <p:spPr>
            <a:xfrm>
              <a:off x="2903325" y="4187850"/>
              <a:ext cx="625" cy="25"/>
            </a:xfrm>
            <a:custGeom>
              <a:avLst/>
              <a:gdLst/>
              <a:ahLst/>
              <a:cxnLst/>
              <a:rect l="l" t="t" r="r" b="b"/>
              <a:pathLst>
                <a:path w="25" h="1" extrusionOk="0">
                  <a:moveTo>
                    <a:pt x="1" y="0"/>
                  </a:move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5" name="Google Shape;1775;p15"/>
            <p:cNvSpPr/>
            <p:nvPr/>
          </p:nvSpPr>
          <p:spPr>
            <a:xfrm>
              <a:off x="2906000" y="418875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6" name="Google Shape;1776;p15"/>
            <p:cNvSpPr/>
            <p:nvPr/>
          </p:nvSpPr>
          <p:spPr>
            <a:xfrm>
              <a:off x="2898575" y="4188150"/>
              <a:ext cx="179200" cy="127725"/>
            </a:xfrm>
            <a:custGeom>
              <a:avLst/>
              <a:gdLst/>
              <a:ahLst/>
              <a:cxnLst/>
              <a:rect l="l" t="t" r="r" b="b"/>
              <a:pathLst>
                <a:path w="7168" h="5109" extrusionOk="0">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7" name="Google Shape;1777;p15"/>
            <p:cNvSpPr/>
            <p:nvPr/>
          </p:nvSpPr>
          <p:spPr>
            <a:xfrm>
              <a:off x="2605375" y="4242625"/>
              <a:ext cx="151825" cy="76225"/>
            </a:xfrm>
            <a:custGeom>
              <a:avLst/>
              <a:gdLst/>
              <a:ahLst/>
              <a:cxnLst/>
              <a:rect l="l" t="t" r="r" b="b"/>
              <a:pathLst>
                <a:path w="6073" h="3049" extrusionOk="0">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8" name="Google Shape;1778;p15"/>
            <p:cNvSpPr/>
            <p:nvPr/>
          </p:nvSpPr>
          <p:spPr>
            <a:xfrm>
              <a:off x="2768500" y="4252150"/>
              <a:ext cx="210450" cy="159250"/>
            </a:xfrm>
            <a:custGeom>
              <a:avLst/>
              <a:gdLst/>
              <a:ahLst/>
              <a:cxnLst/>
              <a:rect l="l" t="t" r="r" b="b"/>
              <a:pathLst>
                <a:path w="8418" h="6370" extrusionOk="0">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9" name="Google Shape;1779;p15"/>
            <p:cNvSpPr/>
            <p:nvPr/>
          </p:nvSpPr>
          <p:spPr>
            <a:xfrm>
              <a:off x="2694975" y="4191125"/>
              <a:ext cx="62225" cy="54200"/>
            </a:xfrm>
            <a:custGeom>
              <a:avLst/>
              <a:gdLst/>
              <a:ahLst/>
              <a:cxnLst/>
              <a:rect l="l" t="t" r="r" b="b"/>
              <a:pathLst>
                <a:path w="2489" h="2168" extrusionOk="0">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0" name="Google Shape;1780;p15"/>
            <p:cNvSpPr/>
            <p:nvPr/>
          </p:nvSpPr>
          <p:spPr>
            <a:xfrm>
              <a:off x="3016725" y="4319125"/>
              <a:ext cx="67000" cy="92275"/>
            </a:xfrm>
            <a:custGeom>
              <a:avLst/>
              <a:gdLst/>
              <a:ahLst/>
              <a:cxnLst/>
              <a:rect l="l" t="t" r="r" b="b"/>
              <a:pathLst>
                <a:path w="2680" h="3691" extrusionOk="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1" name="Google Shape;1781;p15"/>
            <p:cNvSpPr/>
            <p:nvPr/>
          </p:nvSpPr>
          <p:spPr>
            <a:xfrm>
              <a:off x="3084000" y="4036650"/>
              <a:ext cx="186075" cy="275050"/>
            </a:xfrm>
            <a:custGeom>
              <a:avLst/>
              <a:gdLst/>
              <a:ahLst/>
              <a:cxnLst/>
              <a:rect l="l" t="t" r="r" b="b"/>
              <a:pathLst>
                <a:path w="7443" h="11002" extrusionOk="0">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2" name="Google Shape;1782;p15"/>
            <p:cNvSpPr/>
            <p:nvPr/>
          </p:nvSpPr>
          <p:spPr>
            <a:xfrm>
              <a:off x="3088475" y="4311375"/>
              <a:ext cx="161950" cy="100025"/>
            </a:xfrm>
            <a:custGeom>
              <a:avLst/>
              <a:gdLst/>
              <a:ahLst/>
              <a:cxnLst/>
              <a:rect l="l" t="t" r="r" b="b"/>
              <a:pathLst>
                <a:path w="6478" h="4001" extrusionOk="0">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3" name="Google Shape;1783;p15"/>
            <p:cNvSpPr/>
            <p:nvPr/>
          </p:nvSpPr>
          <p:spPr>
            <a:xfrm>
              <a:off x="3271525" y="4040200"/>
              <a:ext cx="47350" cy="371200"/>
            </a:xfrm>
            <a:custGeom>
              <a:avLst/>
              <a:gdLst/>
              <a:ahLst/>
              <a:cxnLst/>
              <a:rect l="l" t="t" r="r" b="b"/>
              <a:pathLst>
                <a:path w="1894" h="14848" extrusionOk="0">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4" name="Google Shape;1784;p15"/>
            <p:cNvSpPr/>
            <p:nvPr/>
          </p:nvSpPr>
          <p:spPr>
            <a:xfrm>
              <a:off x="3632275" y="4401925"/>
              <a:ext cx="10750" cy="9475"/>
            </a:xfrm>
            <a:custGeom>
              <a:avLst/>
              <a:gdLst/>
              <a:ahLst/>
              <a:cxnLst/>
              <a:rect l="l" t="t" r="r" b="b"/>
              <a:pathLst>
                <a:path w="430" h="379" extrusionOk="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5" name="Google Shape;1785;p15"/>
            <p:cNvSpPr/>
            <p:nvPr/>
          </p:nvSpPr>
          <p:spPr>
            <a:xfrm>
              <a:off x="3737350" y="4195300"/>
              <a:ext cx="14325" cy="216100"/>
            </a:xfrm>
            <a:custGeom>
              <a:avLst/>
              <a:gdLst/>
              <a:ahLst/>
              <a:cxnLst/>
              <a:rect l="l" t="t" r="r" b="b"/>
              <a:pathLst>
                <a:path w="573" h="8644" extrusionOk="0">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6" name="Google Shape;1786;p15"/>
            <p:cNvSpPr/>
            <p:nvPr/>
          </p:nvSpPr>
          <p:spPr>
            <a:xfrm>
              <a:off x="4021625" y="4264050"/>
              <a:ext cx="149750" cy="147350"/>
            </a:xfrm>
            <a:custGeom>
              <a:avLst/>
              <a:gdLst/>
              <a:ahLst/>
              <a:cxnLst/>
              <a:rect l="l" t="t" r="r" b="b"/>
              <a:pathLst>
                <a:path w="5990" h="5894" extrusionOk="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7" name="Google Shape;1787;p15"/>
            <p:cNvSpPr/>
            <p:nvPr/>
          </p:nvSpPr>
          <p:spPr>
            <a:xfrm>
              <a:off x="4484475" y="4346500"/>
              <a:ext cx="96475" cy="64900"/>
            </a:xfrm>
            <a:custGeom>
              <a:avLst/>
              <a:gdLst/>
              <a:ahLst/>
              <a:cxnLst/>
              <a:rect l="l" t="t" r="r" b="b"/>
              <a:pathLst>
                <a:path w="3859" h="2596" extrusionOk="0">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8" name="Google Shape;1788;p15"/>
            <p:cNvSpPr/>
            <p:nvPr/>
          </p:nvSpPr>
          <p:spPr>
            <a:xfrm>
              <a:off x="3743025" y="4194700"/>
              <a:ext cx="230700" cy="216425"/>
            </a:xfrm>
            <a:custGeom>
              <a:avLst/>
              <a:gdLst/>
              <a:ahLst/>
              <a:cxnLst/>
              <a:rect l="l" t="t" r="r" b="b"/>
              <a:pathLst>
                <a:path w="9228" h="8657" extrusionOk="0">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9" name="Google Shape;1789;p15"/>
            <p:cNvSpPr/>
            <p:nvPr/>
          </p:nvSpPr>
          <p:spPr>
            <a:xfrm>
              <a:off x="4185325" y="4269100"/>
              <a:ext cx="69975" cy="142300"/>
            </a:xfrm>
            <a:custGeom>
              <a:avLst/>
              <a:gdLst/>
              <a:ahLst/>
              <a:cxnLst/>
              <a:rect l="l" t="t" r="r" b="b"/>
              <a:pathLst>
                <a:path w="2799" h="5692" extrusionOk="0">
                  <a:moveTo>
                    <a:pt x="1" y="1"/>
                  </a:moveTo>
                  <a:lnTo>
                    <a:pt x="2430" y="5692"/>
                  </a:lnTo>
                  <a:lnTo>
                    <a:pt x="2799" y="5692"/>
                  </a:lnTo>
                  <a:lnTo>
                    <a:pt x="572" y="465"/>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0" name="Google Shape;1790;p15"/>
            <p:cNvSpPr/>
            <p:nvPr/>
          </p:nvSpPr>
          <p:spPr>
            <a:xfrm>
              <a:off x="4174625" y="4240475"/>
              <a:ext cx="9550" cy="5725"/>
            </a:xfrm>
            <a:custGeom>
              <a:avLst/>
              <a:gdLst/>
              <a:ahLst/>
              <a:cxnLst/>
              <a:rect l="l" t="t" r="r" b="b"/>
              <a:pathLst>
                <a:path w="382" h="229" extrusionOk="0">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1" name="Google Shape;1791;p15"/>
            <p:cNvSpPr/>
            <p:nvPr/>
          </p:nvSpPr>
          <p:spPr>
            <a:xfrm>
              <a:off x="4599075" y="4353050"/>
              <a:ext cx="37825" cy="58350"/>
            </a:xfrm>
            <a:custGeom>
              <a:avLst/>
              <a:gdLst/>
              <a:ahLst/>
              <a:cxnLst/>
              <a:rect l="l" t="t" r="r" b="b"/>
              <a:pathLst>
                <a:path w="1513" h="2334" extrusionOk="0">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2" name="Google Shape;1792;p15"/>
            <p:cNvSpPr/>
            <p:nvPr/>
          </p:nvSpPr>
          <p:spPr>
            <a:xfrm>
              <a:off x="4185025" y="4263750"/>
              <a:ext cx="182500" cy="147650"/>
            </a:xfrm>
            <a:custGeom>
              <a:avLst/>
              <a:gdLst/>
              <a:ahLst/>
              <a:cxnLst/>
              <a:rect l="l" t="t" r="r" b="b"/>
              <a:pathLst>
                <a:path w="7300" h="5906" extrusionOk="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3" name="Google Shape;1793;p15"/>
            <p:cNvSpPr/>
            <p:nvPr/>
          </p:nvSpPr>
          <p:spPr>
            <a:xfrm>
              <a:off x="4189800" y="4255125"/>
              <a:ext cx="386375" cy="83950"/>
            </a:xfrm>
            <a:custGeom>
              <a:avLst/>
              <a:gdLst/>
              <a:ahLst/>
              <a:cxnLst/>
              <a:rect l="l" t="t" r="r" b="b"/>
              <a:pathLst>
                <a:path w="15455" h="3358" extrusionOk="0">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4" name="Google Shape;1794;p15"/>
            <p:cNvSpPr/>
            <p:nvPr/>
          </p:nvSpPr>
          <p:spPr>
            <a:xfrm>
              <a:off x="4185925" y="3740775"/>
              <a:ext cx="804900" cy="513475"/>
            </a:xfrm>
            <a:custGeom>
              <a:avLst/>
              <a:gdLst/>
              <a:ahLst/>
              <a:cxnLst/>
              <a:rect l="l" t="t" r="r" b="b"/>
              <a:pathLst>
                <a:path w="32196" h="20539" extrusionOk="0">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5" name="Google Shape;1795;p15"/>
            <p:cNvSpPr/>
            <p:nvPr/>
          </p:nvSpPr>
          <p:spPr>
            <a:xfrm>
              <a:off x="4604725" y="4122375"/>
              <a:ext cx="224450" cy="207175"/>
            </a:xfrm>
            <a:custGeom>
              <a:avLst/>
              <a:gdLst/>
              <a:ahLst/>
              <a:cxnLst/>
              <a:rect l="l" t="t" r="r" b="b"/>
              <a:pathLst>
                <a:path w="8978" h="8287" extrusionOk="0">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6" name="Google Shape;1796;p15"/>
            <p:cNvSpPr/>
            <p:nvPr/>
          </p:nvSpPr>
          <p:spPr>
            <a:xfrm>
              <a:off x="4727950" y="4136950"/>
              <a:ext cx="125650" cy="274450"/>
            </a:xfrm>
            <a:custGeom>
              <a:avLst/>
              <a:gdLst/>
              <a:ahLst/>
              <a:cxnLst/>
              <a:rect l="l" t="t" r="r" b="b"/>
              <a:pathLst>
                <a:path w="5026" h="10978" extrusionOk="0">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7" name="Google Shape;1797;p15"/>
            <p:cNvSpPr/>
            <p:nvPr/>
          </p:nvSpPr>
          <p:spPr>
            <a:xfrm>
              <a:off x="4605925" y="4346200"/>
              <a:ext cx="86650" cy="65200"/>
            </a:xfrm>
            <a:custGeom>
              <a:avLst/>
              <a:gdLst/>
              <a:ahLst/>
              <a:cxnLst/>
              <a:rect l="l" t="t" r="r" b="b"/>
              <a:pathLst>
                <a:path w="3466" h="2608" extrusionOk="0">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8" name="Google Shape;1798;p15"/>
            <p:cNvSpPr/>
            <p:nvPr/>
          </p:nvSpPr>
          <p:spPr>
            <a:xfrm>
              <a:off x="5016400" y="4244400"/>
              <a:ext cx="9250" cy="167000"/>
            </a:xfrm>
            <a:custGeom>
              <a:avLst/>
              <a:gdLst/>
              <a:ahLst/>
              <a:cxnLst/>
              <a:rect l="l" t="t" r="r" b="b"/>
              <a:pathLst>
                <a:path w="370" h="6680" extrusionOk="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9" name="Google Shape;1799;p15"/>
            <p:cNvSpPr/>
            <p:nvPr/>
          </p:nvSpPr>
          <p:spPr>
            <a:xfrm>
              <a:off x="5021450" y="4188150"/>
              <a:ext cx="3300" cy="3900"/>
            </a:xfrm>
            <a:custGeom>
              <a:avLst/>
              <a:gdLst/>
              <a:ahLst/>
              <a:cxnLst/>
              <a:rect l="l" t="t" r="r" b="b"/>
              <a:pathLst>
                <a:path w="132" h="156" extrusionOk="0">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0" name="Google Shape;1800;p15"/>
            <p:cNvSpPr/>
            <p:nvPr/>
          </p:nvSpPr>
          <p:spPr>
            <a:xfrm>
              <a:off x="4864275" y="3750900"/>
              <a:ext cx="138450" cy="315225"/>
            </a:xfrm>
            <a:custGeom>
              <a:avLst/>
              <a:gdLst/>
              <a:ahLst/>
              <a:cxnLst/>
              <a:rect l="l" t="t" r="r" b="b"/>
              <a:pathLst>
                <a:path w="5538" h="12609" extrusionOk="0">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1" name="Google Shape;1801;p15"/>
            <p:cNvSpPr/>
            <p:nvPr/>
          </p:nvSpPr>
          <p:spPr>
            <a:xfrm>
              <a:off x="5003300" y="3753275"/>
              <a:ext cx="18175" cy="439050"/>
            </a:xfrm>
            <a:custGeom>
              <a:avLst/>
              <a:gdLst/>
              <a:ahLst/>
              <a:cxnLst/>
              <a:rect l="l" t="t" r="r" b="b"/>
              <a:pathLst>
                <a:path w="727" h="17562" extrusionOk="0">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2" name="Google Shape;1802;p15"/>
            <p:cNvSpPr/>
            <p:nvPr/>
          </p:nvSpPr>
          <p:spPr>
            <a:xfrm>
              <a:off x="4886325" y="4112250"/>
              <a:ext cx="111625" cy="96750"/>
            </a:xfrm>
            <a:custGeom>
              <a:avLst/>
              <a:gdLst/>
              <a:ahLst/>
              <a:cxnLst/>
              <a:rect l="l" t="t" r="r" b="b"/>
              <a:pathLst>
                <a:path w="4465" h="3870" extrusionOk="0">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3" name="Google Shape;1803;p15"/>
            <p:cNvSpPr/>
            <p:nvPr/>
          </p:nvSpPr>
          <p:spPr>
            <a:xfrm>
              <a:off x="5032450" y="4235775"/>
              <a:ext cx="207800" cy="173550"/>
            </a:xfrm>
            <a:custGeom>
              <a:avLst/>
              <a:gdLst/>
              <a:ahLst/>
              <a:cxnLst/>
              <a:rect l="l" t="t" r="r" b="b"/>
              <a:pathLst>
                <a:path w="8312" h="6942" extrusionOk="0">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4" name="Google Shape;1804;p15"/>
            <p:cNvSpPr/>
            <p:nvPr/>
          </p:nvSpPr>
          <p:spPr>
            <a:xfrm>
              <a:off x="5006875" y="3750000"/>
              <a:ext cx="242600" cy="651600"/>
            </a:xfrm>
            <a:custGeom>
              <a:avLst/>
              <a:gdLst/>
              <a:ahLst/>
              <a:cxnLst/>
              <a:rect l="l" t="t" r="r" b="b"/>
              <a:pathLst>
                <a:path w="9704" h="26064" extrusionOk="0">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5" name="Google Shape;1805;p15"/>
            <p:cNvSpPr/>
            <p:nvPr/>
          </p:nvSpPr>
          <p:spPr>
            <a:xfrm>
              <a:off x="4991100" y="4191000"/>
              <a:ext cx="56575" cy="53975"/>
            </a:xfrm>
            <a:custGeom>
              <a:avLst/>
              <a:gdLst/>
              <a:ahLst/>
              <a:cxnLst/>
              <a:rect l="l" t="t" r="r" b="b"/>
              <a:pathLst>
                <a:path w="2263" h="2159" extrusionOk="0">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6" name="Google Shape;1806;p15"/>
            <p:cNvSpPr/>
            <p:nvPr/>
          </p:nvSpPr>
          <p:spPr>
            <a:xfrm>
              <a:off x="4815775" y="4062050"/>
              <a:ext cx="78000" cy="76425"/>
            </a:xfrm>
            <a:custGeom>
              <a:avLst/>
              <a:gdLst/>
              <a:ahLst/>
              <a:cxnLst/>
              <a:rect l="l" t="t" r="r" b="b"/>
              <a:pathLst>
                <a:path w="3120" h="3057" extrusionOk="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7" name="Google Shape;1807;p15"/>
            <p:cNvSpPr/>
            <p:nvPr/>
          </p:nvSpPr>
          <p:spPr>
            <a:xfrm>
              <a:off x="2997100" y="4406875"/>
              <a:ext cx="25600" cy="5125"/>
            </a:xfrm>
            <a:custGeom>
              <a:avLst/>
              <a:gdLst/>
              <a:ahLst/>
              <a:cxnLst/>
              <a:rect l="l" t="t" r="r" b="b"/>
              <a:pathLst>
                <a:path w="1024" h="205" extrusionOk="0">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8" name="Google Shape;1808;p15"/>
            <p:cNvSpPr/>
            <p:nvPr/>
          </p:nvSpPr>
          <p:spPr>
            <a:xfrm>
              <a:off x="2698250" y="4188575"/>
              <a:ext cx="14300" cy="13925"/>
            </a:xfrm>
            <a:custGeom>
              <a:avLst/>
              <a:gdLst/>
              <a:ahLst/>
              <a:cxnLst/>
              <a:rect l="l" t="t" r="r" b="b"/>
              <a:pathLst>
                <a:path w="572" h="557" extrusionOk="0">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9" name="Google Shape;1809;p15"/>
            <p:cNvSpPr/>
            <p:nvPr/>
          </p:nvSpPr>
          <p:spPr>
            <a:xfrm>
              <a:off x="3732600" y="4168050"/>
              <a:ext cx="29200" cy="27800"/>
            </a:xfrm>
            <a:custGeom>
              <a:avLst/>
              <a:gdLst/>
              <a:ahLst/>
              <a:cxnLst/>
              <a:rect l="l" t="t" r="r" b="b"/>
              <a:pathLst>
                <a:path w="1168" h="1112" extrusionOk="0">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0" name="Google Shape;1810;p15"/>
            <p:cNvSpPr/>
            <p:nvPr/>
          </p:nvSpPr>
          <p:spPr>
            <a:xfrm>
              <a:off x="4574675" y="4319825"/>
              <a:ext cx="37825" cy="38250"/>
            </a:xfrm>
            <a:custGeom>
              <a:avLst/>
              <a:gdLst/>
              <a:ahLst/>
              <a:cxnLst/>
              <a:rect l="l" t="t" r="r" b="b"/>
              <a:pathLst>
                <a:path w="1513" h="1530" extrusionOk="0">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1" name="Google Shape;1811;p15"/>
            <p:cNvSpPr/>
            <p:nvPr/>
          </p:nvSpPr>
          <p:spPr>
            <a:xfrm>
              <a:off x="4163600" y="4245300"/>
              <a:ext cx="27400" cy="26400"/>
            </a:xfrm>
            <a:custGeom>
              <a:avLst/>
              <a:gdLst/>
              <a:ahLst/>
              <a:cxnLst/>
              <a:rect l="l" t="t" r="r" b="b"/>
              <a:pathLst>
                <a:path w="1096" h="1056" extrusionOk="0">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2" name="Google Shape;1812;p15"/>
            <p:cNvSpPr/>
            <p:nvPr/>
          </p:nvSpPr>
          <p:spPr>
            <a:xfrm>
              <a:off x="2754800" y="4228775"/>
              <a:ext cx="27100" cy="27250"/>
            </a:xfrm>
            <a:custGeom>
              <a:avLst/>
              <a:gdLst/>
              <a:ahLst/>
              <a:cxnLst/>
              <a:rect l="l" t="t" r="r" b="b"/>
              <a:pathLst>
                <a:path w="1084" h="1090" extrusionOk="0">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3" name="Google Shape;1813;p15"/>
            <p:cNvSpPr/>
            <p:nvPr/>
          </p:nvSpPr>
          <p:spPr>
            <a:xfrm>
              <a:off x="2582150" y="4308350"/>
              <a:ext cx="28000" cy="27250"/>
            </a:xfrm>
            <a:custGeom>
              <a:avLst/>
              <a:gdLst/>
              <a:ahLst/>
              <a:cxnLst/>
              <a:rect l="l" t="t" r="r" b="b"/>
              <a:pathLst>
                <a:path w="1120" h="1090" extrusionOk="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4" name="Google Shape;1814;p15"/>
            <p:cNvSpPr/>
            <p:nvPr/>
          </p:nvSpPr>
          <p:spPr>
            <a:xfrm>
              <a:off x="3259325" y="4015150"/>
              <a:ext cx="28300" cy="26950"/>
            </a:xfrm>
            <a:custGeom>
              <a:avLst/>
              <a:gdLst/>
              <a:ahLst/>
              <a:cxnLst/>
              <a:rect l="l" t="t" r="r" b="b"/>
              <a:pathLst>
                <a:path w="1132" h="1078" extrusionOk="0">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5" name="Google Shape;1815;p15"/>
            <p:cNvSpPr/>
            <p:nvPr/>
          </p:nvSpPr>
          <p:spPr>
            <a:xfrm>
              <a:off x="5234575" y="4397850"/>
              <a:ext cx="36625" cy="13550"/>
            </a:xfrm>
            <a:custGeom>
              <a:avLst/>
              <a:gdLst/>
              <a:ahLst/>
              <a:cxnLst/>
              <a:rect l="l" t="t" r="r" b="b"/>
              <a:pathLst>
                <a:path w="1465" h="542" extrusionOk="0">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6" name="Google Shape;1816;p15"/>
            <p:cNvSpPr/>
            <p:nvPr/>
          </p:nvSpPr>
          <p:spPr>
            <a:xfrm>
              <a:off x="4984250" y="3714800"/>
              <a:ext cx="39600" cy="38200"/>
            </a:xfrm>
            <a:custGeom>
              <a:avLst/>
              <a:gdLst/>
              <a:ahLst/>
              <a:cxnLst/>
              <a:rect l="l" t="t" r="r" b="b"/>
              <a:pathLst>
                <a:path w="1584" h="1528" extrusionOk="0">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7" name="Google Shape;1817;p15"/>
            <p:cNvSpPr/>
            <p:nvPr/>
          </p:nvSpPr>
          <p:spPr>
            <a:xfrm>
              <a:off x="3074475" y="4307150"/>
              <a:ext cx="15500" cy="15550"/>
            </a:xfrm>
            <a:custGeom>
              <a:avLst/>
              <a:gdLst/>
              <a:ahLst/>
              <a:cxnLst/>
              <a:rect l="l" t="t" r="r" b="b"/>
              <a:pathLst>
                <a:path w="620" h="622" extrusionOk="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8" name="Google Shape;1818;p15"/>
            <p:cNvSpPr/>
            <p:nvPr/>
          </p:nvSpPr>
          <p:spPr>
            <a:xfrm>
              <a:off x="3911200" y="4344925"/>
              <a:ext cx="16375" cy="15575"/>
            </a:xfrm>
            <a:custGeom>
              <a:avLst/>
              <a:gdLst/>
              <a:ahLst/>
              <a:cxnLst/>
              <a:rect l="l" t="t" r="r" b="b"/>
              <a:pathLst>
                <a:path w="655" h="623" extrusionOk="0">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19" name="Google Shape;1819;p15"/>
          <p:cNvGrpSpPr/>
          <p:nvPr/>
        </p:nvGrpSpPr>
        <p:grpSpPr>
          <a:xfrm>
            <a:off x="4989532" y="25"/>
            <a:ext cx="4181792" cy="1269197"/>
            <a:chOff x="4846107" y="26"/>
            <a:chExt cx="4325395" cy="1312782"/>
          </a:xfrm>
        </p:grpSpPr>
        <p:sp>
          <p:nvSpPr>
            <p:cNvPr id="1820" name="Google Shape;1820;p15"/>
            <p:cNvSpPr/>
            <p:nvPr/>
          </p:nvSpPr>
          <p:spPr>
            <a:xfrm>
              <a:off x="6903427" y="1643"/>
              <a:ext cx="354163" cy="123640"/>
            </a:xfrm>
            <a:custGeom>
              <a:avLst/>
              <a:gdLst/>
              <a:ahLst/>
              <a:cxnLst/>
              <a:rect l="l" t="t" r="r" b="b"/>
              <a:pathLst>
                <a:path w="7883" h="2752" extrusionOk="0">
                  <a:moveTo>
                    <a:pt x="7704" y="1"/>
                  </a:moveTo>
                  <a:lnTo>
                    <a:pt x="0" y="2358"/>
                  </a:lnTo>
                  <a:cubicBezTo>
                    <a:pt x="84" y="2465"/>
                    <a:pt x="131" y="2608"/>
                    <a:pt x="131" y="2751"/>
                  </a:cubicBezTo>
                  <a:lnTo>
                    <a:pt x="7847" y="382"/>
                  </a:lnTo>
                  <a:lnTo>
                    <a:pt x="788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1" name="Google Shape;1821;p15"/>
            <p:cNvSpPr/>
            <p:nvPr/>
          </p:nvSpPr>
          <p:spPr>
            <a:xfrm>
              <a:off x="7275202" y="1643"/>
              <a:ext cx="36930" cy="11277"/>
            </a:xfrm>
            <a:custGeom>
              <a:avLst/>
              <a:gdLst/>
              <a:ahLst/>
              <a:cxnLst/>
              <a:rect l="l" t="t" r="r" b="b"/>
              <a:pathLst>
                <a:path w="822" h="251" extrusionOk="0">
                  <a:moveTo>
                    <a:pt x="24" y="1"/>
                  </a:moveTo>
                  <a:lnTo>
                    <a:pt x="0" y="251"/>
                  </a:lnTo>
                  <a:lnTo>
                    <a:pt x="82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2" name="Google Shape;1822;p15"/>
            <p:cNvSpPr/>
            <p:nvPr/>
          </p:nvSpPr>
          <p:spPr>
            <a:xfrm>
              <a:off x="8882618" y="26"/>
              <a:ext cx="288884" cy="170365"/>
            </a:xfrm>
            <a:custGeom>
              <a:avLst/>
              <a:gdLst/>
              <a:ahLst/>
              <a:cxnLst/>
              <a:rect l="l" t="t" r="r" b="b"/>
              <a:pathLst>
                <a:path w="6430" h="3792" extrusionOk="0">
                  <a:moveTo>
                    <a:pt x="5620" y="1"/>
                  </a:moveTo>
                  <a:lnTo>
                    <a:pt x="24" y="3370"/>
                  </a:lnTo>
                  <a:cubicBezTo>
                    <a:pt x="48" y="3430"/>
                    <a:pt x="48" y="3490"/>
                    <a:pt x="48" y="3537"/>
                  </a:cubicBezTo>
                  <a:cubicBezTo>
                    <a:pt x="48" y="3620"/>
                    <a:pt x="24" y="3716"/>
                    <a:pt x="1" y="3787"/>
                  </a:cubicBezTo>
                  <a:cubicBezTo>
                    <a:pt x="12" y="3790"/>
                    <a:pt x="25" y="3792"/>
                    <a:pt x="38" y="3792"/>
                  </a:cubicBezTo>
                  <a:cubicBezTo>
                    <a:pt x="76" y="3792"/>
                    <a:pt x="117" y="3778"/>
                    <a:pt x="143" y="3751"/>
                  </a:cubicBezTo>
                  <a:lnTo>
                    <a:pt x="643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3" name="Google Shape;1823;p15"/>
            <p:cNvSpPr/>
            <p:nvPr/>
          </p:nvSpPr>
          <p:spPr>
            <a:xfrm>
              <a:off x="8360561" y="191552"/>
              <a:ext cx="471829" cy="839875"/>
            </a:xfrm>
            <a:custGeom>
              <a:avLst/>
              <a:gdLst/>
              <a:ahLst/>
              <a:cxnLst/>
              <a:rect l="l" t="t" r="r" b="b"/>
              <a:pathLst>
                <a:path w="10502" h="18694" extrusionOk="0">
                  <a:moveTo>
                    <a:pt x="10132" y="0"/>
                  </a:moveTo>
                  <a:lnTo>
                    <a:pt x="0" y="18586"/>
                  </a:lnTo>
                  <a:cubicBezTo>
                    <a:pt x="36" y="18574"/>
                    <a:pt x="95" y="18562"/>
                    <a:pt x="143" y="18562"/>
                  </a:cubicBezTo>
                  <a:cubicBezTo>
                    <a:pt x="250" y="18562"/>
                    <a:pt x="333" y="18622"/>
                    <a:pt x="393" y="18693"/>
                  </a:cubicBezTo>
                  <a:lnTo>
                    <a:pt x="10501" y="179"/>
                  </a:lnTo>
                  <a:cubicBezTo>
                    <a:pt x="10370" y="143"/>
                    <a:pt x="10239" y="84"/>
                    <a:pt x="1013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4" name="Google Shape;1824;p15"/>
            <p:cNvSpPr/>
            <p:nvPr/>
          </p:nvSpPr>
          <p:spPr>
            <a:xfrm>
              <a:off x="7991975" y="886940"/>
              <a:ext cx="368630" cy="156258"/>
            </a:xfrm>
            <a:custGeom>
              <a:avLst/>
              <a:gdLst/>
              <a:ahLst/>
              <a:cxnLst/>
              <a:rect l="l" t="t" r="r" b="b"/>
              <a:pathLst>
                <a:path w="8205" h="3478" extrusionOk="0">
                  <a:moveTo>
                    <a:pt x="191" y="1"/>
                  </a:moveTo>
                  <a:cubicBezTo>
                    <a:pt x="167" y="143"/>
                    <a:pt x="108" y="262"/>
                    <a:pt x="1" y="370"/>
                  </a:cubicBezTo>
                  <a:lnTo>
                    <a:pt x="8002" y="3477"/>
                  </a:lnTo>
                  <a:cubicBezTo>
                    <a:pt x="8002" y="3453"/>
                    <a:pt x="7990" y="3441"/>
                    <a:pt x="7990" y="3406"/>
                  </a:cubicBezTo>
                  <a:cubicBezTo>
                    <a:pt x="8002" y="3263"/>
                    <a:pt x="8097" y="3156"/>
                    <a:pt x="8204" y="3108"/>
                  </a:cubicBezTo>
                  <a:lnTo>
                    <a:pt x="19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5" name="Google Shape;1825;p15"/>
            <p:cNvSpPr/>
            <p:nvPr/>
          </p:nvSpPr>
          <p:spPr>
            <a:xfrm>
              <a:off x="8754754" y="1643"/>
              <a:ext cx="76017" cy="123101"/>
            </a:xfrm>
            <a:custGeom>
              <a:avLst/>
              <a:gdLst/>
              <a:ahLst/>
              <a:cxnLst/>
              <a:rect l="l" t="t" r="r" b="b"/>
              <a:pathLst>
                <a:path w="1692" h="2740" extrusionOk="0">
                  <a:moveTo>
                    <a:pt x="1" y="1"/>
                  </a:moveTo>
                  <a:lnTo>
                    <a:pt x="1323" y="2739"/>
                  </a:lnTo>
                  <a:cubicBezTo>
                    <a:pt x="1430" y="2644"/>
                    <a:pt x="1561" y="2584"/>
                    <a:pt x="1692" y="2561"/>
                  </a:cubicBezTo>
                  <a:lnTo>
                    <a:pt x="46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6" name="Google Shape;1826;p15"/>
            <p:cNvSpPr/>
            <p:nvPr/>
          </p:nvSpPr>
          <p:spPr>
            <a:xfrm>
              <a:off x="8196845" y="1643"/>
              <a:ext cx="296387" cy="132177"/>
            </a:xfrm>
            <a:custGeom>
              <a:avLst/>
              <a:gdLst/>
              <a:ahLst/>
              <a:cxnLst/>
              <a:rect l="l" t="t" r="r" b="b"/>
              <a:pathLst>
                <a:path w="6597" h="2942" extrusionOk="0">
                  <a:moveTo>
                    <a:pt x="5620" y="1"/>
                  </a:moveTo>
                  <a:lnTo>
                    <a:pt x="1" y="2572"/>
                  </a:lnTo>
                  <a:cubicBezTo>
                    <a:pt x="96" y="2680"/>
                    <a:pt x="156" y="2799"/>
                    <a:pt x="191" y="2942"/>
                  </a:cubicBezTo>
                  <a:lnTo>
                    <a:pt x="659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7" name="Google Shape;1827;p15"/>
            <p:cNvSpPr/>
            <p:nvPr/>
          </p:nvSpPr>
          <p:spPr>
            <a:xfrm>
              <a:off x="7575812" y="151971"/>
              <a:ext cx="554226" cy="272306"/>
            </a:xfrm>
            <a:custGeom>
              <a:avLst/>
              <a:gdLst/>
              <a:ahLst/>
              <a:cxnLst/>
              <a:rect l="l" t="t" r="r" b="b"/>
              <a:pathLst>
                <a:path w="12336" h="6061" extrusionOk="0">
                  <a:moveTo>
                    <a:pt x="12181" y="0"/>
                  </a:moveTo>
                  <a:lnTo>
                    <a:pt x="24" y="5668"/>
                  </a:lnTo>
                  <a:cubicBezTo>
                    <a:pt x="24" y="5703"/>
                    <a:pt x="24" y="5727"/>
                    <a:pt x="1" y="5763"/>
                  </a:cubicBezTo>
                  <a:cubicBezTo>
                    <a:pt x="96" y="5834"/>
                    <a:pt x="155" y="5942"/>
                    <a:pt x="155" y="6061"/>
                  </a:cubicBezTo>
                  <a:lnTo>
                    <a:pt x="12335" y="369"/>
                  </a:lnTo>
                  <a:cubicBezTo>
                    <a:pt x="12264" y="262"/>
                    <a:pt x="12204" y="131"/>
                    <a:pt x="1218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8" name="Google Shape;1828;p15"/>
            <p:cNvSpPr/>
            <p:nvPr/>
          </p:nvSpPr>
          <p:spPr>
            <a:xfrm>
              <a:off x="8166878" y="1643"/>
              <a:ext cx="42861" cy="104906"/>
            </a:xfrm>
            <a:custGeom>
              <a:avLst/>
              <a:gdLst/>
              <a:ahLst/>
              <a:cxnLst/>
              <a:rect l="l" t="t" r="r" b="b"/>
              <a:pathLst>
                <a:path w="954" h="2335" extrusionOk="0">
                  <a:moveTo>
                    <a:pt x="537" y="1"/>
                  </a:moveTo>
                  <a:lnTo>
                    <a:pt x="1" y="2227"/>
                  </a:lnTo>
                  <a:cubicBezTo>
                    <a:pt x="156" y="2227"/>
                    <a:pt x="287" y="2275"/>
                    <a:pt x="406" y="2334"/>
                  </a:cubicBezTo>
                  <a:lnTo>
                    <a:pt x="95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9" name="Google Shape;1829;p15"/>
            <p:cNvSpPr/>
            <p:nvPr/>
          </p:nvSpPr>
          <p:spPr>
            <a:xfrm>
              <a:off x="7972746" y="182971"/>
              <a:ext cx="191526" cy="675665"/>
            </a:xfrm>
            <a:custGeom>
              <a:avLst/>
              <a:gdLst/>
              <a:ahLst/>
              <a:cxnLst/>
              <a:rect l="l" t="t" r="r" b="b"/>
              <a:pathLst>
                <a:path w="4263" h="15039" extrusionOk="0">
                  <a:moveTo>
                    <a:pt x="3870" y="1"/>
                  </a:moveTo>
                  <a:lnTo>
                    <a:pt x="0" y="14919"/>
                  </a:lnTo>
                  <a:lnTo>
                    <a:pt x="12" y="14919"/>
                  </a:lnTo>
                  <a:cubicBezTo>
                    <a:pt x="143" y="14919"/>
                    <a:pt x="274" y="14967"/>
                    <a:pt x="381" y="15038"/>
                  </a:cubicBezTo>
                  <a:lnTo>
                    <a:pt x="4262" y="84"/>
                  </a:lnTo>
                  <a:lnTo>
                    <a:pt x="4251" y="84"/>
                  </a:lnTo>
                  <a:cubicBezTo>
                    <a:pt x="4096" y="84"/>
                    <a:pt x="3989" y="60"/>
                    <a:pt x="387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0" name="Google Shape;1830;p15"/>
            <p:cNvSpPr/>
            <p:nvPr/>
          </p:nvSpPr>
          <p:spPr>
            <a:xfrm>
              <a:off x="7874849" y="908325"/>
              <a:ext cx="101671" cy="323164"/>
            </a:xfrm>
            <a:custGeom>
              <a:avLst/>
              <a:gdLst/>
              <a:ahLst/>
              <a:cxnLst/>
              <a:rect l="l" t="t" r="r" b="b"/>
              <a:pathLst>
                <a:path w="2263" h="7193" extrusionOk="0">
                  <a:moveTo>
                    <a:pt x="1846" y="1"/>
                  </a:moveTo>
                  <a:lnTo>
                    <a:pt x="0" y="7109"/>
                  </a:lnTo>
                  <a:lnTo>
                    <a:pt x="72" y="7109"/>
                  </a:lnTo>
                  <a:cubicBezTo>
                    <a:pt x="191" y="7109"/>
                    <a:pt x="310" y="7144"/>
                    <a:pt x="417" y="7192"/>
                  </a:cubicBezTo>
                  <a:lnTo>
                    <a:pt x="2262" y="72"/>
                  </a:lnTo>
                  <a:cubicBezTo>
                    <a:pt x="2227" y="72"/>
                    <a:pt x="2191" y="84"/>
                    <a:pt x="2155" y="84"/>
                  </a:cubicBezTo>
                  <a:cubicBezTo>
                    <a:pt x="2036" y="72"/>
                    <a:pt x="1941" y="48"/>
                    <a:pt x="184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1" name="Google Shape;1831;p15"/>
            <p:cNvSpPr/>
            <p:nvPr/>
          </p:nvSpPr>
          <p:spPr>
            <a:xfrm>
              <a:off x="7710594" y="770308"/>
              <a:ext cx="237577" cy="113487"/>
            </a:xfrm>
            <a:custGeom>
              <a:avLst/>
              <a:gdLst/>
              <a:ahLst/>
              <a:cxnLst/>
              <a:rect l="l" t="t" r="r" b="b"/>
              <a:pathLst>
                <a:path w="5288" h="2526" extrusionOk="0">
                  <a:moveTo>
                    <a:pt x="108" y="1"/>
                  </a:moveTo>
                  <a:cubicBezTo>
                    <a:pt x="96" y="25"/>
                    <a:pt x="108" y="37"/>
                    <a:pt x="108" y="60"/>
                  </a:cubicBezTo>
                  <a:cubicBezTo>
                    <a:pt x="108" y="203"/>
                    <a:pt x="72" y="322"/>
                    <a:pt x="1" y="406"/>
                  </a:cubicBezTo>
                  <a:lnTo>
                    <a:pt x="5168" y="2525"/>
                  </a:lnTo>
                  <a:lnTo>
                    <a:pt x="5168" y="2477"/>
                  </a:lnTo>
                  <a:cubicBezTo>
                    <a:pt x="5168" y="2346"/>
                    <a:pt x="5216" y="2227"/>
                    <a:pt x="5287" y="2120"/>
                  </a:cubicBezTo>
                  <a:lnTo>
                    <a:pt x="10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2" name="Google Shape;1832;p15"/>
            <p:cNvSpPr/>
            <p:nvPr/>
          </p:nvSpPr>
          <p:spPr>
            <a:xfrm>
              <a:off x="7278931" y="423692"/>
              <a:ext cx="279808" cy="120406"/>
            </a:xfrm>
            <a:custGeom>
              <a:avLst/>
              <a:gdLst/>
              <a:ahLst/>
              <a:cxnLst/>
              <a:rect l="l" t="t" r="r" b="b"/>
              <a:pathLst>
                <a:path w="6228" h="2680" extrusionOk="0">
                  <a:moveTo>
                    <a:pt x="6001" y="1"/>
                  </a:moveTo>
                  <a:lnTo>
                    <a:pt x="1" y="2287"/>
                  </a:lnTo>
                  <a:cubicBezTo>
                    <a:pt x="60" y="2406"/>
                    <a:pt x="108" y="2537"/>
                    <a:pt x="132" y="2680"/>
                  </a:cubicBezTo>
                  <a:lnTo>
                    <a:pt x="6228" y="358"/>
                  </a:lnTo>
                  <a:cubicBezTo>
                    <a:pt x="6097" y="298"/>
                    <a:pt x="6001" y="155"/>
                    <a:pt x="600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3" name="Google Shape;1833;p15"/>
            <p:cNvSpPr/>
            <p:nvPr/>
          </p:nvSpPr>
          <p:spPr>
            <a:xfrm>
              <a:off x="7689748" y="793311"/>
              <a:ext cx="177643" cy="443524"/>
            </a:xfrm>
            <a:custGeom>
              <a:avLst/>
              <a:gdLst/>
              <a:ahLst/>
              <a:cxnLst/>
              <a:rect l="l" t="t" r="r" b="b"/>
              <a:pathLst>
                <a:path w="3954" h="9872" extrusionOk="0">
                  <a:moveTo>
                    <a:pt x="370" y="1"/>
                  </a:moveTo>
                  <a:cubicBezTo>
                    <a:pt x="263" y="84"/>
                    <a:pt x="143" y="168"/>
                    <a:pt x="1" y="180"/>
                  </a:cubicBezTo>
                  <a:lnTo>
                    <a:pt x="3584" y="9871"/>
                  </a:lnTo>
                  <a:cubicBezTo>
                    <a:pt x="3692" y="9788"/>
                    <a:pt x="3823" y="9728"/>
                    <a:pt x="3953" y="9704"/>
                  </a:cubicBezTo>
                  <a:lnTo>
                    <a:pt x="37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4" name="Google Shape;1834;p15"/>
            <p:cNvSpPr/>
            <p:nvPr/>
          </p:nvSpPr>
          <p:spPr>
            <a:xfrm>
              <a:off x="7564041" y="431195"/>
              <a:ext cx="124135" cy="315661"/>
            </a:xfrm>
            <a:custGeom>
              <a:avLst/>
              <a:gdLst/>
              <a:ahLst/>
              <a:cxnLst/>
              <a:rect l="l" t="t" r="r" b="b"/>
              <a:pathLst>
                <a:path w="2763" h="7026" extrusionOk="0">
                  <a:moveTo>
                    <a:pt x="370" y="0"/>
                  </a:moveTo>
                  <a:cubicBezTo>
                    <a:pt x="310" y="143"/>
                    <a:pt x="179" y="215"/>
                    <a:pt x="13" y="215"/>
                  </a:cubicBezTo>
                  <a:lnTo>
                    <a:pt x="1" y="215"/>
                  </a:lnTo>
                  <a:lnTo>
                    <a:pt x="2370" y="7025"/>
                  </a:lnTo>
                  <a:cubicBezTo>
                    <a:pt x="2453" y="6973"/>
                    <a:pt x="2572" y="6939"/>
                    <a:pt x="2688" y="6939"/>
                  </a:cubicBezTo>
                  <a:cubicBezTo>
                    <a:pt x="2705" y="6939"/>
                    <a:pt x="2722" y="6940"/>
                    <a:pt x="2739" y="6942"/>
                  </a:cubicBezTo>
                  <a:cubicBezTo>
                    <a:pt x="2743" y="6938"/>
                    <a:pt x="2747" y="6936"/>
                    <a:pt x="2751" y="6936"/>
                  </a:cubicBezTo>
                  <a:cubicBezTo>
                    <a:pt x="2758" y="6936"/>
                    <a:pt x="2763" y="6942"/>
                    <a:pt x="2763" y="6942"/>
                  </a:cubicBezTo>
                  <a:lnTo>
                    <a:pt x="37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5" name="Google Shape;1835;p15"/>
            <p:cNvSpPr/>
            <p:nvPr/>
          </p:nvSpPr>
          <p:spPr>
            <a:xfrm>
              <a:off x="7500379" y="1643"/>
              <a:ext cx="77096" cy="409245"/>
            </a:xfrm>
            <a:custGeom>
              <a:avLst/>
              <a:gdLst/>
              <a:ahLst/>
              <a:cxnLst/>
              <a:rect l="l" t="t" r="r" b="b"/>
              <a:pathLst>
                <a:path w="1716" h="9109" extrusionOk="0">
                  <a:moveTo>
                    <a:pt x="1" y="1"/>
                  </a:moveTo>
                  <a:lnTo>
                    <a:pt x="1310" y="9049"/>
                  </a:lnTo>
                  <a:cubicBezTo>
                    <a:pt x="1358" y="9026"/>
                    <a:pt x="1418" y="9014"/>
                    <a:pt x="1477" y="9014"/>
                  </a:cubicBezTo>
                  <a:cubicBezTo>
                    <a:pt x="1549" y="9014"/>
                    <a:pt x="1644" y="9049"/>
                    <a:pt x="1703" y="9109"/>
                  </a:cubicBezTo>
                  <a:cubicBezTo>
                    <a:pt x="1715" y="9073"/>
                    <a:pt x="1715" y="9049"/>
                    <a:pt x="1715" y="9014"/>
                  </a:cubicBezTo>
                  <a:lnTo>
                    <a:pt x="1715" y="9002"/>
                  </a:lnTo>
                  <a:lnTo>
                    <a:pt x="41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6" name="Google Shape;1836;p15"/>
            <p:cNvSpPr/>
            <p:nvPr/>
          </p:nvSpPr>
          <p:spPr>
            <a:xfrm>
              <a:off x="7207811" y="1643"/>
              <a:ext cx="68514" cy="481488"/>
            </a:xfrm>
            <a:custGeom>
              <a:avLst/>
              <a:gdLst/>
              <a:ahLst/>
              <a:cxnLst/>
              <a:rect l="l" t="t" r="r" b="b"/>
              <a:pathLst>
                <a:path w="1525" h="10717" extrusionOk="0">
                  <a:moveTo>
                    <a:pt x="1107" y="1"/>
                  </a:moveTo>
                  <a:lnTo>
                    <a:pt x="1072" y="382"/>
                  </a:lnTo>
                  <a:lnTo>
                    <a:pt x="0" y="10657"/>
                  </a:lnTo>
                  <a:lnTo>
                    <a:pt x="12" y="10657"/>
                  </a:lnTo>
                  <a:cubicBezTo>
                    <a:pt x="143" y="10657"/>
                    <a:pt x="274" y="10681"/>
                    <a:pt x="393" y="10716"/>
                  </a:cubicBezTo>
                  <a:lnTo>
                    <a:pt x="1500" y="251"/>
                  </a:lnTo>
                  <a:lnTo>
                    <a:pt x="152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7" name="Google Shape;1837;p15"/>
            <p:cNvSpPr/>
            <p:nvPr/>
          </p:nvSpPr>
          <p:spPr>
            <a:xfrm>
              <a:off x="6888466" y="143390"/>
              <a:ext cx="276574" cy="358477"/>
            </a:xfrm>
            <a:custGeom>
              <a:avLst/>
              <a:gdLst/>
              <a:ahLst/>
              <a:cxnLst/>
              <a:rect l="l" t="t" r="r" b="b"/>
              <a:pathLst>
                <a:path w="6156" h="7979" extrusionOk="0">
                  <a:moveTo>
                    <a:pt x="333" y="1"/>
                  </a:moveTo>
                  <a:cubicBezTo>
                    <a:pt x="238" y="120"/>
                    <a:pt x="143" y="191"/>
                    <a:pt x="0" y="239"/>
                  </a:cubicBezTo>
                  <a:lnTo>
                    <a:pt x="5822" y="7978"/>
                  </a:lnTo>
                  <a:cubicBezTo>
                    <a:pt x="5929" y="7883"/>
                    <a:pt x="6037" y="7811"/>
                    <a:pt x="6156" y="7740"/>
                  </a:cubicBezTo>
                  <a:lnTo>
                    <a:pt x="33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8" name="Google Shape;1838;p15"/>
            <p:cNvSpPr/>
            <p:nvPr/>
          </p:nvSpPr>
          <p:spPr>
            <a:xfrm>
              <a:off x="6775024" y="1643"/>
              <a:ext cx="94752" cy="108096"/>
            </a:xfrm>
            <a:custGeom>
              <a:avLst/>
              <a:gdLst/>
              <a:ahLst/>
              <a:cxnLst/>
              <a:rect l="l" t="t" r="r" b="b"/>
              <a:pathLst>
                <a:path w="2109" h="2406" extrusionOk="0">
                  <a:moveTo>
                    <a:pt x="1" y="1"/>
                  </a:moveTo>
                  <a:lnTo>
                    <a:pt x="1787" y="2406"/>
                  </a:lnTo>
                  <a:cubicBezTo>
                    <a:pt x="1858" y="2287"/>
                    <a:pt x="1977" y="2203"/>
                    <a:pt x="2108" y="2156"/>
                  </a:cubicBezTo>
                  <a:lnTo>
                    <a:pt x="50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9" name="Google Shape;1839;p15"/>
            <p:cNvSpPr/>
            <p:nvPr/>
          </p:nvSpPr>
          <p:spPr>
            <a:xfrm>
              <a:off x="6261009" y="116119"/>
              <a:ext cx="591650" cy="145565"/>
            </a:xfrm>
            <a:custGeom>
              <a:avLst/>
              <a:gdLst/>
              <a:ahLst/>
              <a:cxnLst/>
              <a:rect l="l" t="t" r="r" b="b"/>
              <a:pathLst>
                <a:path w="13169" h="3240" extrusionOk="0">
                  <a:moveTo>
                    <a:pt x="13097" y="1"/>
                  </a:moveTo>
                  <a:lnTo>
                    <a:pt x="786" y="2644"/>
                  </a:lnTo>
                  <a:lnTo>
                    <a:pt x="0" y="3239"/>
                  </a:lnTo>
                  <a:lnTo>
                    <a:pt x="13133" y="394"/>
                  </a:lnTo>
                  <a:cubicBezTo>
                    <a:pt x="13121" y="334"/>
                    <a:pt x="13109" y="274"/>
                    <a:pt x="13121" y="203"/>
                  </a:cubicBezTo>
                  <a:cubicBezTo>
                    <a:pt x="13121" y="132"/>
                    <a:pt x="13133" y="60"/>
                    <a:pt x="13168"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0" name="Google Shape;1840;p15"/>
            <p:cNvSpPr/>
            <p:nvPr/>
          </p:nvSpPr>
          <p:spPr>
            <a:xfrm>
              <a:off x="5973203" y="1643"/>
              <a:ext cx="50319" cy="38054"/>
            </a:xfrm>
            <a:custGeom>
              <a:avLst/>
              <a:gdLst/>
              <a:ahLst/>
              <a:cxnLst/>
              <a:rect l="l" t="t" r="r" b="b"/>
              <a:pathLst>
                <a:path w="1120" h="847" extrusionOk="0">
                  <a:moveTo>
                    <a:pt x="0" y="1"/>
                  </a:moveTo>
                  <a:lnTo>
                    <a:pt x="905" y="846"/>
                  </a:lnTo>
                  <a:lnTo>
                    <a:pt x="1120" y="489"/>
                  </a:lnTo>
                  <a:lnTo>
                    <a:pt x="59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1" name="Google Shape;1841;p15"/>
            <p:cNvSpPr/>
            <p:nvPr/>
          </p:nvSpPr>
          <p:spPr>
            <a:xfrm>
              <a:off x="6027745" y="36417"/>
              <a:ext cx="228995" cy="216685"/>
            </a:xfrm>
            <a:custGeom>
              <a:avLst/>
              <a:gdLst/>
              <a:ahLst/>
              <a:cxnLst/>
              <a:rect l="l" t="t" r="r" b="b"/>
              <a:pathLst>
                <a:path w="5097" h="4823" extrusionOk="0">
                  <a:moveTo>
                    <a:pt x="215" y="1"/>
                  </a:moveTo>
                  <a:lnTo>
                    <a:pt x="1" y="358"/>
                  </a:lnTo>
                  <a:lnTo>
                    <a:pt x="4763" y="4823"/>
                  </a:lnTo>
                  <a:lnTo>
                    <a:pt x="5097" y="4561"/>
                  </a:lnTo>
                  <a:lnTo>
                    <a:pt x="21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2" name="Google Shape;1842;p15"/>
            <p:cNvSpPr/>
            <p:nvPr/>
          </p:nvSpPr>
          <p:spPr>
            <a:xfrm>
              <a:off x="5634045" y="1643"/>
              <a:ext cx="973624" cy="724860"/>
            </a:xfrm>
            <a:custGeom>
              <a:avLst/>
              <a:gdLst/>
              <a:ahLst/>
              <a:cxnLst/>
              <a:rect l="l" t="t" r="r" b="b"/>
              <a:pathLst>
                <a:path w="21671" h="16134" extrusionOk="0">
                  <a:moveTo>
                    <a:pt x="20992" y="1"/>
                  </a:moveTo>
                  <a:lnTo>
                    <a:pt x="13860" y="5335"/>
                  </a:lnTo>
                  <a:lnTo>
                    <a:pt x="13538" y="5597"/>
                  </a:lnTo>
                  <a:lnTo>
                    <a:pt x="203" y="15586"/>
                  </a:lnTo>
                  <a:lnTo>
                    <a:pt x="1" y="15919"/>
                  </a:lnTo>
                  <a:cubicBezTo>
                    <a:pt x="60" y="15979"/>
                    <a:pt x="120" y="16062"/>
                    <a:pt x="156" y="16134"/>
                  </a:cubicBezTo>
                  <a:lnTo>
                    <a:pt x="13979" y="5787"/>
                  </a:lnTo>
                  <a:lnTo>
                    <a:pt x="14765" y="5192"/>
                  </a:lnTo>
                  <a:lnTo>
                    <a:pt x="2167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3" name="Google Shape;1843;p15"/>
            <p:cNvSpPr/>
            <p:nvPr/>
          </p:nvSpPr>
          <p:spPr>
            <a:xfrm>
              <a:off x="5616389" y="1643"/>
              <a:ext cx="441368" cy="715246"/>
            </a:xfrm>
            <a:custGeom>
              <a:avLst/>
              <a:gdLst/>
              <a:ahLst/>
              <a:cxnLst/>
              <a:rect l="l" t="t" r="r" b="b"/>
              <a:pathLst>
                <a:path w="9824" h="15920" extrusionOk="0">
                  <a:moveTo>
                    <a:pt x="9347" y="1"/>
                  </a:moveTo>
                  <a:lnTo>
                    <a:pt x="9050" y="489"/>
                  </a:lnTo>
                  <a:lnTo>
                    <a:pt x="8835" y="846"/>
                  </a:lnTo>
                  <a:lnTo>
                    <a:pt x="1" y="15741"/>
                  </a:lnTo>
                  <a:cubicBezTo>
                    <a:pt x="144" y="15765"/>
                    <a:pt x="263" y="15824"/>
                    <a:pt x="370" y="15919"/>
                  </a:cubicBezTo>
                  <a:lnTo>
                    <a:pt x="572" y="15586"/>
                  </a:lnTo>
                  <a:lnTo>
                    <a:pt x="9145" y="1132"/>
                  </a:lnTo>
                  <a:lnTo>
                    <a:pt x="9359" y="775"/>
                  </a:lnTo>
                  <a:lnTo>
                    <a:pt x="982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4" name="Google Shape;1844;p15"/>
            <p:cNvSpPr/>
            <p:nvPr/>
          </p:nvSpPr>
          <p:spPr>
            <a:xfrm>
              <a:off x="4969702" y="287292"/>
              <a:ext cx="625346" cy="441907"/>
            </a:xfrm>
            <a:custGeom>
              <a:avLst/>
              <a:gdLst/>
              <a:ahLst/>
              <a:cxnLst/>
              <a:rect l="l" t="t" r="r" b="b"/>
              <a:pathLst>
                <a:path w="13919" h="9836" extrusionOk="0">
                  <a:moveTo>
                    <a:pt x="250" y="1"/>
                  </a:moveTo>
                  <a:cubicBezTo>
                    <a:pt x="191" y="120"/>
                    <a:pt x="107" y="239"/>
                    <a:pt x="0" y="310"/>
                  </a:cubicBezTo>
                  <a:lnTo>
                    <a:pt x="13693" y="9835"/>
                  </a:lnTo>
                  <a:cubicBezTo>
                    <a:pt x="13740" y="9716"/>
                    <a:pt x="13812" y="9597"/>
                    <a:pt x="13919" y="9502"/>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5" name="Google Shape;1845;p15"/>
            <p:cNvSpPr/>
            <p:nvPr/>
          </p:nvSpPr>
          <p:spPr>
            <a:xfrm>
              <a:off x="4959549" y="1643"/>
              <a:ext cx="181372" cy="238610"/>
            </a:xfrm>
            <a:custGeom>
              <a:avLst/>
              <a:gdLst/>
              <a:ahLst/>
              <a:cxnLst/>
              <a:rect l="l" t="t" r="r" b="b"/>
              <a:pathLst>
                <a:path w="4037" h="5311" extrusionOk="0">
                  <a:moveTo>
                    <a:pt x="3536" y="1"/>
                  </a:moveTo>
                  <a:lnTo>
                    <a:pt x="0" y="5085"/>
                  </a:lnTo>
                  <a:cubicBezTo>
                    <a:pt x="131" y="5132"/>
                    <a:pt x="250" y="5204"/>
                    <a:pt x="345" y="5311"/>
                  </a:cubicBezTo>
                  <a:lnTo>
                    <a:pt x="4036"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6" name="Google Shape;1846;p15"/>
            <p:cNvSpPr/>
            <p:nvPr/>
          </p:nvSpPr>
          <p:spPr>
            <a:xfrm>
              <a:off x="5312589" y="2183"/>
              <a:ext cx="238610" cy="146598"/>
            </a:xfrm>
            <a:custGeom>
              <a:avLst/>
              <a:gdLst/>
              <a:ahLst/>
              <a:cxnLst/>
              <a:rect l="l" t="t" r="r" b="b"/>
              <a:pathLst>
                <a:path w="5311" h="3263" extrusionOk="0">
                  <a:moveTo>
                    <a:pt x="4560" y="1"/>
                  </a:moveTo>
                  <a:lnTo>
                    <a:pt x="0" y="2906"/>
                  </a:lnTo>
                  <a:cubicBezTo>
                    <a:pt x="107" y="2989"/>
                    <a:pt x="179" y="3120"/>
                    <a:pt x="215" y="3263"/>
                  </a:cubicBezTo>
                  <a:lnTo>
                    <a:pt x="4417" y="560"/>
                  </a:lnTo>
                  <a:cubicBezTo>
                    <a:pt x="4406" y="524"/>
                    <a:pt x="4394" y="465"/>
                    <a:pt x="4394" y="405"/>
                  </a:cubicBezTo>
                  <a:cubicBezTo>
                    <a:pt x="4394" y="205"/>
                    <a:pt x="4550" y="46"/>
                    <a:pt x="4736" y="46"/>
                  </a:cubicBezTo>
                  <a:cubicBezTo>
                    <a:pt x="4749" y="46"/>
                    <a:pt x="4762" y="47"/>
                    <a:pt x="4775" y="48"/>
                  </a:cubicBezTo>
                  <a:cubicBezTo>
                    <a:pt x="4894" y="48"/>
                    <a:pt x="4989" y="108"/>
                    <a:pt x="5048" y="179"/>
                  </a:cubicBezTo>
                  <a:lnTo>
                    <a:pt x="531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7" name="Google Shape;1847;p15"/>
            <p:cNvSpPr/>
            <p:nvPr/>
          </p:nvSpPr>
          <p:spPr>
            <a:xfrm>
              <a:off x="5243580" y="1643"/>
              <a:ext cx="53509" cy="125752"/>
            </a:xfrm>
            <a:custGeom>
              <a:avLst/>
              <a:gdLst/>
              <a:ahLst/>
              <a:cxnLst/>
              <a:rect l="l" t="t" r="r" b="b"/>
              <a:pathLst>
                <a:path w="1191" h="2799" extrusionOk="0">
                  <a:moveTo>
                    <a:pt x="0" y="1"/>
                  </a:moveTo>
                  <a:lnTo>
                    <a:pt x="798" y="2799"/>
                  </a:lnTo>
                  <a:cubicBezTo>
                    <a:pt x="881" y="2751"/>
                    <a:pt x="1000" y="2727"/>
                    <a:pt x="1120" y="2727"/>
                  </a:cubicBezTo>
                  <a:cubicBezTo>
                    <a:pt x="1155" y="2727"/>
                    <a:pt x="1167" y="2727"/>
                    <a:pt x="1191" y="2739"/>
                  </a:cubicBezTo>
                  <a:lnTo>
                    <a:pt x="44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8" name="Google Shape;1848;p15"/>
            <p:cNvSpPr/>
            <p:nvPr/>
          </p:nvSpPr>
          <p:spPr>
            <a:xfrm>
              <a:off x="4846107" y="1643"/>
              <a:ext cx="92056" cy="233803"/>
            </a:xfrm>
            <a:custGeom>
              <a:avLst/>
              <a:gdLst/>
              <a:ahLst/>
              <a:cxnLst/>
              <a:rect l="l" t="t" r="r" b="b"/>
              <a:pathLst>
                <a:path w="2049" h="5204" extrusionOk="0">
                  <a:moveTo>
                    <a:pt x="1" y="1"/>
                  </a:moveTo>
                  <a:lnTo>
                    <a:pt x="1656" y="5204"/>
                  </a:lnTo>
                  <a:cubicBezTo>
                    <a:pt x="1787" y="5132"/>
                    <a:pt x="1894" y="5073"/>
                    <a:pt x="2049" y="5061"/>
                  </a:cubicBezTo>
                  <a:lnTo>
                    <a:pt x="43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9" name="Google Shape;1849;p15"/>
            <p:cNvSpPr/>
            <p:nvPr/>
          </p:nvSpPr>
          <p:spPr>
            <a:xfrm>
              <a:off x="7120606" y="480346"/>
              <a:ext cx="166951" cy="165423"/>
            </a:xfrm>
            <a:custGeom>
              <a:avLst/>
              <a:gdLst/>
              <a:ahLst/>
              <a:cxnLst/>
              <a:rect l="l" t="t" r="r" b="b"/>
              <a:pathLst>
                <a:path w="3716" h="3682" extrusionOk="0">
                  <a:moveTo>
                    <a:pt x="1866" y="1"/>
                  </a:moveTo>
                  <a:cubicBezTo>
                    <a:pt x="1554" y="1"/>
                    <a:pt x="1245" y="84"/>
                    <a:pt x="989" y="240"/>
                  </a:cubicBezTo>
                  <a:cubicBezTo>
                    <a:pt x="870" y="311"/>
                    <a:pt x="739" y="383"/>
                    <a:pt x="655" y="478"/>
                  </a:cubicBezTo>
                  <a:cubicBezTo>
                    <a:pt x="298" y="799"/>
                    <a:pt x="60" y="1252"/>
                    <a:pt x="48" y="1776"/>
                  </a:cubicBezTo>
                  <a:cubicBezTo>
                    <a:pt x="0" y="2788"/>
                    <a:pt x="810" y="3633"/>
                    <a:pt x="1810" y="3681"/>
                  </a:cubicBezTo>
                  <a:cubicBezTo>
                    <a:pt x="1832" y="3682"/>
                    <a:pt x="1854" y="3682"/>
                    <a:pt x="1875" y="3682"/>
                  </a:cubicBezTo>
                  <a:cubicBezTo>
                    <a:pt x="2859" y="3682"/>
                    <a:pt x="3680" y="2897"/>
                    <a:pt x="3715" y="1907"/>
                  </a:cubicBezTo>
                  <a:cubicBezTo>
                    <a:pt x="3715" y="1728"/>
                    <a:pt x="3703" y="1561"/>
                    <a:pt x="3679" y="1395"/>
                  </a:cubicBezTo>
                  <a:cubicBezTo>
                    <a:pt x="3644" y="1264"/>
                    <a:pt x="3596" y="1133"/>
                    <a:pt x="3548" y="1014"/>
                  </a:cubicBezTo>
                  <a:cubicBezTo>
                    <a:pt x="3286" y="549"/>
                    <a:pt x="2858" y="192"/>
                    <a:pt x="2334" y="61"/>
                  </a:cubicBezTo>
                  <a:cubicBezTo>
                    <a:pt x="2215" y="26"/>
                    <a:pt x="2084" y="2"/>
                    <a:pt x="1953" y="2"/>
                  </a:cubicBezTo>
                  <a:lnTo>
                    <a:pt x="1929" y="2"/>
                  </a:lnTo>
                  <a:cubicBezTo>
                    <a:pt x="1908" y="1"/>
                    <a:pt x="1887" y="1"/>
                    <a:pt x="186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0" name="Google Shape;1850;p15"/>
            <p:cNvSpPr/>
            <p:nvPr/>
          </p:nvSpPr>
          <p:spPr>
            <a:xfrm>
              <a:off x="7833651" y="1227131"/>
              <a:ext cx="86710" cy="85677"/>
            </a:xfrm>
            <a:custGeom>
              <a:avLst/>
              <a:gdLst/>
              <a:ahLst/>
              <a:cxnLst/>
              <a:rect l="l" t="t" r="r" b="b"/>
              <a:pathLst>
                <a:path w="1930" h="1907" extrusionOk="0">
                  <a:moveTo>
                    <a:pt x="989" y="1"/>
                  </a:moveTo>
                  <a:cubicBezTo>
                    <a:pt x="965" y="1"/>
                    <a:pt x="941" y="1"/>
                    <a:pt x="917" y="13"/>
                  </a:cubicBezTo>
                  <a:cubicBezTo>
                    <a:pt x="858" y="13"/>
                    <a:pt x="810" y="37"/>
                    <a:pt x="750" y="37"/>
                  </a:cubicBezTo>
                  <a:cubicBezTo>
                    <a:pt x="620" y="60"/>
                    <a:pt x="489" y="120"/>
                    <a:pt x="381" y="191"/>
                  </a:cubicBezTo>
                  <a:cubicBezTo>
                    <a:pt x="155" y="358"/>
                    <a:pt x="12" y="608"/>
                    <a:pt x="12" y="930"/>
                  </a:cubicBezTo>
                  <a:cubicBezTo>
                    <a:pt x="0" y="1442"/>
                    <a:pt x="393" y="1894"/>
                    <a:pt x="929" y="1906"/>
                  </a:cubicBezTo>
                  <a:cubicBezTo>
                    <a:pt x="937" y="1906"/>
                    <a:pt x="945" y="1906"/>
                    <a:pt x="952" y="1906"/>
                  </a:cubicBezTo>
                  <a:cubicBezTo>
                    <a:pt x="1466" y="1906"/>
                    <a:pt x="1882" y="1517"/>
                    <a:pt x="1917" y="989"/>
                  </a:cubicBezTo>
                  <a:cubicBezTo>
                    <a:pt x="1929" y="584"/>
                    <a:pt x="1691" y="227"/>
                    <a:pt x="1334" y="72"/>
                  </a:cubicBezTo>
                  <a:cubicBezTo>
                    <a:pt x="1227" y="37"/>
                    <a:pt x="1108" y="1"/>
                    <a:pt x="98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1" name="Google Shape;1851;p15"/>
            <p:cNvSpPr/>
            <p:nvPr/>
          </p:nvSpPr>
          <p:spPr>
            <a:xfrm>
              <a:off x="8798109" y="115040"/>
              <a:ext cx="86710" cy="85722"/>
            </a:xfrm>
            <a:custGeom>
              <a:avLst/>
              <a:gdLst/>
              <a:ahLst/>
              <a:cxnLst/>
              <a:rect l="l" t="t" r="r" b="b"/>
              <a:pathLst>
                <a:path w="1930" h="1908" extrusionOk="0">
                  <a:moveTo>
                    <a:pt x="1000" y="1"/>
                  </a:moveTo>
                  <a:cubicBezTo>
                    <a:pt x="917" y="1"/>
                    <a:pt x="822" y="25"/>
                    <a:pt x="750" y="37"/>
                  </a:cubicBezTo>
                  <a:cubicBezTo>
                    <a:pt x="619" y="60"/>
                    <a:pt x="477" y="120"/>
                    <a:pt x="381" y="215"/>
                  </a:cubicBezTo>
                  <a:cubicBezTo>
                    <a:pt x="167" y="382"/>
                    <a:pt x="36" y="632"/>
                    <a:pt x="24" y="930"/>
                  </a:cubicBezTo>
                  <a:cubicBezTo>
                    <a:pt x="0" y="1239"/>
                    <a:pt x="155" y="1537"/>
                    <a:pt x="393" y="1715"/>
                  </a:cubicBezTo>
                  <a:cubicBezTo>
                    <a:pt x="500" y="1811"/>
                    <a:pt x="631" y="1870"/>
                    <a:pt x="762" y="1894"/>
                  </a:cubicBezTo>
                  <a:cubicBezTo>
                    <a:pt x="822" y="1906"/>
                    <a:pt x="870" y="1906"/>
                    <a:pt x="929" y="1906"/>
                  </a:cubicBezTo>
                  <a:cubicBezTo>
                    <a:pt x="946" y="1907"/>
                    <a:pt x="962" y="1907"/>
                    <a:pt x="979" y="1907"/>
                  </a:cubicBezTo>
                  <a:cubicBezTo>
                    <a:pt x="1386" y="1907"/>
                    <a:pt x="1732" y="1629"/>
                    <a:pt x="1870" y="1251"/>
                  </a:cubicBezTo>
                  <a:cubicBezTo>
                    <a:pt x="1893" y="1168"/>
                    <a:pt x="1905" y="1096"/>
                    <a:pt x="1905" y="1001"/>
                  </a:cubicBezTo>
                  <a:cubicBezTo>
                    <a:pt x="1929" y="930"/>
                    <a:pt x="1905" y="870"/>
                    <a:pt x="1905" y="810"/>
                  </a:cubicBezTo>
                  <a:cubicBezTo>
                    <a:pt x="1834" y="358"/>
                    <a:pt x="1477" y="25"/>
                    <a:pt x="100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2" name="Google Shape;1852;p15"/>
            <p:cNvSpPr/>
            <p:nvPr/>
          </p:nvSpPr>
          <p:spPr>
            <a:xfrm>
              <a:off x="8121951" y="101158"/>
              <a:ext cx="86171" cy="85632"/>
            </a:xfrm>
            <a:custGeom>
              <a:avLst/>
              <a:gdLst/>
              <a:ahLst/>
              <a:cxnLst/>
              <a:rect l="l" t="t" r="r" b="b"/>
              <a:pathLst>
                <a:path w="1918" h="1906" extrusionOk="0">
                  <a:moveTo>
                    <a:pt x="967" y="0"/>
                  </a:moveTo>
                  <a:cubicBezTo>
                    <a:pt x="453" y="0"/>
                    <a:pt x="24" y="401"/>
                    <a:pt x="1" y="929"/>
                  </a:cubicBezTo>
                  <a:cubicBezTo>
                    <a:pt x="1" y="1000"/>
                    <a:pt x="1" y="1060"/>
                    <a:pt x="25" y="1131"/>
                  </a:cubicBezTo>
                  <a:cubicBezTo>
                    <a:pt x="48" y="1262"/>
                    <a:pt x="108" y="1393"/>
                    <a:pt x="179" y="1500"/>
                  </a:cubicBezTo>
                  <a:cubicBezTo>
                    <a:pt x="275" y="1631"/>
                    <a:pt x="394" y="1739"/>
                    <a:pt x="549" y="1822"/>
                  </a:cubicBezTo>
                  <a:cubicBezTo>
                    <a:pt x="668" y="1881"/>
                    <a:pt x="787" y="1905"/>
                    <a:pt x="930" y="1905"/>
                  </a:cubicBezTo>
                  <a:lnTo>
                    <a:pt x="941" y="1905"/>
                  </a:lnTo>
                  <a:cubicBezTo>
                    <a:pt x="1465" y="1893"/>
                    <a:pt x="1882" y="1489"/>
                    <a:pt x="1918" y="988"/>
                  </a:cubicBezTo>
                  <a:cubicBezTo>
                    <a:pt x="1918" y="893"/>
                    <a:pt x="1894" y="798"/>
                    <a:pt x="1882" y="715"/>
                  </a:cubicBezTo>
                  <a:cubicBezTo>
                    <a:pt x="1858" y="584"/>
                    <a:pt x="1775" y="465"/>
                    <a:pt x="1703" y="346"/>
                  </a:cubicBezTo>
                  <a:cubicBezTo>
                    <a:pt x="1632" y="238"/>
                    <a:pt x="1525" y="167"/>
                    <a:pt x="1406" y="107"/>
                  </a:cubicBezTo>
                  <a:cubicBezTo>
                    <a:pt x="1287" y="48"/>
                    <a:pt x="1156" y="0"/>
                    <a:pt x="1001" y="0"/>
                  </a:cubicBezTo>
                  <a:lnTo>
                    <a:pt x="989" y="0"/>
                  </a:lnTo>
                  <a:cubicBezTo>
                    <a:pt x="982" y="0"/>
                    <a:pt x="974" y="0"/>
                    <a:pt x="9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3" name="Google Shape;1853;p15"/>
            <p:cNvSpPr/>
            <p:nvPr/>
          </p:nvSpPr>
          <p:spPr>
            <a:xfrm>
              <a:off x="8352519" y="1025496"/>
              <a:ext cx="30012" cy="28394"/>
            </a:xfrm>
            <a:custGeom>
              <a:avLst/>
              <a:gdLst/>
              <a:ahLst/>
              <a:cxnLst/>
              <a:rect l="l" t="t" r="r" b="b"/>
              <a:pathLst>
                <a:path w="668" h="632" extrusionOk="0">
                  <a:moveTo>
                    <a:pt x="322" y="0"/>
                  </a:moveTo>
                  <a:cubicBezTo>
                    <a:pt x="274" y="0"/>
                    <a:pt x="215" y="12"/>
                    <a:pt x="191" y="24"/>
                  </a:cubicBezTo>
                  <a:cubicBezTo>
                    <a:pt x="72" y="72"/>
                    <a:pt x="0" y="179"/>
                    <a:pt x="0" y="310"/>
                  </a:cubicBezTo>
                  <a:cubicBezTo>
                    <a:pt x="0" y="334"/>
                    <a:pt x="0" y="369"/>
                    <a:pt x="12" y="381"/>
                  </a:cubicBezTo>
                  <a:cubicBezTo>
                    <a:pt x="36" y="536"/>
                    <a:pt x="155" y="631"/>
                    <a:pt x="322" y="631"/>
                  </a:cubicBezTo>
                  <a:cubicBezTo>
                    <a:pt x="501" y="631"/>
                    <a:pt x="655" y="500"/>
                    <a:pt x="667" y="322"/>
                  </a:cubicBezTo>
                  <a:cubicBezTo>
                    <a:pt x="667" y="250"/>
                    <a:pt x="655" y="179"/>
                    <a:pt x="608" y="131"/>
                  </a:cubicBezTo>
                  <a:cubicBezTo>
                    <a:pt x="512" y="60"/>
                    <a:pt x="429" y="0"/>
                    <a:pt x="322"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4" name="Google Shape;1854;p15"/>
            <p:cNvSpPr/>
            <p:nvPr/>
          </p:nvSpPr>
          <p:spPr>
            <a:xfrm>
              <a:off x="4902311" y="228437"/>
              <a:ext cx="84014" cy="83026"/>
            </a:xfrm>
            <a:custGeom>
              <a:avLst/>
              <a:gdLst/>
              <a:ahLst/>
              <a:cxnLst/>
              <a:rect l="l" t="t" r="r" b="b"/>
              <a:pathLst>
                <a:path w="1870" h="1848" extrusionOk="0">
                  <a:moveTo>
                    <a:pt x="976" y="1"/>
                  </a:moveTo>
                  <a:cubicBezTo>
                    <a:pt x="917" y="1"/>
                    <a:pt x="857" y="1"/>
                    <a:pt x="798" y="13"/>
                  </a:cubicBezTo>
                  <a:cubicBezTo>
                    <a:pt x="667" y="25"/>
                    <a:pt x="536" y="84"/>
                    <a:pt x="417" y="156"/>
                  </a:cubicBezTo>
                  <a:cubicBezTo>
                    <a:pt x="179" y="322"/>
                    <a:pt x="24" y="596"/>
                    <a:pt x="24" y="894"/>
                  </a:cubicBezTo>
                  <a:cubicBezTo>
                    <a:pt x="0" y="1394"/>
                    <a:pt x="417" y="1823"/>
                    <a:pt x="917" y="1846"/>
                  </a:cubicBezTo>
                  <a:cubicBezTo>
                    <a:pt x="930" y="1847"/>
                    <a:pt x="943" y="1847"/>
                    <a:pt x="955" y="1847"/>
                  </a:cubicBezTo>
                  <a:cubicBezTo>
                    <a:pt x="1166" y="1847"/>
                    <a:pt x="1355" y="1756"/>
                    <a:pt x="1512" y="1644"/>
                  </a:cubicBezTo>
                  <a:cubicBezTo>
                    <a:pt x="1619" y="1549"/>
                    <a:pt x="1703" y="1442"/>
                    <a:pt x="1762" y="1323"/>
                  </a:cubicBezTo>
                  <a:cubicBezTo>
                    <a:pt x="1822" y="1203"/>
                    <a:pt x="1858" y="1084"/>
                    <a:pt x="1858" y="953"/>
                  </a:cubicBezTo>
                  <a:cubicBezTo>
                    <a:pt x="1869" y="680"/>
                    <a:pt x="1762" y="441"/>
                    <a:pt x="1607" y="275"/>
                  </a:cubicBezTo>
                  <a:cubicBezTo>
                    <a:pt x="1512" y="180"/>
                    <a:pt x="1393" y="96"/>
                    <a:pt x="1262" y="60"/>
                  </a:cubicBezTo>
                  <a:cubicBezTo>
                    <a:pt x="1167" y="25"/>
                    <a:pt x="1060" y="13"/>
                    <a:pt x="97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5" name="Google Shape;1855;p15"/>
            <p:cNvSpPr/>
            <p:nvPr/>
          </p:nvSpPr>
          <p:spPr>
            <a:xfrm>
              <a:off x="7656052" y="742947"/>
              <a:ext cx="59439" cy="58451"/>
            </a:xfrm>
            <a:custGeom>
              <a:avLst/>
              <a:gdLst/>
              <a:ahLst/>
              <a:cxnLst/>
              <a:rect l="l" t="t" r="r" b="b"/>
              <a:pathLst>
                <a:path w="1323" h="1301" extrusionOk="0">
                  <a:moveTo>
                    <a:pt x="662" y="1"/>
                  </a:moveTo>
                  <a:cubicBezTo>
                    <a:pt x="543" y="1"/>
                    <a:pt x="419" y="45"/>
                    <a:pt x="334" y="98"/>
                  </a:cubicBezTo>
                  <a:cubicBezTo>
                    <a:pt x="155" y="193"/>
                    <a:pt x="36" y="408"/>
                    <a:pt x="12" y="634"/>
                  </a:cubicBezTo>
                  <a:cubicBezTo>
                    <a:pt x="1" y="991"/>
                    <a:pt x="286" y="1301"/>
                    <a:pt x="643" y="1301"/>
                  </a:cubicBezTo>
                  <a:cubicBezTo>
                    <a:pt x="679" y="1301"/>
                    <a:pt x="715" y="1301"/>
                    <a:pt x="751" y="1289"/>
                  </a:cubicBezTo>
                  <a:cubicBezTo>
                    <a:pt x="893" y="1265"/>
                    <a:pt x="1013" y="1205"/>
                    <a:pt x="1120" y="1110"/>
                  </a:cubicBezTo>
                  <a:cubicBezTo>
                    <a:pt x="1167" y="1086"/>
                    <a:pt x="1179" y="1050"/>
                    <a:pt x="1215" y="1015"/>
                  </a:cubicBezTo>
                  <a:cubicBezTo>
                    <a:pt x="1286" y="908"/>
                    <a:pt x="1310" y="789"/>
                    <a:pt x="1322" y="669"/>
                  </a:cubicBezTo>
                  <a:lnTo>
                    <a:pt x="1322" y="634"/>
                  </a:lnTo>
                  <a:cubicBezTo>
                    <a:pt x="1322" y="300"/>
                    <a:pt x="1060" y="38"/>
                    <a:pt x="727" y="3"/>
                  </a:cubicBezTo>
                  <a:lnTo>
                    <a:pt x="703" y="3"/>
                  </a:lnTo>
                  <a:cubicBezTo>
                    <a:pt x="689" y="1"/>
                    <a:pt x="676" y="1"/>
                    <a:pt x="66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6" name="Google Shape;1856;p15"/>
            <p:cNvSpPr/>
            <p:nvPr/>
          </p:nvSpPr>
          <p:spPr>
            <a:xfrm>
              <a:off x="5263349" y="123082"/>
              <a:ext cx="58900" cy="58900"/>
            </a:xfrm>
            <a:custGeom>
              <a:avLst/>
              <a:gdLst/>
              <a:ahLst/>
              <a:cxnLst/>
              <a:rect l="l" t="t" r="r" b="b"/>
              <a:pathLst>
                <a:path w="1311" h="1311" extrusionOk="0">
                  <a:moveTo>
                    <a:pt x="668" y="0"/>
                  </a:moveTo>
                  <a:cubicBezTo>
                    <a:pt x="560" y="24"/>
                    <a:pt x="441" y="48"/>
                    <a:pt x="358" y="96"/>
                  </a:cubicBezTo>
                  <a:cubicBezTo>
                    <a:pt x="156" y="203"/>
                    <a:pt x="25" y="405"/>
                    <a:pt x="13" y="643"/>
                  </a:cubicBezTo>
                  <a:cubicBezTo>
                    <a:pt x="1" y="1001"/>
                    <a:pt x="275" y="1310"/>
                    <a:pt x="632" y="1310"/>
                  </a:cubicBezTo>
                  <a:cubicBezTo>
                    <a:pt x="989" y="1310"/>
                    <a:pt x="1287" y="1036"/>
                    <a:pt x="1311" y="691"/>
                  </a:cubicBezTo>
                  <a:cubicBezTo>
                    <a:pt x="1311" y="643"/>
                    <a:pt x="1311" y="584"/>
                    <a:pt x="1287" y="536"/>
                  </a:cubicBezTo>
                  <a:cubicBezTo>
                    <a:pt x="1263" y="405"/>
                    <a:pt x="1191" y="274"/>
                    <a:pt x="1084" y="179"/>
                  </a:cubicBezTo>
                  <a:cubicBezTo>
                    <a:pt x="989" y="96"/>
                    <a:pt x="870" y="36"/>
                    <a:pt x="739" y="24"/>
                  </a:cubicBezTo>
                  <a:cubicBezTo>
                    <a:pt x="715" y="24"/>
                    <a:pt x="691" y="0"/>
                    <a:pt x="66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7" name="Google Shape;1857;p15"/>
            <p:cNvSpPr/>
            <p:nvPr/>
          </p:nvSpPr>
          <p:spPr>
            <a:xfrm>
              <a:off x="5583232" y="708218"/>
              <a:ext cx="58900" cy="58945"/>
            </a:xfrm>
            <a:custGeom>
              <a:avLst/>
              <a:gdLst/>
              <a:ahLst/>
              <a:cxnLst/>
              <a:rect l="l" t="t" r="r" b="b"/>
              <a:pathLst>
                <a:path w="1311" h="1312" extrusionOk="0">
                  <a:moveTo>
                    <a:pt x="649" y="0"/>
                  </a:moveTo>
                  <a:cubicBezTo>
                    <a:pt x="502" y="0"/>
                    <a:pt x="383" y="57"/>
                    <a:pt x="275" y="133"/>
                  </a:cubicBezTo>
                  <a:cubicBezTo>
                    <a:pt x="167" y="228"/>
                    <a:pt x="72" y="347"/>
                    <a:pt x="48" y="478"/>
                  </a:cubicBezTo>
                  <a:cubicBezTo>
                    <a:pt x="37" y="526"/>
                    <a:pt x="25" y="585"/>
                    <a:pt x="25" y="645"/>
                  </a:cubicBezTo>
                  <a:cubicBezTo>
                    <a:pt x="1" y="1002"/>
                    <a:pt x="287" y="1312"/>
                    <a:pt x="644" y="1312"/>
                  </a:cubicBezTo>
                  <a:cubicBezTo>
                    <a:pt x="1001" y="1312"/>
                    <a:pt x="1299" y="1026"/>
                    <a:pt x="1310" y="692"/>
                  </a:cubicBezTo>
                  <a:cubicBezTo>
                    <a:pt x="1310" y="585"/>
                    <a:pt x="1299" y="490"/>
                    <a:pt x="1263" y="407"/>
                  </a:cubicBezTo>
                  <a:cubicBezTo>
                    <a:pt x="1239" y="335"/>
                    <a:pt x="1180" y="252"/>
                    <a:pt x="1120" y="192"/>
                  </a:cubicBezTo>
                  <a:cubicBezTo>
                    <a:pt x="1013" y="97"/>
                    <a:pt x="882" y="38"/>
                    <a:pt x="751" y="14"/>
                  </a:cubicBezTo>
                  <a:cubicBezTo>
                    <a:pt x="739" y="14"/>
                    <a:pt x="703" y="14"/>
                    <a:pt x="691" y="2"/>
                  </a:cubicBezTo>
                  <a:cubicBezTo>
                    <a:pt x="677" y="1"/>
                    <a:pt x="663" y="0"/>
                    <a:pt x="649"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8" name="Google Shape;1858;p15"/>
            <p:cNvSpPr/>
            <p:nvPr/>
          </p:nvSpPr>
          <p:spPr>
            <a:xfrm>
              <a:off x="6850457" y="96351"/>
              <a:ext cx="58900" cy="58316"/>
            </a:xfrm>
            <a:custGeom>
              <a:avLst/>
              <a:gdLst/>
              <a:ahLst/>
              <a:cxnLst/>
              <a:rect l="l" t="t" r="r" b="b"/>
              <a:pathLst>
                <a:path w="1311" h="1298" extrusionOk="0">
                  <a:moveTo>
                    <a:pt x="691" y="0"/>
                  </a:moveTo>
                  <a:cubicBezTo>
                    <a:pt x="596" y="0"/>
                    <a:pt x="525" y="24"/>
                    <a:pt x="429" y="36"/>
                  </a:cubicBezTo>
                  <a:cubicBezTo>
                    <a:pt x="298" y="83"/>
                    <a:pt x="191" y="167"/>
                    <a:pt x="108" y="286"/>
                  </a:cubicBezTo>
                  <a:cubicBezTo>
                    <a:pt x="72" y="333"/>
                    <a:pt x="60" y="381"/>
                    <a:pt x="48" y="417"/>
                  </a:cubicBezTo>
                  <a:cubicBezTo>
                    <a:pt x="13" y="476"/>
                    <a:pt x="1" y="560"/>
                    <a:pt x="1" y="631"/>
                  </a:cubicBezTo>
                  <a:cubicBezTo>
                    <a:pt x="1" y="703"/>
                    <a:pt x="1" y="762"/>
                    <a:pt x="13" y="822"/>
                  </a:cubicBezTo>
                  <a:cubicBezTo>
                    <a:pt x="96" y="1095"/>
                    <a:pt x="334" y="1298"/>
                    <a:pt x="632" y="1298"/>
                  </a:cubicBezTo>
                  <a:cubicBezTo>
                    <a:pt x="703" y="1298"/>
                    <a:pt x="775" y="1286"/>
                    <a:pt x="834" y="1274"/>
                  </a:cubicBezTo>
                  <a:cubicBezTo>
                    <a:pt x="965" y="1238"/>
                    <a:pt x="1084" y="1167"/>
                    <a:pt x="1179" y="1048"/>
                  </a:cubicBezTo>
                  <a:cubicBezTo>
                    <a:pt x="1251" y="941"/>
                    <a:pt x="1298" y="822"/>
                    <a:pt x="1310" y="691"/>
                  </a:cubicBezTo>
                  <a:lnTo>
                    <a:pt x="1310" y="643"/>
                  </a:lnTo>
                  <a:cubicBezTo>
                    <a:pt x="1310" y="500"/>
                    <a:pt x="1263" y="357"/>
                    <a:pt x="1179" y="262"/>
                  </a:cubicBezTo>
                  <a:cubicBezTo>
                    <a:pt x="1060" y="107"/>
                    <a:pt x="882" y="24"/>
                    <a:pt x="69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9" name="Google Shape;1859;p15"/>
            <p:cNvSpPr/>
            <p:nvPr/>
          </p:nvSpPr>
          <p:spPr>
            <a:xfrm>
              <a:off x="7942241" y="853244"/>
              <a:ext cx="59933" cy="58900"/>
            </a:xfrm>
            <a:custGeom>
              <a:avLst/>
              <a:gdLst/>
              <a:ahLst/>
              <a:cxnLst/>
              <a:rect l="l" t="t" r="r" b="b"/>
              <a:pathLst>
                <a:path w="1334" h="1311" extrusionOk="0">
                  <a:moveTo>
                    <a:pt x="655" y="0"/>
                  </a:moveTo>
                  <a:cubicBezTo>
                    <a:pt x="441" y="0"/>
                    <a:pt x="238" y="108"/>
                    <a:pt x="119" y="286"/>
                  </a:cubicBezTo>
                  <a:cubicBezTo>
                    <a:pt x="48" y="393"/>
                    <a:pt x="0" y="512"/>
                    <a:pt x="0" y="643"/>
                  </a:cubicBezTo>
                  <a:lnTo>
                    <a:pt x="0" y="691"/>
                  </a:lnTo>
                  <a:cubicBezTo>
                    <a:pt x="0" y="929"/>
                    <a:pt x="143" y="1132"/>
                    <a:pt x="334" y="1239"/>
                  </a:cubicBezTo>
                  <a:cubicBezTo>
                    <a:pt x="417" y="1286"/>
                    <a:pt x="524" y="1310"/>
                    <a:pt x="631" y="1310"/>
                  </a:cubicBezTo>
                  <a:cubicBezTo>
                    <a:pt x="655" y="1310"/>
                    <a:pt x="703" y="1310"/>
                    <a:pt x="739" y="1298"/>
                  </a:cubicBezTo>
                  <a:cubicBezTo>
                    <a:pt x="870" y="1286"/>
                    <a:pt x="1000" y="1203"/>
                    <a:pt x="1108" y="1120"/>
                  </a:cubicBezTo>
                  <a:cubicBezTo>
                    <a:pt x="1215" y="1024"/>
                    <a:pt x="1274" y="893"/>
                    <a:pt x="1298" y="751"/>
                  </a:cubicBezTo>
                  <a:cubicBezTo>
                    <a:pt x="1310" y="715"/>
                    <a:pt x="1310" y="703"/>
                    <a:pt x="1310" y="679"/>
                  </a:cubicBezTo>
                  <a:cubicBezTo>
                    <a:pt x="1334" y="453"/>
                    <a:pt x="1227" y="239"/>
                    <a:pt x="1048" y="119"/>
                  </a:cubicBezTo>
                  <a:cubicBezTo>
                    <a:pt x="941" y="48"/>
                    <a:pt x="822" y="0"/>
                    <a:pt x="679"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0" name="Google Shape;1860;p15"/>
            <p:cNvSpPr/>
            <p:nvPr/>
          </p:nvSpPr>
          <p:spPr>
            <a:xfrm>
              <a:off x="5509416" y="2722"/>
              <a:ext cx="33201" cy="34280"/>
            </a:xfrm>
            <a:custGeom>
              <a:avLst/>
              <a:gdLst/>
              <a:ahLst/>
              <a:cxnLst/>
              <a:rect l="l" t="t" r="r" b="b"/>
              <a:pathLst>
                <a:path w="739" h="763" extrusionOk="0">
                  <a:moveTo>
                    <a:pt x="382" y="1"/>
                  </a:moveTo>
                  <a:cubicBezTo>
                    <a:pt x="179" y="24"/>
                    <a:pt x="13" y="167"/>
                    <a:pt x="1" y="382"/>
                  </a:cubicBezTo>
                  <a:cubicBezTo>
                    <a:pt x="1" y="441"/>
                    <a:pt x="13" y="501"/>
                    <a:pt x="25" y="536"/>
                  </a:cubicBezTo>
                  <a:cubicBezTo>
                    <a:pt x="84" y="679"/>
                    <a:pt x="203" y="763"/>
                    <a:pt x="358" y="763"/>
                  </a:cubicBezTo>
                  <a:cubicBezTo>
                    <a:pt x="560" y="763"/>
                    <a:pt x="739" y="596"/>
                    <a:pt x="739" y="405"/>
                  </a:cubicBezTo>
                  <a:cubicBezTo>
                    <a:pt x="739" y="298"/>
                    <a:pt x="715" y="215"/>
                    <a:pt x="656" y="143"/>
                  </a:cubicBezTo>
                  <a:cubicBezTo>
                    <a:pt x="596" y="60"/>
                    <a:pt x="489" y="1"/>
                    <a:pt x="38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1" name="Google Shape;1861;p15"/>
            <p:cNvSpPr/>
            <p:nvPr/>
          </p:nvSpPr>
          <p:spPr>
            <a:xfrm>
              <a:off x="6911963" y="26264"/>
              <a:ext cx="33741" cy="33741"/>
            </a:xfrm>
            <a:custGeom>
              <a:avLst/>
              <a:gdLst/>
              <a:ahLst/>
              <a:cxnLst/>
              <a:rect l="l" t="t" r="r" b="b"/>
              <a:pathLst>
                <a:path w="751" h="751" extrusionOk="0">
                  <a:moveTo>
                    <a:pt x="394" y="0"/>
                  </a:moveTo>
                  <a:cubicBezTo>
                    <a:pt x="180" y="0"/>
                    <a:pt x="1" y="155"/>
                    <a:pt x="1" y="358"/>
                  </a:cubicBezTo>
                  <a:cubicBezTo>
                    <a:pt x="1" y="572"/>
                    <a:pt x="156" y="727"/>
                    <a:pt x="358" y="750"/>
                  </a:cubicBezTo>
                  <a:cubicBezTo>
                    <a:pt x="572" y="750"/>
                    <a:pt x="751" y="596"/>
                    <a:pt x="751" y="393"/>
                  </a:cubicBezTo>
                  <a:cubicBezTo>
                    <a:pt x="751" y="179"/>
                    <a:pt x="596" y="0"/>
                    <a:pt x="39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2" name="Google Shape;1862;p15"/>
            <p:cNvSpPr/>
            <p:nvPr/>
          </p:nvSpPr>
          <p:spPr>
            <a:xfrm>
              <a:off x="7304090" y="451503"/>
              <a:ext cx="33201" cy="33741"/>
            </a:xfrm>
            <a:custGeom>
              <a:avLst/>
              <a:gdLst/>
              <a:ahLst/>
              <a:cxnLst/>
              <a:rect l="l" t="t" r="r" b="b"/>
              <a:pathLst>
                <a:path w="739" h="751" extrusionOk="0">
                  <a:moveTo>
                    <a:pt x="358" y="0"/>
                  </a:moveTo>
                  <a:cubicBezTo>
                    <a:pt x="165" y="0"/>
                    <a:pt x="0" y="141"/>
                    <a:pt x="0" y="358"/>
                  </a:cubicBezTo>
                  <a:cubicBezTo>
                    <a:pt x="0" y="572"/>
                    <a:pt x="143" y="751"/>
                    <a:pt x="357" y="751"/>
                  </a:cubicBezTo>
                  <a:cubicBezTo>
                    <a:pt x="560" y="751"/>
                    <a:pt x="738" y="584"/>
                    <a:pt x="738" y="394"/>
                  </a:cubicBezTo>
                  <a:cubicBezTo>
                    <a:pt x="738" y="179"/>
                    <a:pt x="596" y="1"/>
                    <a:pt x="381" y="1"/>
                  </a:cubicBezTo>
                  <a:cubicBezTo>
                    <a:pt x="373" y="0"/>
                    <a:pt x="366" y="0"/>
                    <a:pt x="35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3" name="Google Shape;1863;p15"/>
            <p:cNvSpPr/>
            <p:nvPr/>
          </p:nvSpPr>
          <p:spPr>
            <a:xfrm>
              <a:off x="7549080" y="406575"/>
              <a:ext cx="33741" cy="34280"/>
            </a:xfrm>
            <a:custGeom>
              <a:avLst/>
              <a:gdLst/>
              <a:ahLst/>
              <a:cxnLst/>
              <a:rect l="l" t="t" r="r" b="b"/>
              <a:pathLst>
                <a:path w="751" h="763" extrusionOk="0">
                  <a:moveTo>
                    <a:pt x="393" y="1"/>
                  </a:moveTo>
                  <a:cubicBezTo>
                    <a:pt x="334" y="1"/>
                    <a:pt x="274" y="25"/>
                    <a:pt x="226" y="36"/>
                  </a:cubicBezTo>
                  <a:cubicBezTo>
                    <a:pt x="96" y="96"/>
                    <a:pt x="0" y="215"/>
                    <a:pt x="0" y="358"/>
                  </a:cubicBezTo>
                  <a:lnTo>
                    <a:pt x="0" y="382"/>
                  </a:lnTo>
                  <a:cubicBezTo>
                    <a:pt x="0" y="536"/>
                    <a:pt x="96" y="679"/>
                    <a:pt x="226" y="739"/>
                  </a:cubicBezTo>
                  <a:cubicBezTo>
                    <a:pt x="274" y="751"/>
                    <a:pt x="298" y="763"/>
                    <a:pt x="346" y="763"/>
                  </a:cubicBezTo>
                  <a:lnTo>
                    <a:pt x="357" y="763"/>
                  </a:lnTo>
                  <a:cubicBezTo>
                    <a:pt x="512" y="763"/>
                    <a:pt x="643" y="679"/>
                    <a:pt x="703" y="560"/>
                  </a:cubicBezTo>
                  <a:cubicBezTo>
                    <a:pt x="738" y="513"/>
                    <a:pt x="750" y="453"/>
                    <a:pt x="750" y="406"/>
                  </a:cubicBezTo>
                  <a:cubicBezTo>
                    <a:pt x="750" y="286"/>
                    <a:pt x="703" y="167"/>
                    <a:pt x="619" y="96"/>
                  </a:cubicBezTo>
                  <a:cubicBezTo>
                    <a:pt x="560" y="48"/>
                    <a:pt x="477" y="1"/>
                    <a:pt x="39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4" name="Google Shape;1864;p15"/>
            <p:cNvSpPr/>
            <p:nvPr/>
          </p:nvSpPr>
          <p:spPr>
            <a:xfrm>
              <a:off x="6200536" y="299064"/>
              <a:ext cx="34280" cy="33785"/>
            </a:xfrm>
            <a:custGeom>
              <a:avLst/>
              <a:gdLst/>
              <a:ahLst/>
              <a:cxnLst/>
              <a:rect l="l" t="t" r="r" b="b"/>
              <a:pathLst>
                <a:path w="763" h="752" extrusionOk="0">
                  <a:moveTo>
                    <a:pt x="394" y="1"/>
                  </a:moveTo>
                  <a:cubicBezTo>
                    <a:pt x="179" y="1"/>
                    <a:pt x="1" y="155"/>
                    <a:pt x="1" y="358"/>
                  </a:cubicBezTo>
                  <a:cubicBezTo>
                    <a:pt x="1" y="560"/>
                    <a:pt x="155" y="751"/>
                    <a:pt x="358" y="751"/>
                  </a:cubicBezTo>
                  <a:cubicBezTo>
                    <a:pt x="365" y="751"/>
                    <a:pt x="371" y="751"/>
                    <a:pt x="378" y="751"/>
                  </a:cubicBezTo>
                  <a:cubicBezTo>
                    <a:pt x="573" y="751"/>
                    <a:pt x="751" y="589"/>
                    <a:pt x="751" y="393"/>
                  </a:cubicBezTo>
                  <a:cubicBezTo>
                    <a:pt x="763" y="179"/>
                    <a:pt x="596" y="1"/>
                    <a:pt x="39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865" name="Google Shape;1865;p15"/>
          <p:cNvSpPr txBox="1">
            <a:spLocks noGrp="1"/>
          </p:cNvSpPr>
          <p:nvPr>
            <p:ph type="title"/>
          </p:nvPr>
        </p:nvSpPr>
        <p:spPr>
          <a:xfrm>
            <a:off x="675038" y="1123975"/>
            <a:ext cx="4741200" cy="1623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a:lvl1pPr>
            <a:lvl2pPr lvl="1" algn="r" rtl="0">
              <a:spcBef>
                <a:spcPts val="0"/>
              </a:spcBef>
              <a:spcAft>
                <a:spcPts val="0"/>
              </a:spcAft>
              <a:buSzPts val="3500"/>
              <a:buNone/>
              <a:defRPr/>
            </a:lvl2pPr>
            <a:lvl3pPr lvl="2" algn="r" rtl="0">
              <a:spcBef>
                <a:spcPts val="0"/>
              </a:spcBef>
              <a:spcAft>
                <a:spcPts val="0"/>
              </a:spcAft>
              <a:buSzPts val="3500"/>
              <a:buNone/>
              <a:defRPr/>
            </a:lvl3pPr>
            <a:lvl4pPr lvl="3" algn="r" rtl="0">
              <a:spcBef>
                <a:spcPts val="0"/>
              </a:spcBef>
              <a:spcAft>
                <a:spcPts val="0"/>
              </a:spcAft>
              <a:buSzPts val="3500"/>
              <a:buNone/>
              <a:defRPr/>
            </a:lvl4pPr>
            <a:lvl5pPr lvl="4" algn="r" rtl="0">
              <a:spcBef>
                <a:spcPts val="0"/>
              </a:spcBef>
              <a:spcAft>
                <a:spcPts val="0"/>
              </a:spcAft>
              <a:buSzPts val="3500"/>
              <a:buNone/>
              <a:defRPr/>
            </a:lvl5pPr>
            <a:lvl6pPr lvl="5" algn="r" rtl="0">
              <a:spcBef>
                <a:spcPts val="0"/>
              </a:spcBef>
              <a:spcAft>
                <a:spcPts val="0"/>
              </a:spcAft>
              <a:buSzPts val="3500"/>
              <a:buNone/>
              <a:defRPr/>
            </a:lvl6pPr>
            <a:lvl7pPr lvl="6" algn="r" rtl="0">
              <a:spcBef>
                <a:spcPts val="0"/>
              </a:spcBef>
              <a:spcAft>
                <a:spcPts val="0"/>
              </a:spcAft>
              <a:buSzPts val="3500"/>
              <a:buNone/>
              <a:defRPr/>
            </a:lvl7pPr>
            <a:lvl8pPr lvl="7" algn="r" rtl="0">
              <a:spcBef>
                <a:spcPts val="0"/>
              </a:spcBef>
              <a:spcAft>
                <a:spcPts val="0"/>
              </a:spcAft>
              <a:buSzPts val="3500"/>
              <a:buNone/>
              <a:defRPr/>
            </a:lvl8pPr>
            <a:lvl9pPr lvl="8" algn="r" rtl="0">
              <a:spcBef>
                <a:spcPts val="0"/>
              </a:spcBef>
              <a:spcAft>
                <a:spcPts val="0"/>
              </a:spcAft>
              <a:buSzPts val="3500"/>
              <a:buNone/>
              <a:defRPr/>
            </a:lvl9pPr>
          </a:lstStyle>
          <a:p>
            <a:endParaRPr/>
          </a:p>
        </p:txBody>
      </p:sp>
      <p:sp>
        <p:nvSpPr>
          <p:cNvPr id="1866" name="Google Shape;1866;p15"/>
          <p:cNvSpPr txBox="1">
            <a:spLocks noGrp="1"/>
          </p:cNvSpPr>
          <p:nvPr>
            <p:ph type="subTitle" idx="1"/>
          </p:nvPr>
        </p:nvSpPr>
        <p:spPr>
          <a:xfrm>
            <a:off x="675038" y="3058975"/>
            <a:ext cx="4741200" cy="1004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None/>
              <a:defRPr>
                <a:solidFill>
                  <a:schemeClr val="dk1"/>
                </a:solidFill>
              </a:defRPr>
            </a:lvl1pPr>
            <a:lvl2pPr lvl="1" algn="r" rtl="0">
              <a:lnSpc>
                <a:spcPct val="100000"/>
              </a:lnSpc>
              <a:spcBef>
                <a:spcPts val="0"/>
              </a:spcBef>
              <a:spcAft>
                <a:spcPts val="0"/>
              </a:spcAft>
              <a:buSzPts val="1600"/>
              <a:buNone/>
              <a:defRPr/>
            </a:lvl2pPr>
            <a:lvl3pPr lvl="2" algn="r" rtl="0">
              <a:lnSpc>
                <a:spcPct val="100000"/>
              </a:lnSpc>
              <a:spcBef>
                <a:spcPts val="1600"/>
              </a:spcBef>
              <a:spcAft>
                <a:spcPts val="0"/>
              </a:spcAft>
              <a:buSzPts val="1600"/>
              <a:buNone/>
              <a:defRPr/>
            </a:lvl3pPr>
            <a:lvl4pPr lvl="3" algn="r" rtl="0">
              <a:lnSpc>
                <a:spcPct val="100000"/>
              </a:lnSpc>
              <a:spcBef>
                <a:spcPts val="1600"/>
              </a:spcBef>
              <a:spcAft>
                <a:spcPts val="0"/>
              </a:spcAft>
              <a:buSzPts val="1600"/>
              <a:buNone/>
              <a:defRPr/>
            </a:lvl4pPr>
            <a:lvl5pPr lvl="4" algn="r" rtl="0">
              <a:lnSpc>
                <a:spcPct val="100000"/>
              </a:lnSpc>
              <a:spcBef>
                <a:spcPts val="1600"/>
              </a:spcBef>
              <a:spcAft>
                <a:spcPts val="0"/>
              </a:spcAft>
              <a:buSzPts val="1600"/>
              <a:buNone/>
              <a:defRPr/>
            </a:lvl5pPr>
            <a:lvl6pPr lvl="5" algn="r" rtl="0">
              <a:lnSpc>
                <a:spcPct val="100000"/>
              </a:lnSpc>
              <a:spcBef>
                <a:spcPts val="1600"/>
              </a:spcBef>
              <a:spcAft>
                <a:spcPts val="0"/>
              </a:spcAft>
              <a:buSzPts val="1600"/>
              <a:buNone/>
              <a:defRPr/>
            </a:lvl6pPr>
            <a:lvl7pPr lvl="6" algn="r" rtl="0">
              <a:lnSpc>
                <a:spcPct val="100000"/>
              </a:lnSpc>
              <a:spcBef>
                <a:spcPts val="1600"/>
              </a:spcBef>
              <a:spcAft>
                <a:spcPts val="0"/>
              </a:spcAft>
              <a:buSzPts val="1600"/>
              <a:buNone/>
              <a:defRPr/>
            </a:lvl7pPr>
            <a:lvl8pPr lvl="7" algn="r" rtl="0">
              <a:lnSpc>
                <a:spcPct val="100000"/>
              </a:lnSpc>
              <a:spcBef>
                <a:spcPts val="1600"/>
              </a:spcBef>
              <a:spcAft>
                <a:spcPts val="0"/>
              </a:spcAft>
              <a:buSzPts val="1600"/>
              <a:buNone/>
              <a:defRPr/>
            </a:lvl8pPr>
            <a:lvl9pPr lvl="8" algn="r" rtl="0">
              <a:lnSpc>
                <a:spcPct val="100000"/>
              </a:lnSpc>
              <a:spcBef>
                <a:spcPts val="1600"/>
              </a:spcBef>
              <a:spcAft>
                <a:spcPts val="1600"/>
              </a:spcAft>
              <a:buSzPts val="16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867"/>
        <p:cNvGrpSpPr/>
        <p:nvPr/>
      </p:nvGrpSpPr>
      <p:grpSpPr>
        <a:xfrm>
          <a:off x="0" y="0"/>
          <a:ext cx="0" cy="0"/>
          <a:chOff x="0" y="0"/>
          <a:chExt cx="0" cy="0"/>
        </a:xfrm>
      </p:grpSpPr>
      <p:grpSp>
        <p:nvGrpSpPr>
          <p:cNvPr id="1868" name="Google Shape;1868;p16"/>
          <p:cNvGrpSpPr/>
          <p:nvPr/>
        </p:nvGrpSpPr>
        <p:grpSpPr>
          <a:xfrm rot="-5400000">
            <a:off x="60712" y="3221715"/>
            <a:ext cx="1807469" cy="1928995"/>
            <a:chOff x="4060900" y="1586625"/>
            <a:chExt cx="982000" cy="1048025"/>
          </a:xfrm>
        </p:grpSpPr>
        <p:sp>
          <p:nvSpPr>
            <p:cNvPr id="1869" name="Google Shape;1869;p16"/>
            <p:cNvSpPr/>
            <p:nvPr/>
          </p:nvSpPr>
          <p:spPr>
            <a:xfrm>
              <a:off x="4535675" y="1586625"/>
              <a:ext cx="155700" cy="223875"/>
            </a:xfrm>
            <a:custGeom>
              <a:avLst/>
              <a:gdLst/>
              <a:ahLst/>
              <a:cxnLst/>
              <a:rect l="l" t="t" r="r" b="b"/>
              <a:pathLst>
                <a:path w="6228" h="8955" extrusionOk="0">
                  <a:moveTo>
                    <a:pt x="0" y="1"/>
                  </a:moveTo>
                  <a:lnTo>
                    <a:pt x="5918" y="8859"/>
                  </a:lnTo>
                  <a:lnTo>
                    <a:pt x="6037" y="8954"/>
                  </a:lnTo>
                  <a:cubicBezTo>
                    <a:pt x="6096" y="8907"/>
                    <a:pt x="6156" y="8871"/>
                    <a:pt x="6227" y="8847"/>
                  </a:cubicBezTo>
                  <a:lnTo>
                    <a:pt x="32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0" name="Google Shape;1870;p16"/>
            <p:cNvSpPr/>
            <p:nvPr/>
          </p:nvSpPr>
          <p:spPr>
            <a:xfrm>
              <a:off x="4392200" y="1586625"/>
              <a:ext cx="25025" cy="13125"/>
            </a:xfrm>
            <a:custGeom>
              <a:avLst/>
              <a:gdLst/>
              <a:ahLst/>
              <a:cxnLst/>
              <a:rect l="l" t="t" r="r" b="b"/>
              <a:pathLst>
                <a:path w="1001" h="525" extrusionOk="0">
                  <a:moveTo>
                    <a:pt x="525" y="1"/>
                  </a:moveTo>
                  <a:lnTo>
                    <a:pt x="1" y="358"/>
                  </a:lnTo>
                  <a:lnTo>
                    <a:pt x="239" y="525"/>
                  </a:lnTo>
                  <a:lnTo>
                    <a:pt x="100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1" name="Google Shape;1871;p16"/>
            <p:cNvSpPr/>
            <p:nvPr/>
          </p:nvSpPr>
          <p:spPr>
            <a:xfrm>
              <a:off x="4244875" y="1599725"/>
              <a:ext cx="147950" cy="103625"/>
            </a:xfrm>
            <a:custGeom>
              <a:avLst/>
              <a:gdLst/>
              <a:ahLst/>
              <a:cxnLst/>
              <a:rect l="l" t="t" r="r" b="b"/>
              <a:pathLst>
                <a:path w="5918" h="4145" extrusionOk="0">
                  <a:moveTo>
                    <a:pt x="5679" y="1"/>
                  </a:moveTo>
                  <a:lnTo>
                    <a:pt x="0" y="3918"/>
                  </a:lnTo>
                  <a:cubicBezTo>
                    <a:pt x="60" y="3977"/>
                    <a:pt x="119" y="4049"/>
                    <a:pt x="155" y="4144"/>
                  </a:cubicBezTo>
                  <a:lnTo>
                    <a:pt x="5917" y="179"/>
                  </a:lnTo>
                  <a:lnTo>
                    <a:pt x="567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2" name="Google Shape;1872;p16"/>
            <p:cNvSpPr/>
            <p:nvPr/>
          </p:nvSpPr>
          <p:spPr>
            <a:xfrm>
              <a:off x="4368975" y="1586625"/>
              <a:ext cx="317625" cy="228925"/>
            </a:xfrm>
            <a:custGeom>
              <a:avLst/>
              <a:gdLst/>
              <a:ahLst/>
              <a:cxnLst/>
              <a:rect l="l" t="t" r="r" b="b"/>
              <a:pathLst>
                <a:path w="12705" h="9157" extrusionOk="0">
                  <a:moveTo>
                    <a:pt x="1" y="1"/>
                  </a:moveTo>
                  <a:lnTo>
                    <a:pt x="715" y="525"/>
                  </a:lnTo>
                  <a:lnTo>
                    <a:pt x="930" y="691"/>
                  </a:lnTo>
                  <a:lnTo>
                    <a:pt x="12538" y="9157"/>
                  </a:lnTo>
                  <a:cubicBezTo>
                    <a:pt x="12538" y="9145"/>
                    <a:pt x="12550" y="9145"/>
                    <a:pt x="12550" y="9133"/>
                  </a:cubicBezTo>
                  <a:cubicBezTo>
                    <a:pt x="12598" y="9050"/>
                    <a:pt x="12645" y="8990"/>
                    <a:pt x="12705" y="8954"/>
                  </a:cubicBezTo>
                  <a:lnTo>
                    <a:pt x="12586" y="8859"/>
                  </a:lnTo>
                  <a:lnTo>
                    <a:pt x="1168" y="525"/>
                  </a:lnTo>
                  <a:lnTo>
                    <a:pt x="930" y="358"/>
                  </a:lnTo>
                  <a:lnTo>
                    <a:pt x="44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3" name="Google Shape;1873;p16"/>
            <p:cNvSpPr/>
            <p:nvPr/>
          </p:nvSpPr>
          <p:spPr>
            <a:xfrm>
              <a:off x="4224025" y="1586625"/>
              <a:ext cx="14025" cy="106900"/>
            </a:xfrm>
            <a:custGeom>
              <a:avLst/>
              <a:gdLst/>
              <a:ahLst/>
              <a:cxnLst/>
              <a:rect l="l" t="t" r="r" b="b"/>
              <a:pathLst>
                <a:path w="561" h="4276" extrusionOk="0">
                  <a:moveTo>
                    <a:pt x="1" y="1"/>
                  </a:moveTo>
                  <a:lnTo>
                    <a:pt x="286" y="4275"/>
                  </a:lnTo>
                  <a:cubicBezTo>
                    <a:pt x="334" y="4269"/>
                    <a:pt x="379" y="4266"/>
                    <a:pt x="423" y="4266"/>
                  </a:cubicBezTo>
                  <a:cubicBezTo>
                    <a:pt x="468" y="4266"/>
                    <a:pt x="513" y="4269"/>
                    <a:pt x="560" y="4275"/>
                  </a:cubicBezTo>
                  <a:lnTo>
                    <a:pt x="27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4" name="Google Shape;1874;p16"/>
            <p:cNvSpPr/>
            <p:nvPr/>
          </p:nvSpPr>
          <p:spPr>
            <a:xfrm>
              <a:off x="4149025" y="1586625"/>
              <a:ext cx="80975" cy="110475"/>
            </a:xfrm>
            <a:custGeom>
              <a:avLst/>
              <a:gdLst/>
              <a:ahLst/>
              <a:cxnLst/>
              <a:rect l="l" t="t" r="r" b="b"/>
              <a:pathLst>
                <a:path w="3239" h="4419" extrusionOk="0">
                  <a:moveTo>
                    <a:pt x="0" y="1"/>
                  </a:moveTo>
                  <a:lnTo>
                    <a:pt x="3001" y="4418"/>
                  </a:lnTo>
                  <a:cubicBezTo>
                    <a:pt x="3084" y="4370"/>
                    <a:pt x="3155" y="4323"/>
                    <a:pt x="3239" y="4287"/>
                  </a:cubicBezTo>
                  <a:lnTo>
                    <a:pt x="32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5" name="Google Shape;1875;p16"/>
            <p:cNvSpPr/>
            <p:nvPr/>
          </p:nvSpPr>
          <p:spPr>
            <a:xfrm>
              <a:off x="4705925" y="1827450"/>
              <a:ext cx="298275" cy="234875"/>
            </a:xfrm>
            <a:custGeom>
              <a:avLst/>
              <a:gdLst/>
              <a:ahLst/>
              <a:cxnLst/>
              <a:rect l="l" t="t" r="r" b="b"/>
              <a:pathLst>
                <a:path w="11931" h="9395" extrusionOk="0">
                  <a:moveTo>
                    <a:pt x="144" y="0"/>
                  </a:moveTo>
                  <a:lnTo>
                    <a:pt x="108" y="95"/>
                  </a:lnTo>
                  <a:cubicBezTo>
                    <a:pt x="96" y="131"/>
                    <a:pt x="48" y="191"/>
                    <a:pt x="1" y="226"/>
                  </a:cubicBezTo>
                  <a:lnTo>
                    <a:pt x="11776" y="9394"/>
                  </a:lnTo>
                  <a:cubicBezTo>
                    <a:pt x="11776" y="9394"/>
                    <a:pt x="11776" y="9382"/>
                    <a:pt x="11788" y="9382"/>
                  </a:cubicBezTo>
                  <a:cubicBezTo>
                    <a:pt x="11836" y="9299"/>
                    <a:pt x="11871" y="9239"/>
                    <a:pt x="11931" y="9180"/>
                  </a:cubicBezTo>
                  <a:lnTo>
                    <a:pt x="14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6" name="Google Shape;1876;p16"/>
            <p:cNvSpPr/>
            <p:nvPr/>
          </p:nvSpPr>
          <p:spPr>
            <a:xfrm>
              <a:off x="4240700" y="1717600"/>
              <a:ext cx="163125" cy="235475"/>
            </a:xfrm>
            <a:custGeom>
              <a:avLst/>
              <a:gdLst/>
              <a:ahLst/>
              <a:cxnLst/>
              <a:rect l="l" t="t" r="r" b="b"/>
              <a:pathLst>
                <a:path w="6525" h="9419" extrusionOk="0">
                  <a:moveTo>
                    <a:pt x="215" y="1"/>
                  </a:moveTo>
                  <a:cubicBezTo>
                    <a:pt x="155" y="84"/>
                    <a:pt x="84" y="120"/>
                    <a:pt x="0" y="167"/>
                  </a:cubicBezTo>
                  <a:lnTo>
                    <a:pt x="6287" y="9418"/>
                  </a:lnTo>
                  <a:cubicBezTo>
                    <a:pt x="6299" y="9407"/>
                    <a:pt x="6334" y="9383"/>
                    <a:pt x="6358" y="9371"/>
                  </a:cubicBezTo>
                  <a:cubicBezTo>
                    <a:pt x="6418" y="9323"/>
                    <a:pt x="6465" y="9311"/>
                    <a:pt x="6525" y="9287"/>
                  </a:cubicBezTo>
                  <a:lnTo>
                    <a:pt x="21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7" name="Google Shape;1877;p16"/>
            <p:cNvSpPr/>
            <p:nvPr/>
          </p:nvSpPr>
          <p:spPr>
            <a:xfrm>
              <a:off x="4165400" y="1884000"/>
              <a:ext cx="124725" cy="117300"/>
            </a:xfrm>
            <a:custGeom>
              <a:avLst/>
              <a:gdLst/>
              <a:ahLst/>
              <a:cxnLst/>
              <a:rect l="l" t="t" r="r" b="b"/>
              <a:pathLst>
                <a:path w="4989" h="4692" extrusionOk="0">
                  <a:moveTo>
                    <a:pt x="191" y="0"/>
                  </a:moveTo>
                  <a:cubicBezTo>
                    <a:pt x="143" y="72"/>
                    <a:pt x="72" y="131"/>
                    <a:pt x="0" y="179"/>
                  </a:cubicBezTo>
                  <a:lnTo>
                    <a:pt x="4822" y="4691"/>
                  </a:lnTo>
                  <a:cubicBezTo>
                    <a:pt x="4822" y="4679"/>
                    <a:pt x="4834" y="4656"/>
                    <a:pt x="4834" y="4656"/>
                  </a:cubicBezTo>
                  <a:cubicBezTo>
                    <a:pt x="4882" y="4584"/>
                    <a:pt x="4917" y="4536"/>
                    <a:pt x="4989" y="4501"/>
                  </a:cubicBezTo>
                  <a:lnTo>
                    <a:pt x="19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8" name="Google Shape;1878;p16"/>
            <p:cNvSpPr/>
            <p:nvPr/>
          </p:nvSpPr>
          <p:spPr>
            <a:xfrm>
              <a:off x="4415725" y="1825350"/>
              <a:ext cx="268800" cy="134875"/>
            </a:xfrm>
            <a:custGeom>
              <a:avLst/>
              <a:gdLst/>
              <a:ahLst/>
              <a:cxnLst/>
              <a:rect l="l" t="t" r="r" b="b"/>
              <a:pathLst>
                <a:path w="10752" h="5395" extrusionOk="0">
                  <a:moveTo>
                    <a:pt x="10633" y="1"/>
                  </a:moveTo>
                  <a:lnTo>
                    <a:pt x="0" y="5144"/>
                  </a:lnTo>
                  <a:cubicBezTo>
                    <a:pt x="12" y="5156"/>
                    <a:pt x="12" y="5180"/>
                    <a:pt x="36" y="5180"/>
                  </a:cubicBezTo>
                  <a:cubicBezTo>
                    <a:pt x="72" y="5251"/>
                    <a:pt x="107" y="5323"/>
                    <a:pt x="107" y="5394"/>
                  </a:cubicBezTo>
                  <a:lnTo>
                    <a:pt x="10752" y="239"/>
                  </a:lnTo>
                  <a:cubicBezTo>
                    <a:pt x="10680" y="155"/>
                    <a:pt x="10656" y="84"/>
                    <a:pt x="1063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9" name="Google Shape;1879;p16"/>
            <p:cNvSpPr/>
            <p:nvPr/>
          </p:nvSpPr>
          <p:spPr>
            <a:xfrm>
              <a:off x="4410950" y="1967925"/>
              <a:ext cx="78325" cy="111950"/>
            </a:xfrm>
            <a:custGeom>
              <a:avLst/>
              <a:gdLst/>
              <a:ahLst/>
              <a:cxnLst/>
              <a:rect l="l" t="t" r="r" b="b"/>
              <a:pathLst>
                <a:path w="3133" h="4478" extrusionOk="0">
                  <a:moveTo>
                    <a:pt x="203" y="1"/>
                  </a:moveTo>
                  <a:cubicBezTo>
                    <a:pt x="179" y="48"/>
                    <a:pt x="132" y="96"/>
                    <a:pt x="72" y="144"/>
                  </a:cubicBezTo>
                  <a:cubicBezTo>
                    <a:pt x="36" y="156"/>
                    <a:pt x="25" y="167"/>
                    <a:pt x="1" y="179"/>
                  </a:cubicBezTo>
                  <a:lnTo>
                    <a:pt x="2870" y="4477"/>
                  </a:lnTo>
                  <a:cubicBezTo>
                    <a:pt x="2965" y="4442"/>
                    <a:pt x="3049" y="4418"/>
                    <a:pt x="3132" y="4394"/>
                  </a:cubicBez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0" name="Google Shape;1880;p16"/>
            <p:cNvSpPr/>
            <p:nvPr/>
          </p:nvSpPr>
          <p:spPr>
            <a:xfrm>
              <a:off x="4061200" y="212390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1" name="Google Shape;1881;p16"/>
            <p:cNvSpPr/>
            <p:nvPr/>
          </p:nvSpPr>
          <p:spPr>
            <a:xfrm>
              <a:off x="4060900" y="2121825"/>
              <a:ext cx="25" cy="25"/>
            </a:xfrm>
            <a:custGeom>
              <a:avLst/>
              <a:gdLst/>
              <a:ahLst/>
              <a:cxnLst/>
              <a:rect l="l" t="t" r="r" b="b"/>
              <a:pathLst>
                <a:path w="1" h="1" extrusionOk="0">
                  <a:moveTo>
                    <a:pt x="1" y="0"/>
                  </a:move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2" name="Google Shape;1882;p16"/>
            <p:cNvSpPr/>
            <p:nvPr/>
          </p:nvSpPr>
          <p:spPr>
            <a:xfrm>
              <a:off x="4060900" y="212300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3" name="Google Shape;1883;p16"/>
            <p:cNvSpPr/>
            <p:nvPr/>
          </p:nvSpPr>
          <p:spPr>
            <a:xfrm>
              <a:off x="4313325" y="1964350"/>
              <a:ext cx="84550" cy="44675"/>
            </a:xfrm>
            <a:custGeom>
              <a:avLst/>
              <a:gdLst/>
              <a:ahLst/>
              <a:cxnLst/>
              <a:rect l="l" t="t" r="r" b="b"/>
              <a:pathLst>
                <a:path w="3382" h="1787" extrusionOk="0">
                  <a:moveTo>
                    <a:pt x="3263" y="1"/>
                  </a:moveTo>
                  <a:lnTo>
                    <a:pt x="0" y="1513"/>
                  </a:lnTo>
                  <a:cubicBezTo>
                    <a:pt x="48" y="1608"/>
                    <a:pt x="60" y="1703"/>
                    <a:pt x="48" y="1787"/>
                  </a:cubicBezTo>
                  <a:lnTo>
                    <a:pt x="3382" y="227"/>
                  </a:lnTo>
                  <a:cubicBezTo>
                    <a:pt x="3358" y="191"/>
                    <a:pt x="3334" y="179"/>
                    <a:pt x="3322" y="144"/>
                  </a:cubicBezTo>
                  <a:cubicBezTo>
                    <a:pt x="3287" y="108"/>
                    <a:pt x="3263" y="49"/>
                    <a:pt x="326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4" name="Google Shape;1884;p16"/>
            <p:cNvSpPr/>
            <p:nvPr/>
          </p:nvSpPr>
          <p:spPr>
            <a:xfrm>
              <a:off x="4068650" y="2015250"/>
              <a:ext cx="221775" cy="104225"/>
            </a:xfrm>
            <a:custGeom>
              <a:avLst/>
              <a:gdLst/>
              <a:ahLst/>
              <a:cxnLst/>
              <a:rect l="l" t="t" r="r" b="b"/>
              <a:pathLst>
                <a:path w="8871" h="4169" extrusionOk="0">
                  <a:moveTo>
                    <a:pt x="8692" y="1"/>
                  </a:moveTo>
                  <a:lnTo>
                    <a:pt x="48" y="4049"/>
                  </a:lnTo>
                  <a:lnTo>
                    <a:pt x="1" y="4168"/>
                  </a:lnTo>
                  <a:lnTo>
                    <a:pt x="1" y="4168"/>
                  </a:lnTo>
                  <a:lnTo>
                    <a:pt x="477" y="4144"/>
                  </a:lnTo>
                  <a:lnTo>
                    <a:pt x="8871" y="215"/>
                  </a:lnTo>
                  <a:cubicBezTo>
                    <a:pt x="8787" y="156"/>
                    <a:pt x="8740" y="84"/>
                    <a:pt x="8692"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5" name="Google Shape;1885;p16"/>
            <p:cNvSpPr/>
            <p:nvPr/>
          </p:nvSpPr>
          <p:spPr>
            <a:xfrm>
              <a:off x="4060900" y="2122125"/>
              <a:ext cx="25" cy="900"/>
            </a:xfrm>
            <a:custGeom>
              <a:avLst/>
              <a:gdLst/>
              <a:ahLst/>
              <a:cxnLst/>
              <a:rect l="l" t="t" r="r" b="b"/>
              <a:pathLst>
                <a:path w="1" h="36" extrusionOk="0">
                  <a:moveTo>
                    <a:pt x="1" y="36"/>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6" name="Google Shape;1886;p16"/>
            <p:cNvSpPr/>
            <p:nvPr/>
          </p:nvSpPr>
          <p:spPr>
            <a:xfrm>
              <a:off x="4060900" y="212330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7" name="Google Shape;1887;p16"/>
            <p:cNvSpPr/>
            <p:nvPr/>
          </p:nvSpPr>
          <p:spPr>
            <a:xfrm>
              <a:off x="4060900" y="2123000"/>
              <a:ext cx="25" cy="25"/>
            </a:xfrm>
            <a:custGeom>
              <a:avLst/>
              <a:gdLst/>
              <a:ahLst/>
              <a:cxnLst/>
              <a:rect l="l" t="t" r="r" b="b"/>
              <a:pathLst>
                <a:path w="1" h="1" extrusionOk="0">
                  <a:moveTo>
                    <a:pt x="1" y="1"/>
                  </a:moveTo>
                  <a:lnTo>
                    <a:pt x="1" y="1"/>
                  </a:ln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8" name="Google Shape;1888;p16"/>
            <p:cNvSpPr/>
            <p:nvPr/>
          </p:nvSpPr>
          <p:spPr>
            <a:xfrm>
              <a:off x="4060900" y="1888450"/>
              <a:ext cx="92900" cy="233400"/>
            </a:xfrm>
            <a:custGeom>
              <a:avLst/>
              <a:gdLst/>
              <a:ahLst/>
              <a:cxnLst/>
              <a:rect l="l" t="t" r="r" b="b"/>
              <a:pathLst>
                <a:path w="3716" h="9336" extrusionOk="0">
                  <a:moveTo>
                    <a:pt x="3466" y="1"/>
                  </a:moveTo>
                  <a:lnTo>
                    <a:pt x="22" y="9278"/>
                  </a:lnTo>
                  <a:lnTo>
                    <a:pt x="37" y="9264"/>
                  </a:lnTo>
                  <a:lnTo>
                    <a:pt x="108" y="9264"/>
                  </a:lnTo>
                  <a:lnTo>
                    <a:pt x="322" y="9240"/>
                  </a:lnTo>
                  <a:lnTo>
                    <a:pt x="370" y="9121"/>
                  </a:lnTo>
                  <a:lnTo>
                    <a:pt x="3716" y="108"/>
                  </a:lnTo>
                  <a:cubicBezTo>
                    <a:pt x="3644" y="84"/>
                    <a:pt x="3549" y="60"/>
                    <a:pt x="3478" y="13"/>
                  </a:cubicBezTo>
                  <a:cubicBezTo>
                    <a:pt x="3478" y="13"/>
                    <a:pt x="3466" y="13"/>
                    <a:pt x="3466" y="1"/>
                  </a:cubicBezTo>
                  <a:close/>
                  <a:moveTo>
                    <a:pt x="22" y="9278"/>
                  </a:moveTo>
                  <a:lnTo>
                    <a:pt x="13" y="9288"/>
                  </a:lnTo>
                  <a:lnTo>
                    <a:pt x="13" y="9300"/>
                  </a:lnTo>
                  <a:cubicBezTo>
                    <a:pt x="13" y="9300"/>
                    <a:pt x="1" y="9323"/>
                    <a:pt x="1" y="9335"/>
                  </a:cubicBezTo>
                  <a:lnTo>
                    <a:pt x="22" y="9278"/>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9" name="Google Shape;1889;p16"/>
            <p:cNvSpPr/>
            <p:nvPr/>
          </p:nvSpPr>
          <p:spPr>
            <a:xfrm>
              <a:off x="4060900" y="2123600"/>
              <a:ext cx="325" cy="325"/>
            </a:xfrm>
            <a:custGeom>
              <a:avLst/>
              <a:gdLst/>
              <a:ahLst/>
              <a:cxnLst/>
              <a:rect l="l" t="t" r="r" b="b"/>
              <a:pathLst>
                <a:path w="13" h="13" extrusionOk="0">
                  <a:moveTo>
                    <a:pt x="1" y="1"/>
                  </a:moveTo>
                  <a:cubicBezTo>
                    <a:pt x="1" y="13"/>
                    <a:pt x="1" y="13"/>
                    <a:pt x="1" y="1"/>
                  </a:cubicBezTo>
                  <a:cubicBezTo>
                    <a:pt x="13" y="13"/>
                    <a:pt x="13" y="13"/>
                    <a:pt x="1" y="1"/>
                  </a:cubicBezTo>
                  <a:cubicBezTo>
                    <a:pt x="1" y="13"/>
                    <a:pt x="1" y="13"/>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0" name="Google Shape;1890;p16"/>
            <p:cNvSpPr/>
            <p:nvPr/>
          </p:nvSpPr>
          <p:spPr>
            <a:xfrm>
              <a:off x="4061200" y="2124500"/>
              <a:ext cx="217925" cy="393825"/>
            </a:xfrm>
            <a:custGeom>
              <a:avLst/>
              <a:gdLst/>
              <a:ahLst/>
              <a:cxnLst/>
              <a:rect l="l" t="t" r="r" b="b"/>
              <a:pathLst>
                <a:path w="8717" h="15753" extrusionOk="0">
                  <a:moveTo>
                    <a:pt x="1" y="0"/>
                  </a:moveTo>
                  <a:cubicBezTo>
                    <a:pt x="3" y="8"/>
                    <a:pt x="7" y="15"/>
                    <a:pt x="13" y="22"/>
                  </a:cubicBezTo>
                  <a:lnTo>
                    <a:pt x="13" y="22"/>
                  </a:lnTo>
                  <a:lnTo>
                    <a:pt x="1" y="0"/>
                  </a:lnTo>
                  <a:close/>
                  <a:moveTo>
                    <a:pt x="13" y="22"/>
                  </a:moveTo>
                  <a:lnTo>
                    <a:pt x="8478" y="15752"/>
                  </a:lnTo>
                  <a:cubicBezTo>
                    <a:pt x="8561" y="15717"/>
                    <a:pt x="8633" y="15669"/>
                    <a:pt x="8716" y="15633"/>
                  </a:cubicBezTo>
                  <a:lnTo>
                    <a:pt x="322" y="60"/>
                  </a:lnTo>
                  <a:lnTo>
                    <a:pt x="120" y="72"/>
                  </a:lnTo>
                  <a:cubicBezTo>
                    <a:pt x="73" y="72"/>
                    <a:pt x="33" y="49"/>
                    <a:pt x="13" y="2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1" name="Google Shape;1891;p16"/>
            <p:cNvSpPr/>
            <p:nvPr/>
          </p:nvSpPr>
          <p:spPr>
            <a:xfrm>
              <a:off x="4060900" y="2121825"/>
              <a:ext cx="25" cy="25"/>
            </a:xfrm>
            <a:custGeom>
              <a:avLst/>
              <a:gdLst/>
              <a:ahLst/>
              <a:cxnLst/>
              <a:rect l="l" t="t" r="r" b="b"/>
              <a:pathLst>
                <a:path w="1" h="1" extrusionOk="0">
                  <a:moveTo>
                    <a:pt x="1" y="0"/>
                  </a:moveTo>
                  <a:lnTo>
                    <a:pt x="1" y="0"/>
                  </a:ln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2" name="Google Shape;1892;p16"/>
            <p:cNvSpPr/>
            <p:nvPr/>
          </p:nvSpPr>
          <p:spPr>
            <a:xfrm>
              <a:off x="4060900" y="2123000"/>
              <a:ext cx="25" cy="325"/>
            </a:xfrm>
            <a:custGeom>
              <a:avLst/>
              <a:gdLst/>
              <a:ahLst/>
              <a:cxnLst/>
              <a:rect l="l" t="t" r="r" b="b"/>
              <a:pathLst>
                <a:path w="1" h="13" extrusionOk="0">
                  <a:moveTo>
                    <a:pt x="1" y="1"/>
                  </a:moveTo>
                  <a:lnTo>
                    <a:pt x="1" y="1"/>
                  </a:lnTo>
                  <a:cubicBezTo>
                    <a:pt x="1" y="13"/>
                    <a:pt x="1" y="13"/>
                    <a:pt x="1" y="1"/>
                  </a:cubicBezTo>
                  <a:cubicBezTo>
                    <a:pt x="1" y="13"/>
                    <a:pt x="1" y="13"/>
                    <a:pt x="1" y="1"/>
                  </a:cubicBezTo>
                  <a:cubicBezTo>
                    <a:pt x="1" y="13"/>
                    <a:pt x="1" y="13"/>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3" name="Google Shape;1893;p16"/>
            <p:cNvSpPr/>
            <p:nvPr/>
          </p:nvSpPr>
          <p:spPr>
            <a:xfrm>
              <a:off x="4062400" y="2119775"/>
              <a:ext cx="325" cy="275"/>
            </a:xfrm>
            <a:custGeom>
              <a:avLst/>
              <a:gdLst/>
              <a:ahLst/>
              <a:cxnLst/>
              <a:rect l="l" t="t" r="r" b="b"/>
              <a:pathLst>
                <a:path w="13" h="11" extrusionOk="0">
                  <a:moveTo>
                    <a:pt x="12" y="0"/>
                  </a:moveTo>
                  <a:cubicBezTo>
                    <a:pt x="11" y="0"/>
                    <a:pt x="8" y="11"/>
                    <a:pt x="1" y="11"/>
                  </a:cubicBezTo>
                  <a:lnTo>
                    <a:pt x="12" y="11"/>
                  </a:lnTo>
                  <a:cubicBezTo>
                    <a:pt x="12" y="3"/>
                    <a:pt x="12" y="0"/>
                    <a:pt x="1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4" name="Google Shape;1894;p16"/>
            <p:cNvSpPr/>
            <p:nvPr/>
          </p:nvSpPr>
          <p:spPr>
            <a:xfrm>
              <a:off x="4061200" y="2120625"/>
              <a:ext cx="25" cy="325"/>
            </a:xfrm>
            <a:custGeom>
              <a:avLst/>
              <a:gdLst/>
              <a:ahLst/>
              <a:cxnLst/>
              <a:rect l="l" t="t" r="r" b="b"/>
              <a:pathLst>
                <a:path w="1" h="13" extrusionOk="0">
                  <a:moveTo>
                    <a:pt x="1" y="13"/>
                  </a:moveTo>
                  <a:cubicBezTo>
                    <a:pt x="1" y="13"/>
                    <a:pt x="1" y="1"/>
                    <a:pt x="1" y="13"/>
                  </a:cubicBezTo>
                  <a:cubicBezTo>
                    <a:pt x="1" y="1"/>
                    <a:pt x="1" y="13"/>
                    <a:pt x="1"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5" name="Google Shape;1895;p16"/>
            <p:cNvSpPr/>
            <p:nvPr/>
          </p:nvSpPr>
          <p:spPr>
            <a:xfrm>
              <a:off x="4062400" y="2120025"/>
              <a:ext cx="25" cy="25"/>
            </a:xfrm>
            <a:custGeom>
              <a:avLst/>
              <a:gdLst/>
              <a:ahLst/>
              <a:cxnLst/>
              <a:rect l="l" t="t" r="r" b="b"/>
              <a:pathLst>
                <a:path w="1" h="1" extrusionOk="0">
                  <a:moveTo>
                    <a:pt x="1" y="1"/>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6" name="Google Shape;1896;p16"/>
            <p:cNvSpPr/>
            <p:nvPr/>
          </p:nvSpPr>
          <p:spPr>
            <a:xfrm>
              <a:off x="4063000" y="21194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7" name="Google Shape;1897;p16"/>
            <p:cNvSpPr/>
            <p:nvPr/>
          </p:nvSpPr>
          <p:spPr>
            <a:xfrm>
              <a:off x="4348750" y="2085200"/>
              <a:ext cx="488175" cy="446225"/>
            </a:xfrm>
            <a:custGeom>
              <a:avLst/>
              <a:gdLst/>
              <a:ahLst/>
              <a:cxnLst/>
              <a:rect l="l" t="t" r="r" b="b"/>
              <a:pathLst>
                <a:path w="19527" h="17849" extrusionOk="0">
                  <a:moveTo>
                    <a:pt x="19515" y="1"/>
                  </a:moveTo>
                  <a:lnTo>
                    <a:pt x="19217" y="25"/>
                  </a:lnTo>
                  <a:lnTo>
                    <a:pt x="0" y="17658"/>
                  </a:lnTo>
                  <a:cubicBezTo>
                    <a:pt x="60" y="17717"/>
                    <a:pt x="119" y="17777"/>
                    <a:pt x="179" y="17848"/>
                  </a:cubicBezTo>
                  <a:lnTo>
                    <a:pt x="19479" y="144"/>
                  </a:lnTo>
                  <a:cubicBezTo>
                    <a:pt x="19527" y="108"/>
                    <a:pt x="19527" y="48"/>
                    <a:pt x="1951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8" name="Google Shape;1898;p16"/>
            <p:cNvSpPr/>
            <p:nvPr/>
          </p:nvSpPr>
          <p:spPr>
            <a:xfrm>
              <a:off x="4521375" y="2069725"/>
              <a:ext cx="477175" cy="31875"/>
            </a:xfrm>
            <a:custGeom>
              <a:avLst/>
              <a:gdLst/>
              <a:ahLst/>
              <a:cxnLst/>
              <a:rect l="l" t="t" r="r" b="b"/>
              <a:pathLst>
                <a:path w="19087" h="1275" extrusionOk="0">
                  <a:moveTo>
                    <a:pt x="19063" y="1"/>
                  </a:moveTo>
                  <a:lnTo>
                    <a:pt x="1" y="1013"/>
                  </a:lnTo>
                  <a:cubicBezTo>
                    <a:pt x="37" y="1096"/>
                    <a:pt x="60" y="1191"/>
                    <a:pt x="72" y="1275"/>
                  </a:cubicBezTo>
                  <a:lnTo>
                    <a:pt x="12324" y="620"/>
                  </a:lnTo>
                  <a:lnTo>
                    <a:pt x="12622" y="608"/>
                  </a:lnTo>
                  <a:lnTo>
                    <a:pt x="19087" y="263"/>
                  </a:lnTo>
                  <a:cubicBezTo>
                    <a:pt x="19063" y="179"/>
                    <a:pt x="19063" y="84"/>
                    <a:pt x="1906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9" name="Google Shape;1899;p16"/>
            <p:cNvSpPr/>
            <p:nvPr/>
          </p:nvSpPr>
          <p:spPr>
            <a:xfrm>
              <a:off x="4060900" y="2098000"/>
              <a:ext cx="405150" cy="28075"/>
            </a:xfrm>
            <a:custGeom>
              <a:avLst/>
              <a:gdLst/>
              <a:ahLst/>
              <a:cxnLst/>
              <a:rect l="l" t="t" r="r" b="b"/>
              <a:pathLst>
                <a:path w="16206" h="1123" extrusionOk="0">
                  <a:moveTo>
                    <a:pt x="16205" y="1"/>
                  </a:moveTo>
                  <a:lnTo>
                    <a:pt x="799" y="810"/>
                  </a:lnTo>
                  <a:lnTo>
                    <a:pt x="322" y="846"/>
                  </a:lnTo>
                  <a:lnTo>
                    <a:pt x="120" y="858"/>
                  </a:lnTo>
                  <a:lnTo>
                    <a:pt x="72" y="858"/>
                  </a:lnTo>
                  <a:cubicBezTo>
                    <a:pt x="61" y="858"/>
                    <a:pt x="61" y="858"/>
                    <a:pt x="37" y="882"/>
                  </a:cubicBezTo>
                  <a:lnTo>
                    <a:pt x="13" y="906"/>
                  </a:lnTo>
                  <a:lnTo>
                    <a:pt x="13" y="918"/>
                  </a:lnTo>
                  <a:cubicBezTo>
                    <a:pt x="13" y="941"/>
                    <a:pt x="1" y="941"/>
                    <a:pt x="1" y="953"/>
                  </a:cubicBezTo>
                  <a:lnTo>
                    <a:pt x="1" y="977"/>
                  </a:lnTo>
                  <a:lnTo>
                    <a:pt x="1" y="1001"/>
                  </a:lnTo>
                  <a:lnTo>
                    <a:pt x="1" y="1013"/>
                  </a:lnTo>
                  <a:lnTo>
                    <a:pt x="1" y="1025"/>
                  </a:lnTo>
                  <a:cubicBezTo>
                    <a:pt x="22" y="1087"/>
                    <a:pt x="70" y="1122"/>
                    <a:pt x="113" y="1122"/>
                  </a:cubicBezTo>
                  <a:cubicBezTo>
                    <a:pt x="120" y="1122"/>
                    <a:pt x="126" y="1121"/>
                    <a:pt x="132" y="1120"/>
                  </a:cubicBezTo>
                  <a:lnTo>
                    <a:pt x="334" y="1096"/>
                  </a:lnTo>
                  <a:lnTo>
                    <a:pt x="16146" y="263"/>
                  </a:lnTo>
                  <a:cubicBezTo>
                    <a:pt x="16146" y="179"/>
                    <a:pt x="16170" y="84"/>
                    <a:pt x="1620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0" name="Google Shape;1900;p16"/>
            <p:cNvSpPr/>
            <p:nvPr/>
          </p:nvSpPr>
          <p:spPr>
            <a:xfrm>
              <a:off x="4238325" y="2509150"/>
              <a:ext cx="136050" cy="125500"/>
            </a:xfrm>
            <a:custGeom>
              <a:avLst/>
              <a:gdLst/>
              <a:ahLst/>
              <a:cxnLst/>
              <a:rect l="l" t="t" r="r" b="b"/>
              <a:pathLst>
                <a:path w="5442" h="5020" extrusionOk="0">
                  <a:moveTo>
                    <a:pt x="2687" y="1"/>
                  </a:moveTo>
                  <a:cubicBezTo>
                    <a:pt x="2496" y="1"/>
                    <a:pt x="2302" y="23"/>
                    <a:pt x="2108" y="69"/>
                  </a:cubicBezTo>
                  <a:cubicBezTo>
                    <a:pt x="1953" y="116"/>
                    <a:pt x="1786" y="164"/>
                    <a:pt x="1631" y="235"/>
                  </a:cubicBezTo>
                  <a:cubicBezTo>
                    <a:pt x="1560" y="283"/>
                    <a:pt x="1476" y="307"/>
                    <a:pt x="1393" y="354"/>
                  </a:cubicBezTo>
                  <a:cubicBezTo>
                    <a:pt x="488" y="902"/>
                    <a:pt x="0" y="1998"/>
                    <a:pt x="250" y="3093"/>
                  </a:cubicBezTo>
                  <a:cubicBezTo>
                    <a:pt x="535" y="4252"/>
                    <a:pt x="1557" y="5020"/>
                    <a:pt x="2687" y="5020"/>
                  </a:cubicBezTo>
                  <a:cubicBezTo>
                    <a:pt x="2881" y="5020"/>
                    <a:pt x="3077" y="4997"/>
                    <a:pt x="3274" y="4950"/>
                  </a:cubicBezTo>
                  <a:cubicBezTo>
                    <a:pt x="4620" y="4629"/>
                    <a:pt x="5441" y="3271"/>
                    <a:pt x="5132" y="1938"/>
                  </a:cubicBezTo>
                  <a:cubicBezTo>
                    <a:pt x="5048" y="1533"/>
                    <a:pt x="4846" y="1188"/>
                    <a:pt x="4596" y="890"/>
                  </a:cubicBezTo>
                  <a:cubicBezTo>
                    <a:pt x="4548" y="819"/>
                    <a:pt x="4489" y="759"/>
                    <a:pt x="4417" y="700"/>
                  </a:cubicBezTo>
                  <a:cubicBezTo>
                    <a:pt x="3957" y="258"/>
                    <a:pt x="3340" y="1"/>
                    <a:pt x="26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1" name="Google Shape;1901;p16"/>
            <p:cNvSpPr/>
            <p:nvPr/>
          </p:nvSpPr>
          <p:spPr>
            <a:xfrm>
              <a:off x="4463650" y="2077450"/>
              <a:ext cx="61025" cy="59300"/>
            </a:xfrm>
            <a:custGeom>
              <a:avLst/>
              <a:gdLst/>
              <a:ahLst/>
              <a:cxnLst/>
              <a:rect l="l" t="t" r="r" b="b"/>
              <a:pathLst>
                <a:path w="2441" h="2372" extrusionOk="0">
                  <a:moveTo>
                    <a:pt x="1220" y="0"/>
                  </a:moveTo>
                  <a:cubicBezTo>
                    <a:pt x="1158" y="0"/>
                    <a:pt x="1097" y="5"/>
                    <a:pt x="1036" y="13"/>
                  </a:cubicBezTo>
                  <a:cubicBezTo>
                    <a:pt x="941" y="37"/>
                    <a:pt x="857" y="61"/>
                    <a:pt x="762" y="96"/>
                  </a:cubicBezTo>
                  <a:cubicBezTo>
                    <a:pt x="524" y="180"/>
                    <a:pt x="334" y="358"/>
                    <a:pt x="203" y="585"/>
                  </a:cubicBezTo>
                  <a:cubicBezTo>
                    <a:pt x="155" y="656"/>
                    <a:pt x="119" y="751"/>
                    <a:pt x="95" y="823"/>
                  </a:cubicBezTo>
                  <a:cubicBezTo>
                    <a:pt x="60" y="906"/>
                    <a:pt x="48" y="1001"/>
                    <a:pt x="36" y="1085"/>
                  </a:cubicBezTo>
                  <a:cubicBezTo>
                    <a:pt x="0" y="1537"/>
                    <a:pt x="214" y="1966"/>
                    <a:pt x="619" y="2204"/>
                  </a:cubicBezTo>
                  <a:cubicBezTo>
                    <a:pt x="809" y="2317"/>
                    <a:pt x="1018" y="2371"/>
                    <a:pt x="1224" y="2371"/>
                  </a:cubicBezTo>
                  <a:cubicBezTo>
                    <a:pt x="1627" y="2371"/>
                    <a:pt x="2022" y="2165"/>
                    <a:pt x="2250" y="1787"/>
                  </a:cubicBezTo>
                  <a:cubicBezTo>
                    <a:pt x="2405" y="1537"/>
                    <a:pt x="2441" y="1239"/>
                    <a:pt x="2405" y="966"/>
                  </a:cubicBezTo>
                  <a:cubicBezTo>
                    <a:pt x="2381" y="882"/>
                    <a:pt x="2358" y="787"/>
                    <a:pt x="2322" y="704"/>
                  </a:cubicBezTo>
                  <a:cubicBezTo>
                    <a:pt x="2203" y="489"/>
                    <a:pt x="2048" y="299"/>
                    <a:pt x="1822" y="168"/>
                  </a:cubicBezTo>
                  <a:cubicBezTo>
                    <a:pt x="1630" y="49"/>
                    <a:pt x="1424" y="0"/>
                    <a:pt x="122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2" name="Google Shape;1902;p16"/>
            <p:cNvSpPr/>
            <p:nvPr/>
          </p:nvSpPr>
          <p:spPr>
            <a:xfrm>
              <a:off x="4997625" y="2051475"/>
              <a:ext cx="45275" cy="42075"/>
            </a:xfrm>
            <a:custGeom>
              <a:avLst/>
              <a:gdLst/>
              <a:ahLst/>
              <a:cxnLst/>
              <a:rect l="l" t="t" r="r" b="b"/>
              <a:pathLst>
                <a:path w="1811" h="1683" extrusionOk="0">
                  <a:moveTo>
                    <a:pt x="852" y="1"/>
                  </a:moveTo>
                  <a:cubicBezTo>
                    <a:pt x="643" y="1"/>
                    <a:pt x="440" y="79"/>
                    <a:pt x="287" y="219"/>
                  </a:cubicBezTo>
                  <a:cubicBezTo>
                    <a:pt x="227" y="278"/>
                    <a:pt x="180" y="338"/>
                    <a:pt x="132" y="421"/>
                  </a:cubicBezTo>
                  <a:cubicBezTo>
                    <a:pt x="120" y="421"/>
                    <a:pt x="120" y="433"/>
                    <a:pt x="120" y="433"/>
                  </a:cubicBezTo>
                  <a:cubicBezTo>
                    <a:pt x="60" y="516"/>
                    <a:pt x="37" y="624"/>
                    <a:pt x="13" y="731"/>
                  </a:cubicBezTo>
                  <a:cubicBezTo>
                    <a:pt x="1" y="814"/>
                    <a:pt x="13" y="909"/>
                    <a:pt x="25" y="993"/>
                  </a:cubicBezTo>
                  <a:cubicBezTo>
                    <a:pt x="72" y="1219"/>
                    <a:pt x="203" y="1433"/>
                    <a:pt x="430" y="1564"/>
                  </a:cubicBezTo>
                  <a:cubicBezTo>
                    <a:pt x="566" y="1644"/>
                    <a:pt x="716" y="1683"/>
                    <a:pt x="864" y="1683"/>
                  </a:cubicBezTo>
                  <a:cubicBezTo>
                    <a:pt x="1154" y="1683"/>
                    <a:pt x="1435" y="1535"/>
                    <a:pt x="1584" y="1266"/>
                  </a:cubicBezTo>
                  <a:cubicBezTo>
                    <a:pt x="1811" y="874"/>
                    <a:pt x="1680" y="362"/>
                    <a:pt x="1287" y="123"/>
                  </a:cubicBezTo>
                  <a:cubicBezTo>
                    <a:pt x="1149" y="40"/>
                    <a:pt x="999" y="1"/>
                    <a:pt x="85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3" name="Google Shape;1903;p16"/>
            <p:cNvSpPr/>
            <p:nvPr/>
          </p:nvSpPr>
          <p:spPr>
            <a:xfrm>
              <a:off x="4680925" y="1807100"/>
              <a:ext cx="31875" cy="29875"/>
            </a:xfrm>
            <a:custGeom>
              <a:avLst/>
              <a:gdLst/>
              <a:ahLst/>
              <a:cxnLst/>
              <a:rect l="l" t="t" r="r" b="b"/>
              <a:pathLst>
                <a:path w="1275" h="1195" extrusionOk="0">
                  <a:moveTo>
                    <a:pt x="613" y="1"/>
                  </a:moveTo>
                  <a:cubicBezTo>
                    <a:pt x="553" y="1"/>
                    <a:pt x="494" y="10"/>
                    <a:pt x="441" y="28"/>
                  </a:cubicBezTo>
                  <a:cubicBezTo>
                    <a:pt x="358" y="40"/>
                    <a:pt x="298" y="88"/>
                    <a:pt x="239" y="135"/>
                  </a:cubicBezTo>
                  <a:cubicBezTo>
                    <a:pt x="179" y="171"/>
                    <a:pt x="120" y="231"/>
                    <a:pt x="96" y="314"/>
                  </a:cubicBezTo>
                  <a:cubicBezTo>
                    <a:pt x="96" y="326"/>
                    <a:pt x="84" y="326"/>
                    <a:pt x="84" y="338"/>
                  </a:cubicBezTo>
                  <a:cubicBezTo>
                    <a:pt x="25" y="469"/>
                    <a:pt x="1" y="612"/>
                    <a:pt x="36" y="743"/>
                  </a:cubicBezTo>
                  <a:cubicBezTo>
                    <a:pt x="48" y="826"/>
                    <a:pt x="96" y="909"/>
                    <a:pt x="155" y="981"/>
                  </a:cubicBezTo>
                  <a:cubicBezTo>
                    <a:pt x="203" y="1040"/>
                    <a:pt x="263" y="1076"/>
                    <a:pt x="322" y="1112"/>
                  </a:cubicBezTo>
                  <a:cubicBezTo>
                    <a:pt x="423" y="1167"/>
                    <a:pt x="530" y="1195"/>
                    <a:pt x="634" y="1195"/>
                  </a:cubicBezTo>
                  <a:cubicBezTo>
                    <a:pt x="775" y="1195"/>
                    <a:pt x="910" y="1143"/>
                    <a:pt x="1013" y="1040"/>
                  </a:cubicBezTo>
                  <a:cubicBezTo>
                    <a:pt x="1060" y="993"/>
                    <a:pt x="1096" y="945"/>
                    <a:pt x="1120" y="909"/>
                  </a:cubicBezTo>
                  <a:lnTo>
                    <a:pt x="1168" y="814"/>
                  </a:lnTo>
                  <a:cubicBezTo>
                    <a:pt x="1275" y="540"/>
                    <a:pt x="1168" y="231"/>
                    <a:pt x="917" y="88"/>
                  </a:cubicBezTo>
                  <a:cubicBezTo>
                    <a:pt x="820" y="28"/>
                    <a:pt x="714" y="1"/>
                    <a:pt x="61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4" name="Google Shape;1904;p16"/>
            <p:cNvSpPr/>
            <p:nvPr/>
          </p:nvSpPr>
          <p:spPr>
            <a:xfrm>
              <a:off x="4217475" y="1692975"/>
              <a:ext cx="32775" cy="29775"/>
            </a:xfrm>
            <a:custGeom>
              <a:avLst/>
              <a:gdLst/>
              <a:ahLst/>
              <a:cxnLst/>
              <a:rect l="l" t="t" r="r" b="b"/>
              <a:pathLst>
                <a:path w="1311" h="1191" extrusionOk="0">
                  <a:moveTo>
                    <a:pt x="667" y="0"/>
                  </a:moveTo>
                  <a:cubicBezTo>
                    <a:pt x="623" y="0"/>
                    <a:pt x="578" y="3"/>
                    <a:pt x="536" y="9"/>
                  </a:cubicBezTo>
                  <a:cubicBezTo>
                    <a:pt x="525" y="9"/>
                    <a:pt x="501" y="21"/>
                    <a:pt x="489" y="21"/>
                  </a:cubicBezTo>
                  <a:cubicBezTo>
                    <a:pt x="405" y="57"/>
                    <a:pt x="322" y="93"/>
                    <a:pt x="263" y="152"/>
                  </a:cubicBezTo>
                  <a:cubicBezTo>
                    <a:pt x="227" y="200"/>
                    <a:pt x="191" y="236"/>
                    <a:pt x="167" y="295"/>
                  </a:cubicBezTo>
                  <a:cubicBezTo>
                    <a:pt x="1" y="569"/>
                    <a:pt x="84" y="950"/>
                    <a:pt x="370" y="1105"/>
                  </a:cubicBezTo>
                  <a:cubicBezTo>
                    <a:pt x="468" y="1164"/>
                    <a:pt x="570" y="1190"/>
                    <a:pt x="672" y="1190"/>
                  </a:cubicBezTo>
                  <a:cubicBezTo>
                    <a:pt x="754" y="1190"/>
                    <a:pt x="837" y="1173"/>
                    <a:pt x="917" y="1140"/>
                  </a:cubicBezTo>
                  <a:cubicBezTo>
                    <a:pt x="1013" y="1105"/>
                    <a:pt x="1084" y="1045"/>
                    <a:pt x="1144" y="986"/>
                  </a:cubicBezTo>
                  <a:cubicBezTo>
                    <a:pt x="1156" y="962"/>
                    <a:pt x="1191" y="926"/>
                    <a:pt x="1203" y="902"/>
                  </a:cubicBezTo>
                  <a:cubicBezTo>
                    <a:pt x="1298" y="736"/>
                    <a:pt x="1310" y="557"/>
                    <a:pt x="1251" y="390"/>
                  </a:cubicBezTo>
                  <a:cubicBezTo>
                    <a:pt x="1215" y="307"/>
                    <a:pt x="1179" y="236"/>
                    <a:pt x="1096" y="176"/>
                  </a:cubicBezTo>
                  <a:cubicBezTo>
                    <a:pt x="1072" y="140"/>
                    <a:pt x="1025" y="116"/>
                    <a:pt x="977" y="81"/>
                  </a:cubicBezTo>
                  <a:cubicBezTo>
                    <a:pt x="917" y="57"/>
                    <a:pt x="858" y="21"/>
                    <a:pt x="798" y="9"/>
                  </a:cubicBezTo>
                  <a:cubicBezTo>
                    <a:pt x="757" y="3"/>
                    <a:pt x="712" y="0"/>
                    <a:pt x="6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5" name="Google Shape;1905;p16"/>
            <p:cNvSpPr/>
            <p:nvPr/>
          </p:nvSpPr>
          <p:spPr>
            <a:xfrm>
              <a:off x="4181750" y="2480200"/>
              <a:ext cx="48250" cy="41975"/>
            </a:xfrm>
            <a:custGeom>
              <a:avLst/>
              <a:gdLst/>
              <a:ahLst/>
              <a:cxnLst/>
              <a:rect l="l" t="t" r="r" b="b"/>
              <a:pathLst>
                <a:path w="1930" h="1679" extrusionOk="0">
                  <a:moveTo>
                    <a:pt x="951" y="1"/>
                  </a:moveTo>
                  <a:cubicBezTo>
                    <a:pt x="664" y="1"/>
                    <a:pt x="389" y="149"/>
                    <a:pt x="239" y="417"/>
                  </a:cubicBezTo>
                  <a:cubicBezTo>
                    <a:pt x="1" y="810"/>
                    <a:pt x="132" y="1334"/>
                    <a:pt x="537" y="1560"/>
                  </a:cubicBezTo>
                  <a:cubicBezTo>
                    <a:pt x="673" y="1640"/>
                    <a:pt x="822" y="1679"/>
                    <a:pt x="968" y="1679"/>
                  </a:cubicBezTo>
                  <a:cubicBezTo>
                    <a:pt x="1254" y="1679"/>
                    <a:pt x="1530" y="1531"/>
                    <a:pt x="1680" y="1262"/>
                  </a:cubicBezTo>
                  <a:cubicBezTo>
                    <a:pt x="1930" y="870"/>
                    <a:pt x="1799" y="358"/>
                    <a:pt x="1382" y="119"/>
                  </a:cubicBezTo>
                  <a:cubicBezTo>
                    <a:pt x="1246" y="39"/>
                    <a:pt x="1097" y="1"/>
                    <a:pt x="95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6" name="Google Shape;1906;p16"/>
            <p:cNvSpPr/>
            <p:nvPr/>
          </p:nvSpPr>
          <p:spPr>
            <a:xfrm>
              <a:off x="4137400" y="1857875"/>
              <a:ext cx="38125" cy="33450"/>
            </a:xfrm>
            <a:custGeom>
              <a:avLst/>
              <a:gdLst/>
              <a:ahLst/>
              <a:cxnLst/>
              <a:rect l="l" t="t" r="r" b="b"/>
              <a:pathLst>
                <a:path w="1525" h="1338" extrusionOk="0">
                  <a:moveTo>
                    <a:pt x="772" y="1"/>
                  </a:moveTo>
                  <a:cubicBezTo>
                    <a:pt x="539" y="1"/>
                    <a:pt x="311" y="123"/>
                    <a:pt x="191" y="331"/>
                  </a:cubicBezTo>
                  <a:cubicBezTo>
                    <a:pt x="1" y="640"/>
                    <a:pt x="120" y="1045"/>
                    <a:pt x="418" y="1236"/>
                  </a:cubicBezTo>
                  <a:cubicBezTo>
                    <a:pt x="418" y="1236"/>
                    <a:pt x="430" y="1236"/>
                    <a:pt x="430" y="1260"/>
                  </a:cubicBezTo>
                  <a:cubicBezTo>
                    <a:pt x="489" y="1283"/>
                    <a:pt x="584" y="1319"/>
                    <a:pt x="656" y="1331"/>
                  </a:cubicBezTo>
                  <a:cubicBezTo>
                    <a:pt x="685" y="1335"/>
                    <a:pt x="714" y="1337"/>
                    <a:pt x="743" y="1337"/>
                  </a:cubicBezTo>
                  <a:cubicBezTo>
                    <a:pt x="879" y="1337"/>
                    <a:pt x="1012" y="1293"/>
                    <a:pt x="1120" y="1224"/>
                  </a:cubicBezTo>
                  <a:cubicBezTo>
                    <a:pt x="1192" y="1176"/>
                    <a:pt x="1251" y="1117"/>
                    <a:pt x="1311" y="1045"/>
                  </a:cubicBezTo>
                  <a:cubicBezTo>
                    <a:pt x="1322" y="1033"/>
                    <a:pt x="1322" y="1021"/>
                    <a:pt x="1346" y="998"/>
                  </a:cubicBezTo>
                  <a:cubicBezTo>
                    <a:pt x="1525" y="688"/>
                    <a:pt x="1418" y="271"/>
                    <a:pt x="1108" y="93"/>
                  </a:cubicBezTo>
                  <a:cubicBezTo>
                    <a:pt x="1003" y="30"/>
                    <a:pt x="887" y="1"/>
                    <a:pt x="77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7" name="Google Shape;1907;p16"/>
            <p:cNvSpPr/>
            <p:nvPr/>
          </p:nvSpPr>
          <p:spPr>
            <a:xfrm>
              <a:off x="4394275" y="1948925"/>
              <a:ext cx="24450" cy="24450"/>
            </a:xfrm>
            <a:custGeom>
              <a:avLst/>
              <a:gdLst/>
              <a:ahLst/>
              <a:cxnLst/>
              <a:rect l="l" t="t" r="r" b="b"/>
              <a:pathLst>
                <a:path w="978" h="978" extrusionOk="0">
                  <a:moveTo>
                    <a:pt x="494" y="1"/>
                  </a:moveTo>
                  <a:cubicBezTo>
                    <a:pt x="461" y="1"/>
                    <a:pt x="427" y="4"/>
                    <a:pt x="394" y="11"/>
                  </a:cubicBezTo>
                  <a:cubicBezTo>
                    <a:pt x="334" y="23"/>
                    <a:pt x="275" y="34"/>
                    <a:pt x="239" y="82"/>
                  </a:cubicBezTo>
                  <a:cubicBezTo>
                    <a:pt x="203" y="94"/>
                    <a:pt x="191" y="130"/>
                    <a:pt x="156" y="142"/>
                  </a:cubicBezTo>
                  <a:cubicBezTo>
                    <a:pt x="37" y="261"/>
                    <a:pt x="1" y="427"/>
                    <a:pt x="37" y="594"/>
                  </a:cubicBezTo>
                  <a:cubicBezTo>
                    <a:pt x="61" y="642"/>
                    <a:pt x="72" y="689"/>
                    <a:pt x="96" y="737"/>
                  </a:cubicBezTo>
                  <a:cubicBezTo>
                    <a:pt x="120" y="796"/>
                    <a:pt x="132" y="832"/>
                    <a:pt x="156" y="844"/>
                  </a:cubicBezTo>
                  <a:cubicBezTo>
                    <a:pt x="247" y="928"/>
                    <a:pt x="363" y="978"/>
                    <a:pt x="481" y="978"/>
                  </a:cubicBezTo>
                  <a:cubicBezTo>
                    <a:pt x="548" y="978"/>
                    <a:pt x="615" y="962"/>
                    <a:pt x="680" y="927"/>
                  </a:cubicBezTo>
                  <a:cubicBezTo>
                    <a:pt x="715" y="916"/>
                    <a:pt x="739" y="904"/>
                    <a:pt x="751" y="892"/>
                  </a:cubicBezTo>
                  <a:cubicBezTo>
                    <a:pt x="799" y="856"/>
                    <a:pt x="846" y="808"/>
                    <a:pt x="894" y="749"/>
                  </a:cubicBezTo>
                  <a:cubicBezTo>
                    <a:pt x="953" y="666"/>
                    <a:pt x="977" y="558"/>
                    <a:pt x="965" y="439"/>
                  </a:cubicBezTo>
                  <a:cubicBezTo>
                    <a:pt x="965" y="368"/>
                    <a:pt x="930" y="296"/>
                    <a:pt x="894" y="213"/>
                  </a:cubicBezTo>
                  <a:cubicBezTo>
                    <a:pt x="894" y="201"/>
                    <a:pt x="870" y="201"/>
                    <a:pt x="870" y="189"/>
                  </a:cubicBezTo>
                  <a:cubicBezTo>
                    <a:pt x="773" y="63"/>
                    <a:pt x="637" y="1"/>
                    <a:pt x="49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8" name="Google Shape;1908;p16"/>
            <p:cNvSpPr/>
            <p:nvPr/>
          </p:nvSpPr>
          <p:spPr>
            <a:xfrm>
              <a:off x="4283550" y="1992300"/>
              <a:ext cx="31000" cy="30675"/>
            </a:xfrm>
            <a:custGeom>
              <a:avLst/>
              <a:gdLst/>
              <a:ahLst/>
              <a:cxnLst/>
              <a:rect l="l" t="t" r="r" b="b"/>
              <a:pathLst>
                <a:path w="1240" h="1227" extrusionOk="0">
                  <a:moveTo>
                    <a:pt x="633" y="0"/>
                  </a:moveTo>
                  <a:cubicBezTo>
                    <a:pt x="500" y="0"/>
                    <a:pt x="370" y="46"/>
                    <a:pt x="263" y="133"/>
                  </a:cubicBezTo>
                  <a:cubicBezTo>
                    <a:pt x="191" y="193"/>
                    <a:pt x="156" y="252"/>
                    <a:pt x="108" y="324"/>
                  </a:cubicBezTo>
                  <a:cubicBezTo>
                    <a:pt x="108" y="347"/>
                    <a:pt x="96" y="359"/>
                    <a:pt x="96" y="359"/>
                  </a:cubicBezTo>
                  <a:cubicBezTo>
                    <a:pt x="1" y="538"/>
                    <a:pt x="1" y="740"/>
                    <a:pt x="96" y="907"/>
                  </a:cubicBezTo>
                  <a:cubicBezTo>
                    <a:pt x="144" y="978"/>
                    <a:pt x="203" y="1062"/>
                    <a:pt x="275" y="1109"/>
                  </a:cubicBezTo>
                  <a:cubicBezTo>
                    <a:pt x="287" y="1133"/>
                    <a:pt x="299" y="1133"/>
                    <a:pt x="322" y="1145"/>
                  </a:cubicBezTo>
                  <a:cubicBezTo>
                    <a:pt x="421" y="1200"/>
                    <a:pt x="527" y="1227"/>
                    <a:pt x="631" y="1227"/>
                  </a:cubicBezTo>
                  <a:cubicBezTo>
                    <a:pt x="842" y="1227"/>
                    <a:pt x="1044" y="1118"/>
                    <a:pt x="1156" y="919"/>
                  </a:cubicBezTo>
                  <a:cubicBezTo>
                    <a:pt x="1191" y="835"/>
                    <a:pt x="1227" y="740"/>
                    <a:pt x="1239" y="657"/>
                  </a:cubicBezTo>
                  <a:cubicBezTo>
                    <a:pt x="1239" y="562"/>
                    <a:pt x="1227" y="478"/>
                    <a:pt x="1191" y="383"/>
                  </a:cubicBezTo>
                  <a:cubicBezTo>
                    <a:pt x="1156" y="264"/>
                    <a:pt x="1061" y="157"/>
                    <a:pt x="941" y="85"/>
                  </a:cubicBezTo>
                  <a:cubicBezTo>
                    <a:pt x="842" y="28"/>
                    <a:pt x="737" y="0"/>
                    <a:pt x="63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09" name="Google Shape;1909;p16"/>
          <p:cNvGrpSpPr/>
          <p:nvPr/>
        </p:nvGrpSpPr>
        <p:grpSpPr>
          <a:xfrm rot="5400000" flipH="1">
            <a:off x="7221312" y="3170518"/>
            <a:ext cx="1807469" cy="1928995"/>
            <a:chOff x="4060900" y="1586625"/>
            <a:chExt cx="982000" cy="1048025"/>
          </a:xfrm>
        </p:grpSpPr>
        <p:sp>
          <p:nvSpPr>
            <p:cNvPr id="1910" name="Google Shape;1910;p16"/>
            <p:cNvSpPr/>
            <p:nvPr/>
          </p:nvSpPr>
          <p:spPr>
            <a:xfrm>
              <a:off x="4535675" y="1586625"/>
              <a:ext cx="155700" cy="223875"/>
            </a:xfrm>
            <a:custGeom>
              <a:avLst/>
              <a:gdLst/>
              <a:ahLst/>
              <a:cxnLst/>
              <a:rect l="l" t="t" r="r" b="b"/>
              <a:pathLst>
                <a:path w="6228" h="8955" extrusionOk="0">
                  <a:moveTo>
                    <a:pt x="0" y="1"/>
                  </a:moveTo>
                  <a:lnTo>
                    <a:pt x="5918" y="8859"/>
                  </a:lnTo>
                  <a:lnTo>
                    <a:pt x="6037" y="8954"/>
                  </a:lnTo>
                  <a:cubicBezTo>
                    <a:pt x="6096" y="8907"/>
                    <a:pt x="6156" y="8871"/>
                    <a:pt x="6227" y="8847"/>
                  </a:cubicBezTo>
                  <a:lnTo>
                    <a:pt x="32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1" name="Google Shape;1911;p16"/>
            <p:cNvSpPr/>
            <p:nvPr/>
          </p:nvSpPr>
          <p:spPr>
            <a:xfrm>
              <a:off x="4392200" y="1586625"/>
              <a:ext cx="25025" cy="13125"/>
            </a:xfrm>
            <a:custGeom>
              <a:avLst/>
              <a:gdLst/>
              <a:ahLst/>
              <a:cxnLst/>
              <a:rect l="l" t="t" r="r" b="b"/>
              <a:pathLst>
                <a:path w="1001" h="525" extrusionOk="0">
                  <a:moveTo>
                    <a:pt x="525" y="1"/>
                  </a:moveTo>
                  <a:lnTo>
                    <a:pt x="1" y="358"/>
                  </a:lnTo>
                  <a:lnTo>
                    <a:pt x="239" y="525"/>
                  </a:lnTo>
                  <a:lnTo>
                    <a:pt x="100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2" name="Google Shape;1912;p16"/>
            <p:cNvSpPr/>
            <p:nvPr/>
          </p:nvSpPr>
          <p:spPr>
            <a:xfrm>
              <a:off x="4244875" y="1599725"/>
              <a:ext cx="147950" cy="103625"/>
            </a:xfrm>
            <a:custGeom>
              <a:avLst/>
              <a:gdLst/>
              <a:ahLst/>
              <a:cxnLst/>
              <a:rect l="l" t="t" r="r" b="b"/>
              <a:pathLst>
                <a:path w="5918" h="4145" extrusionOk="0">
                  <a:moveTo>
                    <a:pt x="5679" y="1"/>
                  </a:moveTo>
                  <a:lnTo>
                    <a:pt x="0" y="3918"/>
                  </a:lnTo>
                  <a:cubicBezTo>
                    <a:pt x="60" y="3977"/>
                    <a:pt x="119" y="4049"/>
                    <a:pt x="155" y="4144"/>
                  </a:cubicBezTo>
                  <a:lnTo>
                    <a:pt x="5917" y="179"/>
                  </a:lnTo>
                  <a:lnTo>
                    <a:pt x="567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3" name="Google Shape;1913;p16"/>
            <p:cNvSpPr/>
            <p:nvPr/>
          </p:nvSpPr>
          <p:spPr>
            <a:xfrm>
              <a:off x="4368975" y="1586625"/>
              <a:ext cx="317625" cy="228925"/>
            </a:xfrm>
            <a:custGeom>
              <a:avLst/>
              <a:gdLst/>
              <a:ahLst/>
              <a:cxnLst/>
              <a:rect l="l" t="t" r="r" b="b"/>
              <a:pathLst>
                <a:path w="12705" h="9157" extrusionOk="0">
                  <a:moveTo>
                    <a:pt x="1" y="1"/>
                  </a:moveTo>
                  <a:lnTo>
                    <a:pt x="715" y="525"/>
                  </a:lnTo>
                  <a:lnTo>
                    <a:pt x="930" y="691"/>
                  </a:lnTo>
                  <a:lnTo>
                    <a:pt x="12538" y="9157"/>
                  </a:lnTo>
                  <a:cubicBezTo>
                    <a:pt x="12538" y="9145"/>
                    <a:pt x="12550" y="9145"/>
                    <a:pt x="12550" y="9133"/>
                  </a:cubicBezTo>
                  <a:cubicBezTo>
                    <a:pt x="12598" y="9050"/>
                    <a:pt x="12645" y="8990"/>
                    <a:pt x="12705" y="8954"/>
                  </a:cubicBezTo>
                  <a:lnTo>
                    <a:pt x="12586" y="8859"/>
                  </a:lnTo>
                  <a:lnTo>
                    <a:pt x="1168" y="525"/>
                  </a:lnTo>
                  <a:lnTo>
                    <a:pt x="930" y="358"/>
                  </a:lnTo>
                  <a:lnTo>
                    <a:pt x="44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4" name="Google Shape;1914;p16"/>
            <p:cNvSpPr/>
            <p:nvPr/>
          </p:nvSpPr>
          <p:spPr>
            <a:xfrm>
              <a:off x="4224025" y="1586625"/>
              <a:ext cx="14025" cy="106900"/>
            </a:xfrm>
            <a:custGeom>
              <a:avLst/>
              <a:gdLst/>
              <a:ahLst/>
              <a:cxnLst/>
              <a:rect l="l" t="t" r="r" b="b"/>
              <a:pathLst>
                <a:path w="561" h="4276" extrusionOk="0">
                  <a:moveTo>
                    <a:pt x="1" y="1"/>
                  </a:moveTo>
                  <a:lnTo>
                    <a:pt x="286" y="4275"/>
                  </a:lnTo>
                  <a:cubicBezTo>
                    <a:pt x="334" y="4269"/>
                    <a:pt x="379" y="4266"/>
                    <a:pt x="423" y="4266"/>
                  </a:cubicBezTo>
                  <a:cubicBezTo>
                    <a:pt x="468" y="4266"/>
                    <a:pt x="513" y="4269"/>
                    <a:pt x="560" y="4275"/>
                  </a:cubicBezTo>
                  <a:lnTo>
                    <a:pt x="27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5" name="Google Shape;1915;p16"/>
            <p:cNvSpPr/>
            <p:nvPr/>
          </p:nvSpPr>
          <p:spPr>
            <a:xfrm>
              <a:off x="4149025" y="1586625"/>
              <a:ext cx="80975" cy="110475"/>
            </a:xfrm>
            <a:custGeom>
              <a:avLst/>
              <a:gdLst/>
              <a:ahLst/>
              <a:cxnLst/>
              <a:rect l="l" t="t" r="r" b="b"/>
              <a:pathLst>
                <a:path w="3239" h="4419" extrusionOk="0">
                  <a:moveTo>
                    <a:pt x="0" y="1"/>
                  </a:moveTo>
                  <a:lnTo>
                    <a:pt x="3001" y="4418"/>
                  </a:lnTo>
                  <a:cubicBezTo>
                    <a:pt x="3084" y="4370"/>
                    <a:pt x="3155" y="4323"/>
                    <a:pt x="3239" y="4287"/>
                  </a:cubicBezTo>
                  <a:lnTo>
                    <a:pt x="32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6" name="Google Shape;1916;p16"/>
            <p:cNvSpPr/>
            <p:nvPr/>
          </p:nvSpPr>
          <p:spPr>
            <a:xfrm>
              <a:off x="4705925" y="1827450"/>
              <a:ext cx="298275" cy="234875"/>
            </a:xfrm>
            <a:custGeom>
              <a:avLst/>
              <a:gdLst/>
              <a:ahLst/>
              <a:cxnLst/>
              <a:rect l="l" t="t" r="r" b="b"/>
              <a:pathLst>
                <a:path w="11931" h="9395" extrusionOk="0">
                  <a:moveTo>
                    <a:pt x="144" y="0"/>
                  </a:moveTo>
                  <a:lnTo>
                    <a:pt x="108" y="95"/>
                  </a:lnTo>
                  <a:cubicBezTo>
                    <a:pt x="96" y="131"/>
                    <a:pt x="48" y="191"/>
                    <a:pt x="1" y="226"/>
                  </a:cubicBezTo>
                  <a:lnTo>
                    <a:pt x="11776" y="9394"/>
                  </a:lnTo>
                  <a:cubicBezTo>
                    <a:pt x="11776" y="9394"/>
                    <a:pt x="11776" y="9382"/>
                    <a:pt x="11788" y="9382"/>
                  </a:cubicBezTo>
                  <a:cubicBezTo>
                    <a:pt x="11836" y="9299"/>
                    <a:pt x="11871" y="9239"/>
                    <a:pt x="11931" y="9180"/>
                  </a:cubicBezTo>
                  <a:lnTo>
                    <a:pt x="14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7" name="Google Shape;1917;p16"/>
            <p:cNvSpPr/>
            <p:nvPr/>
          </p:nvSpPr>
          <p:spPr>
            <a:xfrm>
              <a:off x="4240700" y="1717600"/>
              <a:ext cx="163125" cy="235475"/>
            </a:xfrm>
            <a:custGeom>
              <a:avLst/>
              <a:gdLst/>
              <a:ahLst/>
              <a:cxnLst/>
              <a:rect l="l" t="t" r="r" b="b"/>
              <a:pathLst>
                <a:path w="6525" h="9419" extrusionOk="0">
                  <a:moveTo>
                    <a:pt x="215" y="1"/>
                  </a:moveTo>
                  <a:cubicBezTo>
                    <a:pt x="155" y="84"/>
                    <a:pt x="84" y="120"/>
                    <a:pt x="0" y="167"/>
                  </a:cubicBezTo>
                  <a:lnTo>
                    <a:pt x="6287" y="9418"/>
                  </a:lnTo>
                  <a:cubicBezTo>
                    <a:pt x="6299" y="9407"/>
                    <a:pt x="6334" y="9383"/>
                    <a:pt x="6358" y="9371"/>
                  </a:cubicBezTo>
                  <a:cubicBezTo>
                    <a:pt x="6418" y="9323"/>
                    <a:pt x="6465" y="9311"/>
                    <a:pt x="6525" y="9287"/>
                  </a:cubicBezTo>
                  <a:lnTo>
                    <a:pt x="21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8" name="Google Shape;1918;p16"/>
            <p:cNvSpPr/>
            <p:nvPr/>
          </p:nvSpPr>
          <p:spPr>
            <a:xfrm>
              <a:off x="4165400" y="1884000"/>
              <a:ext cx="124725" cy="117300"/>
            </a:xfrm>
            <a:custGeom>
              <a:avLst/>
              <a:gdLst/>
              <a:ahLst/>
              <a:cxnLst/>
              <a:rect l="l" t="t" r="r" b="b"/>
              <a:pathLst>
                <a:path w="4989" h="4692" extrusionOk="0">
                  <a:moveTo>
                    <a:pt x="191" y="0"/>
                  </a:moveTo>
                  <a:cubicBezTo>
                    <a:pt x="143" y="72"/>
                    <a:pt x="72" y="131"/>
                    <a:pt x="0" y="179"/>
                  </a:cubicBezTo>
                  <a:lnTo>
                    <a:pt x="4822" y="4691"/>
                  </a:lnTo>
                  <a:cubicBezTo>
                    <a:pt x="4822" y="4679"/>
                    <a:pt x="4834" y="4656"/>
                    <a:pt x="4834" y="4656"/>
                  </a:cubicBezTo>
                  <a:cubicBezTo>
                    <a:pt x="4882" y="4584"/>
                    <a:pt x="4917" y="4536"/>
                    <a:pt x="4989" y="4501"/>
                  </a:cubicBezTo>
                  <a:lnTo>
                    <a:pt x="19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9" name="Google Shape;1919;p16"/>
            <p:cNvSpPr/>
            <p:nvPr/>
          </p:nvSpPr>
          <p:spPr>
            <a:xfrm>
              <a:off x="4415725" y="1825350"/>
              <a:ext cx="268800" cy="134875"/>
            </a:xfrm>
            <a:custGeom>
              <a:avLst/>
              <a:gdLst/>
              <a:ahLst/>
              <a:cxnLst/>
              <a:rect l="l" t="t" r="r" b="b"/>
              <a:pathLst>
                <a:path w="10752" h="5395" extrusionOk="0">
                  <a:moveTo>
                    <a:pt x="10633" y="1"/>
                  </a:moveTo>
                  <a:lnTo>
                    <a:pt x="0" y="5144"/>
                  </a:lnTo>
                  <a:cubicBezTo>
                    <a:pt x="12" y="5156"/>
                    <a:pt x="12" y="5180"/>
                    <a:pt x="36" y="5180"/>
                  </a:cubicBezTo>
                  <a:cubicBezTo>
                    <a:pt x="72" y="5251"/>
                    <a:pt x="107" y="5323"/>
                    <a:pt x="107" y="5394"/>
                  </a:cubicBezTo>
                  <a:lnTo>
                    <a:pt x="10752" y="239"/>
                  </a:lnTo>
                  <a:cubicBezTo>
                    <a:pt x="10680" y="155"/>
                    <a:pt x="10656" y="84"/>
                    <a:pt x="1063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0" name="Google Shape;1920;p16"/>
            <p:cNvSpPr/>
            <p:nvPr/>
          </p:nvSpPr>
          <p:spPr>
            <a:xfrm>
              <a:off x="4410950" y="1967925"/>
              <a:ext cx="78325" cy="111950"/>
            </a:xfrm>
            <a:custGeom>
              <a:avLst/>
              <a:gdLst/>
              <a:ahLst/>
              <a:cxnLst/>
              <a:rect l="l" t="t" r="r" b="b"/>
              <a:pathLst>
                <a:path w="3133" h="4478" extrusionOk="0">
                  <a:moveTo>
                    <a:pt x="203" y="1"/>
                  </a:moveTo>
                  <a:cubicBezTo>
                    <a:pt x="179" y="48"/>
                    <a:pt x="132" y="96"/>
                    <a:pt x="72" y="144"/>
                  </a:cubicBezTo>
                  <a:cubicBezTo>
                    <a:pt x="36" y="156"/>
                    <a:pt x="25" y="167"/>
                    <a:pt x="1" y="179"/>
                  </a:cubicBezTo>
                  <a:lnTo>
                    <a:pt x="2870" y="4477"/>
                  </a:lnTo>
                  <a:cubicBezTo>
                    <a:pt x="2965" y="4442"/>
                    <a:pt x="3049" y="4418"/>
                    <a:pt x="3132" y="4394"/>
                  </a:cubicBez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1" name="Google Shape;1921;p16"/>
            <p:cNvSpPr/>
            <p:nvPr/>
          </p:nvSpPr>
          <p:spPr>
            <a:xfrm>
              <a:off x="4061200" y="212390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2" name="Google Shape;1922;p16"/>
            <p:cNvSpPr/>
            <p:nvPr/>
          </p:nvSpPr>
          <p:spPr>
            <a:xfrm>
              <a:off x="4060900" y="2121825"/>
              <a:ext cx="25" cy="25"/>
            </a:xfrm>
            <a:custGeom>
              <a:avLst/>
              <a:gdLst/>
              <a:ahLst/>
              <a:cxnLst/>
              <a:rect l="l" t="t" r="r" b="b"/>
              <a:pathLst>
                <a:path w="1" h="1" extrusionOk="0">
                  <a:moveTo>
                    <a:pt x="1" y="0"/>
                  </a:move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3" name="Google Shape;1923;p16"/>
            <p:cNvSpPr/>
            <p:nvPr/>
          </p:nvSpPr>
          <p:spPr>
            <a:xfrm>
              <a:off x="4060900" y="212300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4" name="Google Shape;1924;p16"/>
            <p:cNvSpPr/>
            <p:nvPr/>
          </p:nvSpPr>
          <p:spPr>
            <a:xfrm>
              <a:off x="4313325" y="1964350"/>
              <a:ext cx="84550" cy="44675"/>
            </a:xfrm>
            <a:custGeom>
              <a:avLst/>
              <a:gdLst/>
              <a:ahLst/>
              <a:cxnLst/>
              <a:rect l="l" t="t" r="r" b="b"/>
              <a:pathLst>
                <a:path w="3382" h="1787" extrusionOk="0">
                  <a:moveTo>
                    <a:pt x="3263" y="1"/>
                  </a:moveTo>
                  <a:lnTo>
                    <a:pt x="0" y="1513"/>
                  </a:lnTo>
                  <a:cubicBezTo>
                    <a:pt x="48" y="1608"/>
                    <a:pt x="60" y="1703"/>
                    <a:pt x="48" y="1787"/>
                  </a:cubicBezTo>
                  <a:lnTo>
                    <a:pt x="3382" y="227"/>
                  </a:lnTo>
                  <a:cubicBezTo>
                    <a:pt x="3358" y="191"/>
                    <a:pt x="3334" y="179"/>
                    <a:pt x="3322" y="144"/>
                  </a:cubicBezTo>
                  <a:cubicBezTo>
                    <a:pt x="3287" y="108"/>
                    <a:pt x="3263" y="49"/>
                    <a:pt x="326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5" name="Google Shape;1925;p16"/>
            <p:cNvSpPr/>
            <p:nvPr/>
          </p:nvSpPr>
          <p:spPr>
            <a:xfrm>
              <a:off x="4068650" y="2015250"/>
              <a:ext cx="221775" cy="104225"/>
            </a:xfrm>
            <a:custGeom>
              <a:avLst/>
              <a:gdLst/>
              <a:ahLst/>
              <a:cxnLst/>
              <a:rect l="l" t="t" r="r" b="b"/>
              <a:pathLst>
                <a:path w="8871" h="4169" extrusionOk="0">
                  <a:moveTo>
                    <a:pt x="8692" y="1"/>
                  </a:moveTo>
                  <a:lnTo>
                    <a:pt x="48" y="4049"/>
                  </a:lnTo>
                  <a:lnTo>
                    <a:pt x="1" y="4168"/>
                  </a:lnTo>
                  <a:lnTo>
                    <a:pt x="1" y="4168"/>
                  </a:lnTo>
                  <a:lnTo>
                    <a:pt x="477" y="4144"/>
                  </a:lnTo>
                  <a:lnTo>
                    <a:pt x="8871" y="215"/>
                  </a:lnTo>
                  <a:cubicBezTo>
                    <a:pt x="8787" y="156"/>
                    <a:pt x="8740" y="84"/>
                    <a:pt x="8692"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6" name="Google Shape;1926;p16"/>
            <p:cNvSpPr/>
            <p:nvPr/>
          </p:nvSpPr>
          <p:spPr>
            <a:xfrm>
              <a:off x="4060900" y="2122125"/>
              <a:ext cx="25" cy="900"/>
            </a:xfrm>
            <a:custGeom>
              <a:avLst/>
              <a:gdLst/>
              <a:ahLst/>
              <a:cxnLst/>
              <a:rect l="l" t="t" r="r" b="b"/>
              <a:pathLst>
                <a:path w="1" h="36" extrusionOk="0">
                  <a:moveTo>
                    <a:pt x="1" y="36"/>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7" name="Google Shape;1927;p16"/>
            <p:cNvSpPr/>
            <p:nvPr/>
          </p:nvSpPr>
          <p:spPr>
            <a:xfrm>
              <a:off x="4060900" y="212330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8" name="Google Shape;1928;p16"/>
            <p:cNvSpPr/>
            <p:nvPr/>
          </p:nvSpPr>
          <p:spPr>
            <a:xfrm>
              <a:off x="4060900" y="2123000"/>
              <a:ext cx="25" cy="25"/>
            </a:xfrm>
            <a:custGeom>
              <a:avLst/>
              <a:gdLst/>
              <a:ahLst/>
              <a:cxnLst/>
              <a:rect l="l" t="t" r="r" b="b"/>
              <a:pathLst>
                <a:path w="1" h="1" extrusionOk="0">
                  <a:moveTo>
                    <a:pt x="1" y="1"/>
                  </a:moveTo>
                  <a:lnTo>
                    <a:pt x="1" y="1"/>
                  </a:ln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9" name="Google Shape;1929;p16"/>
            <p:cNvSpPr/>
            <p:nvPr/>
          </p:nvSpPr>
          <p:spPr>
            <a:xfrm>
              <a:off x="4060900" y="1888450"/>
              <a:ext cx="92900" cy="233400"/>
            </a:xfrm>
            <a:custGeom>
              <a:avLst/>
              <a:gdLst/>
              <a:ahLst/>
              <a:cxnLst/>
              <a:rect l="l" t="t" r="r" b="b"/>
              <a:pathLst>
                <a:path w="3716" h="9336" extrusionOk="0">
                  <a:moveTo>
                    <a:pt x="3466" y="1"/>
                  </a:moveTo>
                  <a:lnTo>
                    <a:pt x="22" y="9278"/>
                  </a:lnTo>
                  <a:lnTo>
                    <a:pt x="37" y="9264"/>
                  </a:lnTo>
                  <a:lnTo>
                    <a:pt x="108" y="9264"/>
                  </a:lnTo>
                  <a:lnTo>
                    <a:pt x="322" y="9240"/>
                  </a:lnTo>
                  <a:lnTo>
                    <a:pt x="370" y="9121"/>
                  </a:lnTo>
                  <a:lnTo>
                    <a:pt x="3716" y="108"/>
                  </a:lnTo>
                  <a:cubicBezTo>
                    <a:pt x="3644" y="84"/>
                    <a:pt x="3549" y="60"/>
                    <a:pt x="3478" y="13"/>
                  </a:cubicBezTo>
                  <a:cubicBezTo>
                    <a:pt x="3478" y="13"/>
                    <a:pt x="3466" y="13"/>
                    <a:pt x="3466" y="1"/>
                  </a:cubicBezTo>
                  <a:close/>
                  <a:moveTo>
                    <a:pt x="22" y="9278"/>
                  </a:moveTo>
                  <a:lnTo>
                    <a:pt x="13" y="9288"/>
                  </a:lnTo>
                  <a:lnTo>
                    <a:pt x="13" y="9300"/>
                  </a:lnTo>
                  <a:cubicBezTo>
                    <a:pt x="13" y="9300"/>
                    <a:pt x="1" y="9323"/>
                    <a:pt x="1" y="9335"/>
                  </a:cubicBezTo>
                  <a:lnTo>
                    <a:pt x="22" y="9278"/>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0" name="Google Shape;1930;p16"/>
            <p:cNvSpPr/>
            <p:nvPr/>
          </p:nvSpPr>
          <p:spPr>
            <a:xfrm>
              <a:off x="4060900" y="2123600"/>
              <a:ext cx="325" cy="325"/>
            </a:xfrm>
            <a:custGeom>
              <a:avLst/>
              <a:gdLst/>
              <a:ahLst/>
              <a:cxnLst/>
              <a:rect l="l" t="t" r="r" b="b"/>
              <a:pathLst>
                <a:path w="13" h="13" extrusionOk="0">
                  <a:moveTo>
                    <a:pt x="1" y="1"/>
                  </a:moveTo>
                  <a:cubicBezTo>
                    <a:pt x="1" y="13"/>
                    <a:pt x="1" y="13"/>
                    <a:pt x="1" y="1"/>
                  </a:cubicBezTo>
                  <a:cubicBezTo>
                    <a:pt x="13" y="13"/>
                    <a:pt x="13" y="13"/>
                    <a:pt x="1" y="1"/>
                  </a:cubicBezTo>
                  <a:cubicBezTo>
                    <a:pt x="1" y="13"/>
                    <a:pt x="1" y="13"/>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1" name="Google Shape;1931;p16"/>
            <p:cNvSpPr/>
            <p:nvPr/>
          </p:nvSpPr>
          <p:spPr>
            <a:xfrm>
              <a:off x="4061200" y="2124500"/>
              <a:ext cx="217925" cy="393825"/>
            </a:xfrm>
            <a:custGeom>
              <a:avLst/>
              <a:gdLst/>
              <a:ahLst/>
              <a:cxnLst/>
              <a:rect l="l" t="t" r="r" b="b"/>
              <a:pathLst>
                <a:path w="8717" h="15753" extrusionOk="0">
                  <a:moveTo>
                    <a:pt x="1" y="0"/>
                  </a:moveTo>
                  <a:cubicBezTo>
                    <a:pt x="3" y="8"/>
                    <a:pt x="7" y="15"/>
                    <a:pt x="13" y="22"/>
                  </a:cubicBezTo>
                  <a:lnTo>
                    <a:pt x="13" y="22"/>
                  </a:lnTo>
                  <a:lnTo>
                    <a:pt x="1" y="0"/>
                  </a:lnTo>
                  <a:close/>
                  <a:moveTo>
                    <a:pt x="13" y="22"/>
                  </a:moveTo>
                  <a:lnTo>
                    <a:pt x="8478" y="15752"/>
                  </a:lnTo>
                  <a:cubicBezTo>
                    <a:pt x="8561" y="15717"/>
                    <a:pt x="8633" y="15669"/>
                    <a:pt x="8716" y="15633"/>
                  </a:cubicBezTo>
                  <a:lnTo>
                    <a:pt x="322" y="60"/>
                  </a:lnTo>
                  <a:lnTo>
                    <a:pt x="120" y="72"/>
                  </a:lnTo>
                  <a:cubicBezTo>
                    <a:pt x="73" y="72"/>
                    <a:pt x="33" y="49"/>
                    <a:pt x="13" y="2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2" name="Google Shape;1932;p16"/>
            <p:cNvSpPr/>
            <p:nvPr/>
          </p:nvSpPr>
          <p:spPr>
            <a:xfrm>
              <a:off x="4060900" y="2121825"/>
              <a:ext cx="25" cy="25"/>
            </a:xfrm>
            <a:custGeom>
              <a:avLst/>
              <a:gdLst/>
              <a:ahLst/>
              <a:cxnLst/>
              <a:rect l="l" t="t" r="r" b="b"/>
              <a:pathLst>
                <a:path w="1" h="1" extrusionOk="0">
                  <a:moveTo>
                    <a:pt x="1" y="0"/>
                  </a:moveTo>
                  <a:lnTo>
                    <a:pt x="1" y="0"/>
                  </a:lnTo>
                  <a:lnTo>
                    <a:pt x="1" y="0"/>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3" name="Google Shape;1933;p16"/>
            <p:cNvSpPr/>
            <p:nvPr/>
          </p:nvSpPr>
          <p:spPr>
            <a:xfrm>
              <a:off x="4060900" y="2123000"/>
              <a:ext cx="25" cy="325"/>
            </a:xfrm>
            <a:custGeom>
              <a:avLst/>
              <a:gdLst/>
              <a:ahLst/>
              <a:cxnLst/>
              <a:rect l="l" t="t" r="r" b="b"/>
              <a:pathLst>
                <a:path w="1" h="13" extrusionOk="0">
                  <a:moveTo>
                    <a:pt x="1" y="1"/>
                  </a:moveTo>
                  <a:lnTo>
                    <a:pt x="1" y="1"/>
                  </a:lnTo>
                  <a:cubicBezTo>
                    <a:pt x="1" y="13"/>
                    <a:pt x="1" y="13"/>
                    <a:pt x="1" y="1"/>
                  </a:cubicBezTo>
                  <a:cubicBezTo>
                    <a:pt x="1" y="13"/>
                    <a:pt x="1" y="13"/>
                    <a:pt x="1" y="1"/>
                  </a:cubicBezTo>
                  <a:cubicBezTo>
                    <a:pt x="1" y="13"/>
                    <a:pt x="1" y="13"/>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4" name="Google Shape;1934;p16"/>
            <p:cNvSpPr/>
            <p:nvPr/>
          </p:nvSpPr>
          <p:spPr>
            <a:xfrm>
              <a:off x="4062400" y="2119775"/>
              <a:ext cx="325" cy="275"/>
            </a:xfrm>
            <a:custGeom>
              <a:avLst/>
              <a:gdLst/>
              <a:ahLst/>
              <a:cxnLst/>
              <a:rect l="l" t="t" r="r" b="b"/>
              <a:pathLst>
                <a:path w="13" h="11" extrusionOk="0">
                  <a:moveTo>
                    <a:pt x="12" y="0"/>
                  </a:moveTo>
                  <a:cubicBezTo>
                    <a:pt x="11" y="0"/>
                    <a:pt x="8" y="11"/>
                    <a:pt x="1" y="11"/>
                  </a:cubicBezTo>
                  <a:lnTo>
                    <a:pt x="12" y="11"/>
                  </a:lnTo>
                  <a:cubicBezTo>
                    <a:pt x="12" y="3"/>
                    <a:pt x="12" y="0"/>
                    <a:pt x="1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5" name="Google Shape;1935;p16"/>
            <p:cNvSpPr/>
            <p:nvPr/>
          </p:nvSpPr>
          <p:spPr>
            <a:xfrm>
              <a:off x="4061200" y="2120625"/>
              <a:ext cx="25" cy="325"/>
            </a:xfrm>
            <a:custGeom>
              <a:avLst/>
              <a:gdLst/>
              <a:ahLst/>
              <a:cxnLst/>
              <a:rect l="l" t="t" r="r" b="b"/>
              <a:pathLst>
                <a:path w="1" h="13" extrusionOk="0">
                  <a:moveTo>
                    <a:pt x="1" y="13"/>
                  </a:moveTo>
                  <a:cubicBezTo>
                    <a:pt x="1" y="13"/>
                    <a:pt x="1" y="1"/>
                    <a:pt x="1" y="13"/>
                  </a:cubicBezTo>
                  <a:cubicBezTo>
                    <a:pt x="1" y="1"/>
                    <a:pt x="1" y="13"/>
                    <a:pt x="1"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6" name="Google Shape;1936;p16"/>
            <p:cNvSpPr/>
            <p:nvPr/>
          </p:nvSpPr>
          <p:spPr>
            <a:xfrm>
              <a:off x="4062400" y="2120025"/>
              <a:ext cx="25" cy="25"/>
            </a:xfrm>
            <a:custGeom>
              <a:avLst/>
              <a:gdLst/>
              <a:ahLst/>
              <a:cxnLst/>
              <a:rect l="l" t="t" r="r" b="b"/>
              <a:pathLst>
                <a:path w="1" h="1" extrusionOk="0">
                  <a:moveTo>
                    <a:pt x="1" y="1"/>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7" name="Google Shape;1937;p16"/>
            <p:cNvSpPr/>
            <p:nvPr/>
          </p:nvSpPr>
          <p:spPr>
            <a:xfrm>
              <a:off x="4063000" y="21194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8" name="Google Shape;1938;p16"/>
            <p:cNvSpPr/>
            <p:nvPr/>
          </p:nvSpPr>
          <p:spPr>
            <a:xfrm>
              <a:off x="4348750" y="2085200"/>
              <a:ext cx="488175" cy="446225"/>
            </a:xfrm>
            <a:custGeom>
              <a:avLst/>
              <a:gdLst/>
              <a:ahLst/>
              <a:cxnLst/>
              <a:rect l="l" t="t" r="r" b="b"/>
              <a:pathLst>
                <a:path w="19527" h="17849" extrusionOk="0">
                  <a:moveTo>
                    <a:pt x="19515" y="1"/>
                  </a:moveTo>
                  <a:lnTo>
                    <a:pt x="19217" y="25"/>
                  </a:lnTo>
                  <a:lnTo>
                    <a:pt x="0" y="17658"/>
                  </a:lnTo>
                  <a:cubicBezTo>
                    <a:pt x="60" y="17717"/>
                    <a:pt x="119" y="17777"/>
                    <a:pt x="179" y="17848"/>
                  </a:cubicBezTo>
                  <a:lnTo>
                    <a:pt x="19479" y="144"/>
                  </a:lnTo>
                  <a:cubicBezTo>
                    <a:pt x="19527" y="108"/>
                    <a:pt x="19527" y="48"/>
                    <a:pt x="1951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9" name="Google Shape;1939;p16"/>
            <p:cNvSpPr/>
            <p:nvPr/>
          </p:nvSpPr>
          <p:spPr>
            <a:xfrm>
              <a:off x="4521375" y="2069725"/>
              <a:ext cx="477175" cy="31875"/>
            </a:xfrm>
            <a:custGeom>
              <a:avLst/>
              <a:gdLst/>
              <a:ahLst/>
              <a:cxnLst/>
              <a:rect l="l" t="t" r="r" b="b"/>
              <a:pathLst>
                <a:path w="19087" h="1275" extrusionOk="0">
                  <a:moveTo>
                    <a:pt x="19063" y="1"/>
                  </a:moveTo>
                  <a:lnTo>
                    <a:pt x="1" y="1013"/>
                  </a:lnTo>
                  <a:cubicBezTo>
                    <a:pt x="37" y="1096"/>
                    <a:pt x="60" y="1191"/>
                    <a:pt x="72" y="1275"/>
                  </a:cubicBezTo>
                  <a:lnTo>
                    <a:pt x="12324" y="620"/>
                  </a:lnTo>
                  <a:lnTo>
                    <a:pt x="12622" y="608"/>
                  </a:lnTo>
                  <a:lnTo>
                    <a:pt x="19087" y="263"/>
                  </a:lnTo>
                  <a:cubicBezTo>
                    <a:pt x="19063" y="179"/>
                    <a:pt x="19063" y="84"/>
                    <a:pt x="1906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0" name="Google Shape;1940;p16"/>
            <p:cNvSpPr/>
            <p:nvPr/>
          </p:nvSpPr>
          <p:spPr>
            <a:xfrm>
              <a:off x="4060900" y="2098000"/>
              <a:ext cx="405150" cy="28075"/>
            </a:xfrm>
            <a:custGeom>
              <a:avLst/>
              <a:gdLst/>
              <a:ahLst/>
              <a:cxnLst/>
              <a:rect l="l" t="t" r="r" b="b"/>
              <a:pathLst>
                <a:path w="16206" h="1123" extrusionOk="0">
                  <a:moveTo>
                    <a:pt x="16205" y="1"/>
                  </a:moveTo>
                  <a:lnTo>
                    <a:pt x="799" y="810"/>
                  </a:lnTo>
                  <a:lnTo>
                    <a:pt x="322" y="846"/>
                  </a:lnTo>
                  <a:lnTo>
                    <a:pt x="120" y="858"/>
                  </a:lnTo>
                  <a:lnTo>
                    <a:pt x="72" y="858"/>
                  </a:lnTo>
                  <a:cubicBezTo>
                    <a:pt x="61" y="858"/>
                    <a:pt x="61" y="858"/>
                    <a:pt x="37" y="882"/>
                  </a:cubicBezTo>
                  <a:lnTo>
                    <a:pt x="13" y="906"/>
                  </a:lnTo>
                  <a:lnTo>
                    <a:pt x="13" y="918"/>
                  </a:lnTo>
                  <a:cubicBezTo>
                    <a:pt x="13" y="941"/>
                    <a:pt x="1" y="941"/>
                    <a:pt x="1" y="953"/>
                  </a:cubicBezTo>
                  <a:lnTo>
                    <a:pt x="1" y="977"/>
                  </a:lnTo>
                  <a:lnTo>
                    <a:pt x="1" y="1001"/>
                  </a:lnTo>
                  <a:lnTo>
                    <a:pt x="1" y="1013"/>
                  </a:lnTo>
                  <a:lnTo>
                    <a:pt x="1" y="1025"/>
                  </a:lnTo>
                  <a:cubicBezTo>
                    <a:pt x="22" y="1087"/>
                    <a:pt x="70" y="1122"/>
                    <a:pt x="113" y="1122"/>
                  </a:cubicBezTo>
                  <a:cubicBezTo>
                    <a:pt x="120" y="1122"/>
                    <a:pt x="126" y="1121"/>
                    <a:pt x="132" y="1120"/>
                  </a:cubicBezTo>
                  <a:lnTo>
                    <a:pt x="334" y="1096"/>
                  </a:lnTo>
                  <a:lnTo>
                    <a:pt x="16146" y="263"/>
                  </a:lnTo>
                  <a:cubicBezTo>
                    <a:pt x="16146" y="179"/>
                    <a:pt x="16170" y="84"/>
                    <a:pt x="1620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1" name="Google Shape;1941;p16"/>
            <p:cNvSpPr/>
            <p:nvPr/>
          </p:nvSpPr>
          <p:spPr>
            <a:xfrm>
              <a:off x="4238325" y="2509150"/>
              <a:ext cx="136050" cy="125500"/>
            </a:xfrm>
            <a:custGeom>
              <a:avLst/>
              <a:gdLst/>
              <a:ahLst/>
              <a:cxnLst/>
              <a:rect l="l" t="t" r="r" b="b"/>
              <a:pathLst>
                <a:path w="5442" h="5020" extrusionOk="0">
                  <a:moveTo>
                    <a:pt x="2687" y="1"/>
                  </a:moveTo>
                  <a:cubicBezTo>
                    <a:pt x="2496" y="1"/>
                    <a:pt x="2302" y="23"/>
                    <a:pt x="2108" y="69"/>
                  </a:cubicBezTo>
                  <a:cubicBezTo>
                    <a:pt x="1953" y="116"/>
                    <a:pt x="1786" y="164"/>
                    <a:pt x="1631" y="235"/>
                  </a:cubicBezTo>
                  <a:cubicBezTo>
                    <a:pt x="1560" y="283"/>
                    <a:pt x="1476" y="307"/>
                    <a:pt x="1393" y="354"/>
                  </a:cubicBezTo>
                  <a:cubicBezTo>
                    <a:pt x="488" y="902"/>
                    <a:pt x="0" y="1998"/>
                    <a:pt x="250" y="3093"/>
                  </a:cubicBezTo>
                  <a:cubicBezTo>
                    <a:pt x="535" y="4252"/>
                    <a:pt x="1557" y="5020"/>
                    <a:pt x="2687" y="5020"/>
                  </a:cubicBezTo>
                  <a:cubicBezTo>
                    <a:pt x="2881" y="5020"/>
                    <a:pt x="3077" y="4997"/>
                    <a:pt x="3274" y="4950"/>
                  </a:cubicBezTo>
                  <a:cubicBezTo>
                    <a:pt x="4620" y="4629"/>
                    <a:pt x="5441" y="3271"/>
                    <a:pt x="5132" y="1938"/>
                  </a:cubicBezTo>
                  <a:cubicBezTo>
                    <a:pt x="5048" y="1533"/>
                    <a:pt x="4846" y="1188"/>
                    <a:pt x="4596" y="890"/>
                  </a:cubicBezTo>
                  <a:cubicBezTo>
                    <a:pt x="4548" y="819"/>
                    <a:pt x="4489" y="759"/>
                    <a:pt x="4417" y="700"/>
                  </a:cubicBezTo>
                  <a:cubicBezTo>
                    <a:pt x="3957" y="258"/>
                    <a:pt x="3340" y="1"/>
                    <a:pt x="26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2" name="Google Shape;1942;p16"/>
            <p:cNvSpPr/>
            <p:nvPr/>
          </p:nvSpPr>
          <p:spPr>
            <a:xfrm>
              <a:off x="4463650" y="2077450"/>
              <a:ext cx="61025" cy="59300"/>
            </a:xfrm>
            <a:custGeom>
              <a:avLst/>
              <a:gdLst/>
              <a:ahLst/>
              <a:cxnLst/>
              <a:rect l="l" t="t" r="r" b="b"/>
              <a:pathLst>
                <a:path w="2441" h="2372" extrusionOk="0">
                  <a:moveTo>
                    <a:pt x="1220" y="0"/>
                  </a:moveTo>
                  <a:cubicBezTo>
                    <a:pt x="1158" y="0"/>
                    <a:pt x="1097" y="5"/>
                    <a:pt x="1036" y="13"/>
                  </a:cubicBezTo>
                  <a:cubicBezTo>
                    <a:pt x="941" y="37"/>
                    <a:pt x="857" y="61"/>
                    <a:pt x="762" y="96"/>
                  </a:cubicBezTo>
                  <a:cubicBezTo>
                    <a:pt x="524" y="180"/>
                    <a:pt x="334" y="358"/>
                    <a:pt x="203" y="585"/>
                  </a:cubicBezTo>
                  <a:cubicBezTo>
                    <a:pt x="155" y="656"/>
                    <a:pt x="119" y="751"/>
                    <a:pt x="95" y="823"/>
                  </a:cubicBezTo>
                  <a:cubicBezTo>
                    <a:pt x="60" y="906"/>
                    <a:pt x="48" y="1001"/>
                    <a:pt x="36" y="1085"/>
                  </a:cubicBezTo>
                  <a:cubicBezTo>
                    <a:pt x="0" y="1537"/>
                    <a:pt x="214" y="1966"/>
                    <a:pt x="619" y="2204"/>
                  </a:cubicBezTo>
                  <a:cubicBezTo>
                    <a:pt x="809" y="2317"/>
                    <a:pt x="1018" y="2371"/>
                    <a:pt x="1224" y="2371"/>
                  </a:cubicBezTo>
                  <a:cubicBezTo>
                    <a:pt x="1627" y="2371"/>
                    <a:pt x="2022" y="2165"/>
                    <a:pt x="2250" y="1787"/>
                  </a:cubicBezTo>
                  <a:cubicBezTo>
                    <a:pt x="2405" y="1537"/>
                    <a:pt x="2441" y="1239"/>
                    <a:pt x="2405" y="966"/>
                  </a:cubicBezTo>
                  <a:cubicBezTo>
                    <a:pt x="2381" y="882"/>
                    <a:pt x="2358" y="787"/>
                    <a:pt x="2322" y="704"/>
                  </a:cubicBezTo>
                  <a:cubicBezTo>
                    <a:pt x="2203" y="489"/>
                    <a:pt x="2048" y="299"/>
                    <a:pt x="1822" y="168"/>
                  </a:cubicBezTo>
                  <a:cubicBezTo>
                    <a:pt x="1630" y="49"/>
                    <a:pt x="1424" y="0"/>
                    <a:pt x="122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3" name="Google Shape;1943;p16"/>
            <p:cNvSpPr/>
            <p:nvPr/>
          </p:nvSpPr>
          <p:spPr>
            <a:xfrm>
              <a:off x="4997625" y="2051475"/>
              <a:ext cx="45275" cy="42075"/>
            </a:xfrm>
            <a:custGeom>
              <a:avLst/>
              <a:gdLst/>
              <a:ahLst/>
              <a:cxnLst/>
              <a:rect l="l" t="t" r="r" b="b"/>
              <a:pathLst>
                <a:path w="1811" h="1683" extrusionOk="0">
                  <a:moveTo>
                    <a:pt x="852" y="1"/>
                  </a:moveTo>
                  <a:cubicBezTo>
                    <a:pt x="643" y="1"/>
                    <a:pt x="440" y="79"/>
                    <a:pt x="287" y="219"/>
                  </a:cubicBezTo>
                  <a:cubicBezTo>
                    <a:pt x="227" y="278"/>
                    <a:pt x="180" y="338"/>
                    <a:pt x="132" y="421"/>
                  </a:cubicBezTo>
                  <a:cubicBezTo>
                    <a:pt x="120" y="421"/>
                    <a:pt x="120" y="433"/>
                    <a:pt x="120" y="433"/>
                  </a:cubicBezTo>
                  <a:cubicBezTo>
                    <a:pt x="60" y="516"/>
                    <a:pt x="37" y="624"/>
                    <a:pt x="13" y="731"/>
                  </a:cubicBezTo>
                  <a:cubicBezTo>
                    <a:pt x="1" y="814"/>
                    <a:pt x="13" y="909"/>
                    <a:pt x="25" y="993"/>
                  </a:cubicBezTo>
                  <a:cubicBezTo>
                    <a:pt x="72" y="1219"/>
                    <a:pt x="203" y="1433"/>
                    <a:pt x="430" y="1564"/>
                  </a:cubicBezTo>
                  <a:cubicBezTo>
                    <a:pt x="566" y="1644"/>
                    <a:pt x="716" y="1683"/>
                    <a:pt x="864" y="1683"/>
                  </a:cubicBezTo>
                  <a:cubicBezTo>
                    <a:pt x="1154" y="1683"/>
                    <a:pt x="1435" y="1535"/>
                    <a:pt x="1584" y="1266"/>
                  </a:cubicBezTo>
                  <a:cubicBezTo>
                    <a:pt x="1811" y="874"/>
                    <a:pt x="1680" y="362"/>
                    <a:pt x="1287" y="123"/>
                  </a:cubicBezTo>
                  <a:cubicBezTo>
                    <a:pt x="1149" y="40"/>
                    <a:pt x="999" y="1"/>
                    <a:pt x="85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4" name="Google Shape;1944;p16"/>
            <p:cNvSpPr/>
            <p:nvPr/>
          </p:nvSpPr>
          <p:spPr>
            <a:xfrm>
              <a:off x="4680925" y="1807100"/>
              <a:ext cx="31875" cy="29875"/>
            </a:xfrm>
            <a:custGeom>
              <a:avLst/>
              <a:gdLst/>
              <a:ahLst/>
              <a:cxnLst/>
              <a:rect l="l" t="t" r="r" b="b"/>
              <a:pathLst>
                <a:path w="1275" h="1195" extrusionOk="0">
                  <a:moveTo>
                    <a:pt x="613" y="1"/>
                  </a:moveTo>
                  <a:cubicBezTo>
                    <a:pt x="553" y="1"/>
                    <a:pt x="494" y="10"/>
                    <a:pt x="441" y="28"/>
                  </a:cubicBezTo>
                  <a:cubicBezTo>
                    <a:pt x="358" y="40"/>
                    <a:pt x="298" y="88"/>
                    <a:pt x="239" y="135"/>
                  </a:cubicBezTo>
                  <a:cubicBezTo>
                    <a:pt x="179" y="171"/>
                    <a:pt x="120" y="231"/>
                    <a:pt x="96" y="314"/>
                  </a:cubicBezTo>
                  <a:cubicBezTo>
                    <a:pt x="96" y="326"/>
                    <a:pt x="84" y="326"/>
                    <a:pt x="84" y="338"/>
                  </a:cubicBezTo>
                  <a:cubicBezTo>
                    <a:pt x="25" y="469"/>
                    <a:pt x="1" y="612"/>
                    <a:pt x="36" y="743"/>
                  </a:cubicBezTo>
                  <a:cubicBezTo>
                    <a:pt x="48" y="826"/>
                    <a:pt x="96" y="909"/>
                    <a:pt x="155" y="981"/>
                  </a:cubicBezTo>
                  <a:cubicBezTo>
                    <a:pt x="203" y="1040"/>
                    <a:pt x="263" y="1076"/>
                    <a:pt x="322" y="1112"/>
                  </a:cubicBezTo>
                  <a:cubicBezTo>
                    <a:pt x="423" y="1167"/>
                    <a:pt x="530" y="1195"/>
                    <a:pt x="634" y="1195"/>
                  </a:cubicBezTo>
                  <a:cubicBezTo>
                    <a:pt x="775" y="1195"/>
                    <a:pt x="910" y="1143"/>
                    <a:pt x="1013" y="1040"/>
                  </a:cubicBezTo>
                  <a:cubicBezTo>
                    <a:pt x="1060" y="993"/>
                    <a:pt x="1096" y="945"/>
                    <a:pt x="1120" y="909"/>
                  </a:cubicBezTo>
                  <a:lnTo>
                    <a:pt x="1168" y="814"/>
                  </a:lnTo>
                  <a:cubicBezTo>
                    <a:pt x="1275" y="540"/>
                    <a:pt x="1168" y="231"/>
                    <a:pt x="917" y="88"/>
                  </a:cubicBezTo>
                  <a:cubicBezTo>
                    <a:pt x="820" y="28"/>
                    <a:pt x="714" y="1"/>
                    <a:pt x="61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5" name="Google Shape;1945;p16"/>
            <p:cNvSpPr/>
            <p:nvPr/>
          </p:nvSpPr>
          <p:spPr>
            <a:xfrm>
              <a:off x="4217475" y="1692975"/>
              <a:ext cx="32775" cy="29775"/>
            </a:xfrm>
            <a:custGeom>
              <a:avLst/>
              <a:gdLst/>
              <a:ahLst/>
              <a:cxnLst/>
              <a:rect l="l" t="t" r="r" b="b"/>
              <a:pathLst>
                <a:path w="1311" h="1191" extrusionOk="0">
                  <a:moveTo>
                    <a:pt x="667" y="0"/>
                  </a:moveTo>
                  <a:cubicBezTo>
                    <a:pt x="623" y="0"/>
                    <a:pt x="578" y="3"/>
                    <a:pt x="536" y="9"/>
                  </a:cubicBezTo>
                  <a:cubicBezTo>
                    <a:pt x="525" y="9"/>
                    <a:pt x="501" y="21"/>
                    <a:pt x="489" y="21"/>
                  </a:cubicBezTo>
                  <a:cubicBezTo>
                    <a:pt x="405" y="57"/>
                    <a:pt x="322" y="93"/>
                    <a:pt x="263" y="152"/>
                  </a:cubicBezTo>
                  <a:cubicBezTo>
                    <a:pt x="227" y="200"/>
                    <a:pt x="191" y="236"/>
                    <a:pt x="167" y="295"/>
                  </a:cubicBezTo>
                  <a:cubicBezTo>
                    <a:pt x="1" y="569"/>
                    <a:pt x="84" y="950"/>
                    <a:pt x="370" y="1105"/>
                  </a:cubicBezTo>
                  <a:cubicBezTo>
                    <a:pt x="468" y="1164"/>
                    <a:pt x="570" y="1190"/>
                    <a:pt x="672" y="1190"/>
                  </a:cubicBezTo>
                  <a:cubicBezTo>
                    <a:pt x="754" y="1190"/>
                    <a:pt x="837" y="1173"/>
                    <a:pt x="917" y="1140"/>
                  </a:cubicBezTo>
                  <a:cubicBezTo>
                    <a:pt x="1013" y="1105"/>
                    <a:pt x="1084" y="1045"/>
                    <a:pt x="1144" y="986"/>
                  </a:cubicBezTo>
                  <a:cubicBezTo>
                    <a:pt x="1156" y="962"/>
                    <a:pt x="1191" y="926"/>
                    <a:pt x="1203" y="902"/>
                  </a:cubicBezTo>
                  <a:cubicBezTo>
                    <a:pt x="1298" y="736"/>
                    <a:pt x="1310" y="557"/>
                    <a:pt x="1251" y="390"/>
                  </a:cubicBezTo>
                  <a:cubicBezTo>
                    <a:pt x="1215" y="307"/>
                    <a:pt x="1179" y="236"/>
                    <a:pt x="1096" y="176"/>
                  </a:cubicBezTo>
                  <a:cubicBezTo>
                    <a:pt x="1072" y="140"/>
                    <a:pt x="1025" y="116"/>
                    <a:pt x="977" y="81"/>
                  </a:cubicBezTo>
                  <a:cubicBezTo>
                    <a:pt x="917" y="57"/>
                    <a:pt x="858" y="21"/>
                    <a:pt x="798" y="9"/>
                  </a:cubicBezTo>
                  <a:cubicBezTo>
                    <a:pt x="757" y="3"/>
                    <a:pt x="712" y="0"/>
                    <a:pt x="6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6" name="Google Shape;1946;p16"/>
            <p:cNvSpPr/>
            <p:nvPr/>
          </p:nvSpPr>
          <p:spPr>
            <a:xfrm>
              <a:off x="4181750" y="2480200"/>
              <a:ext cx="48250" cy="41975"/>
            </a:xfrm>
            <a:custGeom>
              <a:avLst/>
              <a:gdLst/>
              <a:ahLst/>
              <a:cxnLst/>
              <a:rect l="l" t="t" r="r" b="b"/>
              <a:pathLst>
                <a:path w="1930" h="1679" extrusionOk="0">
                  <a:moveTo>
                    <a:pt x="951" y="1"/>
                  </a:moveTo>
                  <a:cubicBezTo>
                    <a:pt x="664" y="1"/>
                    <a:pt x="389" y="149"/>
                    <a:pt x="239" y="417"/>
                  </a:cubicBezTo>
                  <a:cubicBezTo>
                    <a:pt x="1" y="810"/>
                    <a:pt x="132" y="1334"/>
                    <a:pt x="537" y="1560"/>
                  </a:cubicBezTo>
                  <a:cubicBezTo>
                    <a:pt x="673" y="1640"/>
                    <a:pt x="822" y="1679"/>
                    <a:pt x="968" y="1679"/>
                  </a:cubicBezTo>
                  <a:cubicBezTo>
                    <a:pt x="1254" y="1679"/>
                    <a:pt x="1530" y="1531"/>
                    <a:pt x="1680" y="1262"/>
                  </a:cubicBezTo>
                  <a:cubicBezTo>
                    <a:pt x="1930" y="870"/>
                    <a:pt x="1799" y="358"/>
                    <a:pt x="1382" y="119"/>
                  </a:cubicBezTo>
                  <a:cubicBezTo>
                    <a:pt x="1246" y="39"/>
                    <a:pt x="1097" y="1"/>
                    <a:pt x="95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7" name="Google Shape;1947;p16"/>
            <p:cNvSpPr/>
            <p:nvPr/>
          </p:nvSpPr>
          <p:spPr>
            <a:xfrm>
              <a:off x="4137400" y="1857875"/>
              <a:ext cx="38125" cy="33450"/>
            </a:xfrm>
            <a:custGeom>
              <a:avLst/>
              <a:gdLst/>
              <a:ahLst/>
              <a:cxnLst/>
              <a:rect l="l" t="t" r="r" b="b"/>
              <a:pathLst>
                <a:path w="1525" h="1338" extrusionOk="0">
                  <a:moveTo>
                    <a:pt x="772" y="1"/>
                  </a:moveTo>
                  <a:cubicBezTo>
                    <a:pt x="539" y="1"/>
                    <a:pt x="311" y="123"/>
                    <a:pt x="191" y="331"/>
                  </a:cubicBezTo>
                  <a:cubicBezTo>
                    <a:pt x="1" y="640"/>
                    <a:pt x="120" y="1045"/>
                    <a:pt x="418" y="1236"/>
                  </a:cubicBezTo>
                  <a:cubicBezTo>
                    <a:pt x="418" y="1236"/>
                    <a:pt x="430" y="1236"/>
                    <a:pt x="430" y="1260"/>
                  </a:cubicBezTo>
                  <a:cubicBezTo>
                    <a:pt x="489" y="1283"/>
                    <a:pt x="584" y="1319"/>
                    <a:pt x="656" y="1331"/>
                  </a:cubicBezTo>
                  <a:cubicBezTo>
                    <a:pt x="685" y="1335"/>
                    <a:pt x="714" y="1337"/>
                    <a:pt x="743" y="1337"/>
                  </a:cubicBezTo>
                  <a:cubicBezTo>
                    <a:pt x="879" y="1337"/>
                    <a:pt x="1012" y="1293"/>
                    <a:pt x="1120" y="1224"/>
                  </a:cubicBezTo>
                  <a:cubicBezTo>
                    <a:pt x="1192" y="1176"/>
                    <a:pt x="1251" y="1117"/>
                    <a:pt x="1311" y="1045"/>
                  </a:cubicBezTo>
                  <a:cubicBezTo>
                    <a:pt x="1322" y="1033"/>
                    <a:pt x="1322" y="1021"/>
                    <a:pt x="1346" y="998"/>
                  </a:cubicBezTo>
                  <a:cubicBezTo>
                    <a:pt x="1525" y="688"/>
                    <a:pt x="1418" y="271"/>
                    <a:pt x="1108" y="93"/>
                  </a:cubicBezTo>
                  <a:cubicBezTo>
                    <a:pt x="1003" y="30"/>
                    <a:pt x="887" y="1"/>
                    <a:pt x="77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8" name="Google Shape;1948;p16"/>
            <p:cNvSpPr/>
            <p:nvPr/>
          </p:nvSpPr>
          <p:spPr>
            <a:xfrm>
              <a:off x="4394275" y="1948925"/>
              <a:ext cx="24450" cy="24450"/>
            </a:xfrm>
            <a:custGeom>
              <a:avLst/>
              <a:gdLst/>
              <a:ahLst/>
              <a:cxnLst/>
              <a:rect l="l" t="t" r="r" b="b"/>
              <a:pathLst>
                <a:path w="978" h="978" extrusionOk="0">
                  <a:moveTo>
                    <a:pt x="494" y="1"/>
                  </a:moveTo>
                  <a:cubicBezTo>
                    <a:pt x="461" y="1"/>
                    <a:pt x="427" y="4"/>
                    <a:pt x="394" y="11"/>
                  </a:cubicBezTo>
                  <a:cubicBezTo>
                    <a:pt x="334" y="23"/>
                    <a:pt x="275" y="34"/>
                    <a:pt x="239" y="82"/>
                  </a:cubicBezTo>
                  <a:cubicBezTo>
                    <a:pt x="203" y="94"/>
                    <a:pt x="191" y="130"/>
                    <a:pt x="156" y="142"/>
                  </a:cubicBezTo>
                  <a:cubicBezTo>
                    <a:pt x="37" y="261"/>
                    <a:pt x="1" y="427"/>
                    <a:pt x="37" y="594"/>
                  </a:cubicBezTo>
                  <a:cubicBezTo>
                    <a:pt x="61" y="642"/>
                    <a:pt x="72" y="689"/>
                    <a:pt x="96" y="737"/>
                  </a:cubicBezTo>
                  <a:cubicBezTo>
                    <a:pt x="120" y="796"/>
                    <a:pt x="132" y="832"/>
                    <a:pt x="156" y="844"/>
                  </a:cubicBezTo>
                  <a:cubicBezTo>
                    <a:pt x="247" y="928"/>
                    <a:pt x="363" y="978"/>
                    <a:pt x="481" y="978"/>
                  </a:cubicBezTo>
                  <a:cubicBezTo>
                    <a:pt x="548" y="978"/>
                    <a:pt x="615" y="962"/>
                    <a:pt x="680" y="927"/>
                  </a:cubicBezTo>
                  <a:cubicBezTo>
                    <a:pt x="715" y="916"/>
                    <a:pt x="739" y="904"/>
                    <a:pt x="751" y="892"/>
                  </a:cubicBezTo>
                  <a:cubicBezTo>
                    <a:pt x="799" y="856"/>
                    <a:pt x="846" y="808"/>
                    <a:pt x="894" y="749"/>
                  </a:cubicBezTo>
                  <a:cubicBezTo>
                    <a:pt x="953" y="666"/>
                    <a:pt x="977" y="558"/>
                    <a:pt x="965" y="439"/>
                  </a:cubicBezTo>
                  <a:cubicBezTo>
                    <a:pt x="965" y="368"/>
                    <a:pt x="930" y="296"/>
                    <a:pt x="894" y="213"/>
                  </a:cubicBezTo>
                  <a:cubicBezTo>
                    <a:pt x="894" y="201"/>
                    <a:pt x="870" y="201"/>
                    <a:pt x="870" y="189"/>
                  </a:cubicBezTo>
                  <a:cubicBezTo>
                    <a:pt x="773" y="63"/>
                    <a:pt x="637" y="1"/>
                    <a:pt x="49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9" name="Google Shape;1949;p16"/>
            <p:cNvSpPr/>
            <p:nvPr/>
          </p:nvSpPr>
          <p:spPr>
            <a:xfrm>
              <a:off x="4283550" y="1992300"/>
              <a:ext cx="31000" cy="30675"/>
            </a:xfrm>
            <a:custGeom>
              <a:avLst/>
              <a:gdLst/>
              <a:ahLst/>
              <a:cxnLst/>
              <a:rect l="l" t="t" r="r" b="b"/>
              <a:pathLst>
                <a:path w="1240" h="1227" extrusionOk="0">
                  <a:moveTo>
                    <a:pt x="633" y="0"/>
                  </a:moveTo>
                  <a:cubicBezTo>
                    <a:pt x="500" y="0"/>
                    <a:pt x="370" y="46"/>
                    <a:pt x="263" y="133"/>
                  </a:cubicBezTo>
                  <a:cubicBezTo>
                    <a:pt x="191" y="193"/>
                    <a:pt x="156" y="252"/>
                    <a:pt x="108" y="324"/>
                  </a:cubicBezTo>
                  <a:cubicBezTo>
                    <a:pt x="108" y="347"/>
                    <a:pt x="96" y="359"/>
                    <a:pt x="96" y="359"/>
                  </a:cubicBezTo>
                  <a:cubicBezTo>
                    <a:pt x="1" y="538"/>
                    <a:pt x="1" y="740"/>
                    <a:pt x="96" y="907"/>
                  </a:cubicBezTo>
                  <a:cubicBezTo>
                    <a:pt x="144" y="978"/>
                    <a:pt x="203" y="1062"/>
                    <a:pt x="275" y="1109"/>
                  </a:cubicBezTo>
                  <a:cubicBezTo>
                    <a:pt x="287" y="1133"/>
                    <a:pt x="299" y="1133"/>
                    <a:pt x="322" y="1145"/>
                  </a:cubicBezTo>
                  <a:cubicBezTo>
                    <a:pt x="421" y="1200"/>
                    <a:pt x="527" y="1227"/>
                    <a:pt x="631" y="1227"/>
                  </a:cubicBezTo>
                  <a:cubicBezTo>
                    <a:pt x="842" y="1227"/>
                    <a:pt x="1044" y="1118"/>
                    <a:pt x="1156" y="919"/>
                  </a:cubicBezTo>
                  <a:cubicBezTo>
                    <a:pt x="1191" y="835"/>
                    <a:pt x="1227" y="740"/>
                    <a:pt x="1239" y="657"/>
                  </a:cubicBezTo>
                  <a:cubicBezTo>
                    <a:pt x="1239" y="562"/>
                    <a:pt x="1227" y="478"/>
                    <a:pt x="1191" y="383"/>
                  </a:cubicBezTo>
                  <a:cubicBezTo>
                    <a:pt x="1156" y="264"/>
                    <a:pt x="1061" y="157"/>
                    <a:pt x="941" y="85"/>
                  </a:cubicBezTo>
                  <a:cubicBezTo>
                    <a:pt x="842" y="28"/>
                    <a:pt x="737" y="0"/>
                    <a:pt x="63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950" name="Google Shape;1950;p16"/>
          <p:cNvSpPr/>
          <p:nvPr/>
        </p:nvSpPr>
        <p:spPr>
          <a:xfrm>
            <a:off x="0" y="4845825"/>
            <a:ext cx="9144000" cy="297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1" name="Google Shape;1951;p16"/>
          <p:cNvSpPr txBox="1">
            <a:spLocks noGrp="1"/>
          </p:cNvSpPr>
          <p:nvPr>
            <p:ph type="title"/>
          </p:nvPr>
        </p:nvSpPr>
        <p:spPr>
          <a:xfrm>
            <a:off x="2036875" y="3100300"/>
            <a:ext cx="50703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952" name="Google Shape;1952;p16"/>
          <p:cNvSpPr txBox="1">
            <a:spLocks noGrp="1"/>
          </p:cNvSpPr>
          <p:nvPr>
            <p:ph type="subTitle" idx="1"/>
          </p:nvPr>
        </p:nvSpPr>
        <p:spPr>
          <a:xfrm>
            <a:off x="1055075" y="1511325"/>
            <a:ext cx="7033800" cy="147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000"/>
              <a:buNone/>
              <a:defRPr sz="3000">
                <a:solidFill>
                  <a:schemeClr val="dk1"/>
                </a:solidFill>
              </a:defRPr>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grpSp>
        <p:nvGrpSpPr>
          <p:cNvPr id="1953" name="Google Shape;1953;p16"/>
          <p:cNvGrpSpPr/>
          <p:nvPr/>
        </p:nvGrpSpPr>
        <p:grpSpPr>
          <a:xfrm rot="10800000" flipH="1">
            <a:off x="175" y="-155"/>
            <a:ext cx="4162380" cy="1079126"/>
            <a:chOff x="2582150" y="3714800"/>
            <a:chExt cx="2689050" cy="697200"/>
          </a:xfrm>
        </p:grpSpPr>
        <p:sp>
          <p:nvSpPr>
            <p:cNvPr id="1954" name="Google Shape;1954;p16"/>
            <p:cNvSpPr/>
            <p:nvPr/>
          </p:nvSpPr>
          <p:spPr>
            <a:xfrm>
              <a:off x="3636750" y="440215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5" name="Google Shape;1955;p16"/>
            <p:cNvSpPr/>
            <p:nvPr/>
          </p:nvSpPr>
          <p:spPr>
            <a:xfrm>
              <a:off x="3640625" y="4406925"/>
              <a:ext cx="19375" cy="4475"/>
            </a:xfrm>
            <a:custGeom>
              <a:avLst/>
              <a:gdLst/>
              <a:ahLst/>
              <a:cxnLst/>
              <a:rect l="l" t="t" r="r" b="b"/>
              <a:pathLst>
                <a:path w="775" h="179" extrusionOk="0">
                  <a:moveTo>
                    <a:pt x="393" y="0"/>
                  </a:moveTo>
                  <a:lnTo>
                    <a:pt x="36" y="108"/>
                  </a:lnTo>
                  <a:lnTo>
                    <a:pt x="0" y="179"/>
                  </a:lnTo>
                  <a:lnTo>
                    <a:pt x="774" y="179"/>
                  </a:lnTo>
                  <a:lnTo>
                    <a:pt x="39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6" name="Google Shape;1956;p16"/>
            <p:cNvSpPr/>
            <p:nvPr/>
          </p:nvSpPr>
          <p:spPr>
            <a:xfrm>
              <a:off x="3634075" y="4403950"/>
              <a:ext cx="25" cy="625"/>
            </a:xfrm>
            <a:custGeom>
              <a:avLst/>
              <a:gdLst/>
              <a:ahLst/>
              <a:cxnLst/>
              <a:rect l="l" t="t" r="r" b="b"/>
              <a:pathLst>
                <a:path w="1" h="25" extrusionOk="0">
                  <a:moveTo>
                    <a:pt x="0" y="24"/>
                  </a:moveTo>
                  <a:lnTo>
                    <a:pt x="0" y="24"/>
                  </a:lnTo>
                  <a:lnTo>
                    <a:pt x="0" y="24"/>
                  </a:ln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7" name="Google Shape;1957;p16"/>
            <p:cNvSpPr/>
            <p:nvPr/>
          </p:nvSpPr>
          <p:spPr>
            <a:xfrm>
              <a:off x="3635275" y="440305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8" name="Google Shape;1958;p16"/>
            <p:cNvSpPr/>
            <p:nvPr/>
          </p:nvSpPr>
          <p:spPr>
            <a:xfrm>
              <a:off x="3746875" y="4334600"/>
              <a:ext cx="142325" cy="46150"/>
            </a:xfrm>
            <a:custGeom>
              <a:avLst/>
              <a:gdLst/>
              <a:ahLst/>
              <a:cxnLst/>
              <a:rect l="l" t="t" r="r" b="b"/>
              <a:pathLst>
                <a:path w="5693" h="1846" extrusionOk="0">
                  <a:moveTo>
                    <a:pt x="5418" y="0"/>
                  </a:moveTo>
                  <a:lnTo>
                    <a:pt x="1" y="1488"/>
                  </a:lnTo>
                  <a:lnTo>
                    <a:pt x="1" y="1846"/>
                  </a:lnTo>
                  <a:lnTo>
                    <a:pt x="5692" y="262"/>
                  </a:lnTo>
                  <a:lnTo>
                    <a:pt x="541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9" name="Google Shape;1959;p16"/>
            <p:cNvSpPr/>
            <p:nvPr/>
          </p:nvSpPr>
          <p:spPr>
            <a:xfrm>
              <a:off x="3891850" y="4256600"/>
              <a:ext cx="273575" cy="81875"/>
            </a:xfrm>
            <a:custGeom>
              <a:avLst/>
              <a:gdLst/>
              <a:ahLst/>
              <a:cxnLst/>
              <a:rect l="l" t="t" r="r" b="b"/>
              <a:pathLst>
                <a:path w="10943" h="3275" extrusionOk="0">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0" name="Google Shape;1960;p16"/>
            <p:cNvSpPr/>
            <p:nvPr/>
          </p:nvSpPr>
          <p:spPr>
            <a:xfrm>
              <a:off x="3634375" y="4403350"/>
              <a:ext cx="325" cy="325"/>
            </a:xfrm>
            <a:custGeom>
              <a:avLst/>
              <a:gdLst/>
              <a:ahLst/>
              <a:cxnLst/>
              <a:rect l="l" t="t" r="r" b="b"/>
              <a:pathLst>
                <a:path w="13" h="13" extrusionOk="0">
                  <a:moveTo>
                    <a:pt x="0" y="12"/>
                  </a:move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1" name="Google Shape;1961;p16"/>
            <p:cNvSpPr/>
            <p:nvPr/>
          </p:nvSpPr>
          <p:spPr>
            <a:xfrm>
              <a:off x="3635275" y="4402450"/>
              <a:ext cx="300" cy="625"/>
            </a:xfrm>
            <a:custGeom>
              <a:avLst/>
              <a:gdLst/>
              <a:ahLst/>
              <a:cxnLst/>
              <a:rect l="l" t="t" r="r" b="b"/>
              <a:pathLst>
                <a:path w="12" h="25" extrusionOk="0">
                  <a:moveTo>
                    <a:pt x="12" y="1"/>
                  </a:moveTo>
                  <a:cubicBezTo>
                    <a:pt x="12" y="1"/>
                    <a:pt x="0" y="25"/>
                    <a:pt x="12" y="1"/>
                  </a:cubicBezTo>
                  <a:lnTo>
                    <a:pt x="0" y="25"/>
                  </a:lnTo>
                  <a:lnTo>
                    <a:pt x="0" y="25"/>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2" name="Google Shape;1962;p16"/>
            <p:cNvSpPr/>
            <p:nvPr/>
          </p:nvSpPr>
          <p:spPr>
            <a:xfrm>
              <a:off x="3636750" y="4373575"/>
              <a:ext cx="101825" cy="35750"/>
            </a:xfrm>
            <a:custGeom>
              <a:avLst/>
              <a:gdLst/>
              <a:ahLst/>
              <a:cxnLst/>
              <a:rect l="l" t="t" r="r" b="b"/>
              <a:pathLst>
                <a:path w="4073" h="1430" extrusionOk="0">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3" name="Google Shape;1963;p16"/>
            <p:cNvSpPr/>
            <p:nvPr/>
          </p:nvSpPr>
          <p:spPr>
            <a:xfrm>
              <a:off x="3635850" y="4402150"/>
              <a:ext cx="925" cy="325"/>
            </a:xfrm>
            <a:custGeom>
              <a:avLst/>
              <a:gdLst/>
              <a:ahLst/>
              <a:cxnLst/>
              <a:rect l="l" t="t" r="r" b="b"/>
              <a:pathLst>
                <a:path w="37" h="13" extrusionOk="0">
                  <a:moveTo>
                    <a:pt x="37" y="1"/>
                  </a:moveTo>
                  <a:cubicBezTo>
                    <a:pt x="13" y="1"/>
                    <a:pt x="1" y="1"/>
                    <a:pt x="1" y="13"/>
                  </a:cubicBezTo>
                  <a:cubicBezTo>
                    <a:pt x="1" y="13"/>
                    <a:pt x="13" y="1"/>
                    <a:pt x="3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4" name="Google Shape;1964;p16"/>
            <p:cNvSpPr/>
            <p:nvPr/>
          </p:nvSpPr>
          <p:spPr>
            <a:xfrm>
              <a:off x="3634075" y="4403950"/>
              <a:ext cx="325" cy="925"/>
            </a:xfrm>
            <a:custGeom>
              <a:avLst/>
              <a:gdLst/>
              <a:ahLst/>
              <a:cxnLst/>
              <a:rect l="l" t="t" r="r" b="b"/>
              <a:pathLst>
                <a:path w="13" h="37" extrusionOk="0">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5" name="Google Shape;1965;p16"/>
            <p:cNvSpPr/>
            <p:nvPr/>
          </p:nvSpPr>
          <p:spPr>
            <a:xfrm>
              <a:off x="2599425" y="4199450"/>
              <a:ext cx="104800" cy="112250"/>
            </a:xfrm>
            <a:custGeom>
              <a:avLst/>
              <a:gdLst/>
              <a:ahLst/>
              <a:cxnLst/>
              <a:rect l="l" t="t" r="r" b="b"/>
              <a:pathLst>
                <a:path w="4192" h="4490" extrusionOk="0">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6" name="Google Shape;1966;p16"/>
            <p:cNvSpPr/>
            <p:nvPr/>
          </p:nvSpPr>
          <p:spPr>
            <a:xfrm>
              <a:off x="2778900" y="4187850"/>
              <a:ext cx="124150" cy="53600"/>
            </a:xfrm>
            <a:custGeom>
              <a:avLst/>
              <a:gdLst/>
              <a:ahLst/>
              <a:cxnLst/>
              <a:rect l="l" t="t" r="r" b="b"/>
              <a:pathLst>
                <a:path w="4966" h="2144" extrusionOk="0">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7" name="Google Shape;1967;p16"/>
            <p:cNvSpPr/>
            <p:nvPr/>
          </p:nvSpPr>
          <p:spPr>
            <a:xfrm>
              <a:off x="2905125" y="4188150"/>
              <a:ext cx="900" cy="625"/>
            </a:xfrm>
            <a:custGeom>
              <a:avLst/>
              <a:gdLst/>
              <a:ahLst/>
              <a:cxnLst/>
              <a:rect l="l" t="t" r="r" b="b"/>
              <a:pathLst>
                <a:path w="36" h="25" extrusionOk="0">
                  <a:moveTo>
                    <a:pt x="0" y="0"/>
                  </a:moveTo>
                  <a:cubicBezTo>
                    <a:pt x="12" y="0"/>
                    <a:pt x="12" y="24"/>
                    <a:pt x="36" y="24"/>
                  </a:cubicBezTo>
                  <a:cubicBezTo>
                    <a:pt x="12" y="24"/>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8" name="Google Shape;1968;p16"/>
            <p:cNvSpPr/>
            <p:nvPr/>
          </p:nvSpPr>
          <p:spPr>
            <a:xfrm>
              <a:off x="2903925" y="41878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9" name="Google Shape;1969;p16"/>
            <p:cNvSpPr/>
            <p:nvPr/>
          </p:nvSpPr>
          <p:spPr>
            <a:xfrm>
              <a:off x="2903325" y="4187850"/>
              <a:ext cx="625" cy="25"/>
            </a:xfrm>
            <a:custGeom>
              <a:avLst/>
              <a:gdLst/>
              <a:ahLst/>
              <a:cxnLst/>
              <a:rect l="l" t="t" r="r" b="b"/>
              <a:pathLst>
                <a:path w="25" h="1" extrusionOk="0">
                  <a:moveTo>
                    <a:pt x="1" y="0"/>
                  </a:move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0" name="Google Shape;1970;p16"/>
            <p:cNvSpPr/>
            <p:nvPr/>
          </p:nvSpPr>
          <p:spPr>
            <a:xfrm>
              <a:off x="2906000" y="418875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1" name="Google Shape;1971;p16"/>
            <p:cNvSpPr/>
            <p:nvPr/>
          </p:nvSpPr>
          <p:spPr>
            <a:xfrm>
              <a:off x="2898575" y="4188150"/>
              <a:ext cx="179200" cy="127725"/>
            </a:xfrm>
            <a:custGeom>
              <a:avLst/>
              <a:gdLst/>
              <a:ahLst/>
              <a:cxnLst/>
              <a:rect l="l" t="t" r="r" b="b"/>
              <a:pathLst>
                <a:path w="7168" h="5109" extrusionOk="0">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2" name="Google Shape;1972;p16"/>
            <p:cNvSpPr/>
            <p:nvPr/>
          </p:nvSpPr>
          <p:spPr>
            <a:xfrm>
              <a:off x="2605375" y="4242625"/>
              <a:ext cx="151825" cy="76225"/>
            </a:xfrm>
            <a:custGeom>
              <a:avLst/>
              <a:gdLst/>
              <a:ahLst/>
              <a:cxnLst/>
              <a:rect l="l" t="t" r="r" b="b"/>
              <a:pathLst>
                <a:path w="6073" h="3049" extrusionOk="0">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3" name="Google Shape;1973;p16"/>
            <p:cNvSpPr/>
            <p:nvPr/>
          </p:nvSpPr>
          <p:spPr>
            <a:xfrm>
              <a:off x="2768500" y="4252150"/>
              <a:ext cx="210450" cy="159250"/>
            </a:xfrm>
            <a:custGeom>
              <a:avLst/>
              <a:gdLst/>
              <a:ahLst/>
              <a:cxnLst/>
              <a:rect l="l" t="t" r="r" b="b"/>
              <a:pathLst>
                <a:path w="8418" h="6370" extrusionOk="0">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4" name="Google Shape;1974;p16"/>
            <p:cNvSpPr/>
            <p:nvPr/>
          </p:nvSpPr>
          <p:spPr>
            <a:xfrm>
              <a:off x="2694975" y="4191125"/>
              <a:ext cx="62225" cy="54200"/>
            </a:xfrm>
            <a:custGeom>
              <a:avLst/>
              <a:gdLst/>
              <a:ahLst/>
              <a:cxnLst/>
              <a:rect l="l" t="t" r="r" b="b"/>
              <a:pathLst>
                <a:path w="2489" h="2168" extrusionOk="0">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5" name="Google Shape;1975;p16"/>
            <p:cNvSpPr/>
            <p:nvPr/>
          </p:nvSpPr>
          <p:spPr>
            <a:xfrm>
              <a:off x="3016725" y="4319125"/>
              <a:ext cx="67000" cy="92275"/>
            </a:xfrm>
            <a:custGeom>
              <a:avLst/>
              <a:gdLst/>
              <a:ahLst/>
              <a:cxnLst/>
              <a:rect l="l" t="t" r="r" b="b"/>
              <a:pathLst>
                <a:path w="2680" h="3691" extrusionOk="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6" name="Google Shape;1976;p16"/>
            <p:cNvSpPr/>
            <p:nvPr/>
          </p:nvSpPr>
          <p:spPr>
            <a:xfrm>
              <a:off x="3084000" y="4036650"/>
              <a:ext cx="186075" cy="275050"/>
            </a:xfrm>
            <a:custGeom>
              <a:avLst/>
              <a:gdLst/>
              <a:ahLst/>
              <a:cxnLst/>
              <a:rect l="l" t="t" r="r" b="b"/>
              <a:pathLst>
                <a:path w="7443" h="11002" extrusionOk="0">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7" name="Google Shape;1977;p16"/>
            <p:cNvSpPr/>
            <p:nvPr/>
          </p:nvSpPr>
          <p:spPr>
            <a:xfrm>
              <a:off x="3088475" y="4311375"/>
              <a:ext cx="161950" cy="100025"/>
            </a:xfrm>
            <a:custGeom>
              <a:avLst/>
              <a:gdLst/>
              <a:ahLst/>
              <a:cxnLst/>
              <a:rect l="l" t="t" r="r" b="b"/>
              <a:pathLst>
                <a:path w="6478" h="4001" extrusionOk="0">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8" name="Google Shape;1978;p16"/>
            <p:cNvSpPr/>
            <p:nvPr/>
          </p:nvSpPr>
          <p:spPr>
            <a:xfrm>
              <a:off x="3271525" y="4040200"/>
              <a:ext cx="47350" cy="371200"/>
            </a:xfrm>
            <a:custGeom>
              <a:avLst/>
              <a:gdLst/>
              <a:ahLst/>
              <a:cxnLst/>
              <a:rect l="l" t="t" r="r" b="b"/>
              <a:pathLst>
                <a:path w="1894" h="14848" extrusionOk="0">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9" name="Google Shape;1979;p16"/>
            <p:cNvSpPr/>
            <p:nvPr/>
          </p:nvSpPr>
          <p:spPr>
            <a:xfrm>
              <a:off x="3632275" y="4401925"/>
              <a:ext cx="10750" cy="9475"/>
            </a:xfrm>
            <a:custGeom>
              <a:avLst/>
              <a:gdLst/>
              <a:ahLst/>
              <a:cxnLst/>
              <a:rect l="l" t="t" r="r" b="b"/>
              <a:pathLst>
                <a:path w="430" h="379" extrusionOk="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0" name="Google Shape;1980;p16"/>
            <p:cNvSpPr/>
            <p:nvPr/>
          </p:nvSpPr>
          <p:spPr>
            <a:xfrm>
              <a:off x="3737350" y="4195300"/>
              <a:ext cx="14325" cy="216100"/>
            </a:xfrm>
            <a:custGeom>
              <a:avLst/>
              <a:gdLst/>
              <a:ahLst/>
              <a:cxnLst/>
              <a:rect l="l" t="t" r="r" b="b"/>
              <a:pathLst>
                <a:path w="573" h="8644" extrusionOk="0">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1" name="Google Shape;1981;p16"/>
            <p:cNvSpPr/>
            <p:nvPr/>
          </p:nvSpPr>
          <p:spPr>
            <a:xfrm>
              <a:off x="4021625" y="4264050"/>
              <a:ext cx="149750" cy="147350"/>
            </a:xfrm>
            <a:custGeom>
              <a:avLst/>
              <a:gdLst/>
              <a:ahLst/>
              <a:cxnLst/>
              <a:rect l="l" t="t" r="r" b="b"/>
              <a:pathLst>
                <a:path w="5990" h="5894" extrusionOk="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2" name="Google Shape;1982;p16"/>
            <p:cNvSpPr/>
            <p:nvPr/>
          </p:nvSpPr>
          <p:spPr>
            <a:xfrm>
              <a:off x="4484475" y="4346500"/>
              <a:ext cx="96475" cy="64900"/>
            </a:xfrm>
            <a:custGeom>
              <a:avLst/>
              <a:gdLst/>
              <a:ahLst/>
              <a:cxnLst/>
              <a:rect l="l" t="t" r="r" b="b"/>
              <a:pathLst>
                <a:path w="3859" h="2596" extrusionOk="0">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3" name="Google Shape;1983;p16"/>
            <p:cNvSpPr/>
            <p:nvPr/>
          </p:nvSpPr>
          <p:spPr>
            <a:xfrm>
              <a:off x="3743025" y="4194700"/>
              <a:ext cx="230700" cy="216425"/>
            </a:xfrm>
            <a:custGeom>
              <a:avLst/>
              <a:gdLst/>
              <a:ahLst/>
              <a:cxnLst/>
              <a:rect l="l" t="t" r="r" b="b"/>
              <a:pathLst>
                <a:path w="9228" h="8657" extrusionOk="0">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4" name="Google Shape;1984;p16"/>
            <p:cNvSpPr/>
            <p:nvPr/>
          </p:nvSpPr>
          <p:spPr>
            <a:xfrm>
              <a:off x="4185325" y="4269100"/>
              <a:ext cx="69975" cy="142300"/>
            </a:xfrm>
            <a:custGeom>
              <a:avLst/>
              <a:gdLst/>
              <a:ahLst/>
              <a:cxnLst/>
              <a:rect l="l" t="t" r="r" b="b"/>
              <a:pathLst>
                <a:path w="2799" h="5692" extrusionOk="0">
                  <a:moveTo>
                    <a:pt x="1" y="1"/>
                  </a:moveTo>
                  <a:lnTo>
                    <a:pt x="2430" y="5692"/>
                  </a:lnTo>
                  <a:lnTo>
                    <a:pt x="2799" y="5692"/>
                  </a:lnTo>
                  <a:lnTo>
                    <a:pt x="572" y="465"/>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5" name="Google Shape;1985;p16"/>
            <p:cNvSpPr/>
            <p:nvPr/>
          </p:nvSpPr>
          <p:spPr>
            <a:xfrm>
              <a:off x="4174625" y="4240475"/>
              <a:ext cx="9550" cy="5725"/>
            </a:xfrm>
            <a:custGeom>
              <a:avLst/>
              <a:gdLst/>
              <a:ahLst/>
              <a:cxnLst/>
              <a:rect l="l" t="t" r="r" b="b"/>
              <a:pathLst>
                <a:path w="382" h="229" extrusionOk="0">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6" name="Google Shape;1986;p16"/>
            <p:cNvSpPr/>
            <p:nvPr/>
          </p:nvSpPr>
          <p:spPr>
            <a:xfrm>
              <a:off x="4599075" y="4353050"/>
              <a:ext cx="37825" cy="58350"/>
            </a:xfrm>
            <a:custGeom>
              <a:avLst/>
              <a:gdLst/>
              <a:ahLst/>
              <a:cxnLst/>
              <a:rect l="l" t="t" r="r" b="b"/>
              <a:pathLst>
                <a:path w="1513" h="2334" extrusionOk="0">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7" name="Google Shape;1987;p16"/>
            <p:cNvSpPr/>
            <p:nvPr/>
          </p:nvSpPr>
          <p:spPr>
            <a:xfrm>
              <a:off x="4185025" y="4263750"/>
              <a:ext cx="182500" cy="147650"/>
            </a:xfrm>
            <a:custGeom>
              <a:avLst/>
              <a:gdLst/>
              <a:ahLst/>
              <a:cxnLst/>
              <a:rect l="l" t="t" r="r" b="b"/>
              <a:pathLst>
                <a:path w="7300" h="5906" extrusionOk="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8" name="Google Shape;1988;p16"/>
            <p:cNvSpPr/>
            <p:nvPr/>
          </p:nvSpPr>
          <p:spPr>
            <a:xfrm>
              <a:off x="4189800" y="4255125"/>
              <a:ext cx="386375" cy="83950"/>
            </a:xfrm>
            <a:custGeom>
              <a:avLst/>
              <a:gdLst/>
              <a:ahLst/>
              <a:cxnLst/>
              <a:rect l="l" t="t" r="r" b="b"/>
              <a:pathLst>
                <a:path w="15455" h="3358" extrusionOk="0">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9" name="Google Shape;1989;p16"/>
            <p:cNvSpPr/>
            <p:nvPr/>
          </p:nvSpPr>
          <p:spPr>
            <a:xfrm>
              <a:off x="4185925" y="3740775"/>
              <a:ext cx="804900" cy="513475"/>
            </a:xfrm>
            <a:custGeom>
              <a:avLst/>
              <a:gdLst/>
              <a:ahLst/>
              <a:cxnLst/>
              <a:rect l="l" t="t" r="r" b="b"/>
              <a:pathLst>
                <a:path w="32196" h="20539" extrusionOk="0">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0" name="Google Shape;1990;p16"/>
            <p:cNvSpPr/>
            <p:nvPr/>
          </p:nvSpPr>
          <p:spPr>
            <a:xfrm>
              <a:off x="4604725" y="4122375"/>
              <a:ext cx="224450" cy="207175"/>
            </a:xfrm>
            <a:custGeom>
              <a:avLst/>
              <a:gdLst/>
              <a:ahLst/>
              <a:cxnLst/>
              <a:rect l="l" t="t" r="r" b="b"/>
              <a:pathLst>
                <a:path w="8978" h="8287" extrusionOk="0">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1" name="Google Shape;1991;p16"/>
            <p:cNvSpPr/>
            <p:nvPr/>
          </p:nvSpPr>
          <p:spPr>
            <a:xfrm>
              <a:off x="4727950" y="4136950"/>
              <a:ext cx="125650" cy="274450"/>
            </a:xfrm>
            <a:custGeom>
              <a:avLst/>
              <a:gdLst/>
              <a:ahLst/>
              <a:cxnLst/>
              <a:rect l="l" t="t" r="r" b="b"/>
              <a:pathLst>
                <a:path w="5026" h="10978" extrusionOk="0">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2" name="Google Shape;1992;p16"/>
            <p:cNvSpPr/>
            <p:nvPr/>
          </p:nvSpPr>
          <p:spPr>
            <a:xfrm>
              <a:off x="4605925" y="4346200"/>
              <a:ext cx="86650" cy="65200"/>
            </a:xfrm>
            <a:custGeom>
              <a:avLst/>
              <a:gdLst/>
              <a:ahLst/>
              <a:cxnLst/>
              <a:rect l="l" t="t" r="r" b="b"/>
              <a:pathLst>
                <a:path w="3466" h="2608" extrusionOk="0">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3" name="Google Shape;1993;p16"/>
            <p:cNvSpPr/>
            <p:nvPr/>
          </p:nvSpPr>
          <p:spPr>
            <a:xfrm>
              <a:off x="5016400" y="4244400"/>
              <a:ext cx="9250" cy="167000"/>
            </a:xfrm>
            <a:custGeom>
              <a:avLst/>
              <a:gdLst/>
              <a:ahLst/>
              <a:cxnLst/>
              <a:rect l="l" t="t" r="r" b="b"/>
              <a:pathLst>
                <a:path w="370" h="6680" extrusionOk="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4" name="Google Shape;1994;p16"/>
            <p:cNvSpPr/>
            <p:nvPr/>
          </p:nvSpPr>
          <p:spPr>
            <a:xfrm>
              <a:off x="5021450" y="4188150"/>
              <a:ext cx="3300" cy="3900"/>
            </a:xfrm>
            <a:custGeom>
              <a:avLst/>
              <a:gdLst/>
              <a:ahLst/>
              <a:cxnLst/>
              <a:rect l="l" t="t" r="r" b="b"/>
              <a:pathLst>
                <a:path w="132" h="156" extrusionOk="0">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5" name="Google Shape;1995;p16"/>
            <p:cNvSpPr/>
            <p:nvPr/>
          </p:nvSpPr>
          <p:spPr>
            <a:xfrm>
              <a:off x="4864275" y="3750900"/>
              <a:ext cx="138450" cy="315225"/>
            </a:xfrm>
            <a:custGeom>
              <a:avLst/>
              <a:gdLst/>
              <a:ahLst/>
              <a:cxnLst/>
              <a:rect l="l" t="t" r="r" b="b"/>
              <a:pathLst>
                <a:path w="5538" h="12609" extrusionOk="0">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6" name="Google Shape;1996;p16"/>
            <p:cNvSpPr/>
            <p:nvPr/>
          </p:nvSpPr>
          <p:spPr>
            <a:xfrm>
              <a:off x="5003300" y="3753275"/>
              <a:ext cx="18175" cy="439050"/>
            </a:xfrm>
            <a:custGeom>
              <a:avLst/>
              <a:gdLst/>
              <a:ahLst/>
              <a:cxnLst/>
              <a:rect l="l" t="t" r="r" b="b"/>
              <a:pathLst>
                <a:path w="727" h="17562" extrusionOk="0">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7" name="Google Shape;1997;p16"/>
            <p:cNvSpPr/>
            <p:nvPr/>
          </p:nvSpPr>
          <p:spPr>
            <a:xfrm>
              <a:off x="4886325" y="4112250"/>
              <a:ext cx="111625" cy="96750"/>
            </a:xfrm>
            <a:custGeom>
              <a:avLst/>
              <a:gdLst/>
              <a:ahLst/>
              <a:cxnLst/>
              <a:rect l="l" t="t" r="r" b="b"/>
              <a:pathLst>
                <a:path w="4465" h="3870" extrusionOk="0">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8" name="Google Shape;1998;p16"/>
            <p:cNvSpPr/>
            <p:nvPr/>
          </p:nvSpPr>
          <p:spPr>
            <a:xfrm>
              <a:off x="5032450" y="4235775"/>
              <a:ext cx="207800" cy="173550"/>
            </a:xfrm>
            <a:custGeom>
              <a:avLst/>
              <a:gdLst/>
              <a:ahLst/>
              <a:cxnLst/>
              <a:rect l="l" t="t" r="r" b="b"/>
              <a:pathLst>
                <a:path w="8312" h="6942" extrusionOk="0">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9" name="Google Shape;1999;p16"/>
            <p:cNvSpPr/>
            <p:nvPr/>
          </p:nvSpPr>
          <p:spPr>
            <a:xfrm>
              <a:off x="5006875" y="3750000"/>
              <a:ext cx="242600" cy="651600"/>
            </a:xfrm>
            <a:custGeom>
              <a:avLst/>
              <a:gdLst/>
              <a:ahLst/>
              <a:cxnLst/>
              <a:rect l="l" t="t" r="r" b="b"/>
              <a:pathLst>
                <a:path w="9704" h="26064" extrusionOk="0">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0" name="Google Shape;2000;p16"/>
            <p:cNvSpPr/>
            <p:nvPr/>
          </p:nvSpPr>
          <p:spPr>
            <a:xfrm>
              <a:off x="4991100" y="4191000"/>
              <a:ext cx="56575" cy="53975"/>
            </a:xfrm>
            <a:custGeom>
              <a:avLst/>
              <a:gdLst/>
              <a:ahLst/>
              <a:cxnLst/>
              <a:rect l="l" t="t" r="r" b="b"/>
              <a:pathLst>
                <a:path w="2263" h="2159" extrusionOk="0">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1" name="Google Shape;2001;p16"/>
            <p:cNvSpPr/>
            <p:nvPr/>
          </p:nvSpPr>
          <p:spPr>
            <a:xfrm>
              <a:off x="4815775" y="4062050"/>
              <a:ext cx="78000" cy="76425"/>
            </a:xfrm>
            <a:custGeom>
              <a:avLst/>
              <a:gdLst/>
              <a:ahLst/>
              <a:cxnLst/>
              <a:rect l="l" t="t" r="r" b="b"/>
              <a:pathLst>
                <a:path w="3120" h="3057" extrusionOk="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2" name="Google Shape;2002;p16"/>
            <p:cNvSpPr/>
            <p:nvPr/>
          </p:nvSpPr>
          <p:spPr>
            <a:xfrm>
              <a:off x="2997100" y="4406875"/>
              <a:ext cx="25600" cy="5125"/>
            </a:xfrm>
            <a:custGeom>
              <a:avLst/>
              <a:gdLst/>
              <a:ahLst/>
              <a:cxnLst/>
              <a:rect l="l" t="t" r="r" b="b"/>
              <a:pathLst>
                <a:path w="1024" h="205" extrusionOk="0">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3" name="Google Shape;2003;p16"/>
            <p:cNvSpPr/>
            <p:nvPr/>
          </p:nvSpPr>
          <p:spPr>
            <a:xfrm>
              <a:off x="2698250" y="4188575"/>
              <a:ext cx="14300" cy="13925"/>
            </a:xfrm>
            <a:custGeom>
              <a:avLst/>
              <a:gdLst/>
              <a:ahLst/>
              <a:cxnLst/>
              <a:rect l="l" t="t" r="r" b="b"/>
              <a:pathLst>
                <a:path w="572" h="557" extrusionOk="0">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4" name="Google Shape;2004;p16"/>
            <p:cNvSpPr/>
            <p:nvPr/>
          </p:nvSpPr>
          <p:spPr>
            <a:xfrm>
              <a:off x="3732600" y="4168050"/>
              <a:ext cx="29200" cy="27800"/>
            </a:xfrm>
            <a:custGeom>
              <a:avLst/>
              <a:gdLst/>
              <a:ahLst/>
              <a:cxnLst/>
              <a:rect l="l" t="t" r="r" b="b"/>
              <a:pathLst>
                <a:path w="1168" h="1112" extrusionOk="0">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5" name="Google Shape;2005;p16"/>
            <p:cNvSpPr/>
            <p:nvPr/>
          </p:nvSpPr>
          <p:spPr>
            <a:xfrm>
              <a:off x="4574675" y="4319825"/>
              <a:ext cx="37825" cy="38250"/>
            </a:xfrm>
            <a:custGeom>
              <a:avLst/>
              <a:gdLst/>
              <a:ahLst/>
              <a:cxnLst/>
              <a:rect l="l" t="t" r="r" b="b"/>
              <a:pathLst>
                <a:path w="1513" h="1530" extrusionOk="0">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6" name="Google Shape;2006;p16"/>
            <p:cNvSpPr/>
            <p:nvPr/>
          </p:nvSpPr>
          <p:spPr>
            <a:xfrm>
              <a:off x="4163600" y="4245300"/>
              <a:ext cx="27400" cy="26400"/>
            </a:xfrm>
            <a:custGeom>
              <a:avLst/>
              <a:gdLst/>
              <a:ahLst/>
              <a:cxnLst/>
              <a:rect l="l" t="t" r="r" b="b"/>
              <a:pathLst>
                <a:path w="1096" h="1056" extrusionOk="0">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7" name="Google Shape;2007;p16"/>
            <p:cNvSpPr/>
            <p:nvPr/>
          </p:nvSpPr>
          <p:spPr>
            <a:xfrm>
              <a:off x="2754800" y="4228775"/>
              <a:ext cx="27100" cy="27250"/>
            </a:xfrm>
            <a:custGeom>
              <a:avLst/>
              <a:gdLst/>
              <a:ahLst/>
              <a:cxnLst/>
              <a:rect l="l" t="t" r="r" b="b"/>
              <a:pathLst>
                <a:path w="1084" h="1090" extrusionOk="0">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8" name="Google Shape;2008;p16"/>
            <p:cNvSpPr/>
            <p:nvPr/>
          </p:nvSpPr>
          <p:spPr>
            <a:xfrm>
              <a:off x="2582150" y="4308350"/>
              <a:ext cx="28000" cy="27250"/>
            </a:xfrm>
            <a:custGeom>
              <a:avLst/>
              <a:gdLst/>
              <a:ahLst/>
              <a:cxnLst/>
              <a:rect l="l" t="t" r="r" b="b"/>
              <a:pathLst>
                <a:path w="1120" h="1090" extrusionOk="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9" name="Google Shape;2009;p16"/>
            <p:cNvSpPr/>
            <p:nvPr/>
          </p:nvSpPr>
          <p:spPr>
            <a:xfrm>
              <a:off x="3259325" y="4015150"/>
              <a:ext cx="28300" cy="26950"/>
            </a:xfrm>
            <a:custGeom>
              <a:avLst/>
              <a:gdLst/>
              <a:ahLst/>
              <a:cxnLst/>
              <a:rect l="l" t="t" r="r" b="b"/>
              <a:pathLst>
                <a:path w="1132" h="1078" extrusionOk="0">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0" name="Google Shape;2010;p16"/>
            <p:cNvSpPr/>
            <p:nvPr/>
          </p:nvSpPr>
          <p:spPr>
            <a:xfrm>
              <a:off x="5234575" y="4397850"/>
              <a:ext cx="36625" cy="13550"/>
            </a:xfrm>
            <a:custGeom>
              <a:avLst/>
              <a:gdLst/>
              <a:ahLst/>
              <a:cxnLst/>
              <a:rect l="l" t="t" r="r" b="b"/>
              <a:pathLst>
                <a:path w="1465" h="542" extrusionOk="0">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1" name="Google Shape;2011;p16"/>
            <p:cNvSpPr/>
            <p:nvPr/>
          </p:nvSpPr>
          <p:spPr>
            <a:xfrm>
              <a:off x="4984250" y="3714800"/>
              <a:ext cx="39600" cy="38200"/>
            </a:xfrm>
            <a:custGeom>
              <a:avLst/>
              <a:gdLst/>
              <a:ahLst/>
              <a:cxnLst/>
              <a:rect l="l" t="t" r="r" b="b"/>
              <a:pathLst>
                <a:path w="1584" h="1528" extrusionOk="0">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2" name="Google Shape;2012;p16"/>
            <p:cNvSpPr/>
            <p:nvPr/>
          </p:nvSpPr>
          <p:spPr>
            <a:xfrm>
              <a:off x="3074475" y="4307150"/>
              <a:ext cx="15500" cy="15550"/>
            </a:xfrm>
            <a:custGeom>
              <a:avLst/>
              <a:gdLst/>
              <a:ahLst/>
              <a:cxnLst/>
              <a:rect l="l" t="t" r="r" b="b"/>
              <a:pathLst>
                <a:path w="620" h="622" extrusionOk="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3" name="Google Shape;2013;p16"/>
            <p:cNvSpPr/>
            <p:nvPr/>
          </p:nvSpPr>
          <p:spPr>
            <a:xfrm>
              <a:off x="3911200" y="4344925"/>
              <a:ext cx="16375" cy="15575"/>
            </a:xfrm>
            <a:custGeom>
              <a:avLst/>
              <a:gdLst/>
              <a:ahLst/>
              <a:cxnLst/>
              <a:rect l="l" t="t" r="r" b="b"/>
              <a:pathLst>
                <a:path w="655" h="623" extrusionOk="0">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14" name="Google Shape;2014;p16"/>
          <p:cNvGrpSpPr/>
          <p:nvPr/>
        </p:nvGrpSpPr>
        <p:grpSpPr>
          <a:xfrm rot="10800000">
            <a:off x="4981625" y="-155"/>
            <a:ext cx="4162380" cy="1079126"/>
            <a:chOff x="2582150" y="3714800"/>
            <a:chExt cx="2689050" cy="697200"/>
          </a:xfrm>
        </p:grpSpPr>
        <p:sp>
          <p:nvSpPr>
            <p:cNvPr id="2015" name="Google Shape;2015;p16"/>
            <p:cNvSpPr/>
            <p:nvPr/>
          </p:nvSpPr>
          <p:spPr>
            <a:xfrm>
              <a:off x="3636750" y="440215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6" name="Google Shape;2016;p16"/>
            <p:cNvSpPr/>
            <p:nvPr/>
          </p:nvSpPr>
          <p:spPr>
            <a:xfrm>
              <a:off x="3640625" y="4406925"/>
              <a:ext cx="19375" cy="4475"/>
            </a:xfrm>
            <a:custGeom>
              <a:avLst/>
              <a:gdLst/>
              <a:ahLst/>
              <a:cxnLst/>
              <a:rect l="l" t="t" r="r" b="b"/>
              <a:pathLst>
                <a:path w="775" h="179" extrusionOk="0">
                  <a:moveTo>
                    <a:pt x="393" y="0"/>
                  </a:moveTo>
                  <a:lnTo>
                    <a:pt x="36" y="108"/>
                  </a:lnTo>
                  <a:lnTo>
                    <a:pt x="0" y="179"/>
                  </a:lnTo>
                  <a:lnTo>
                    <a:pt x="774" y="179"/>
                  </a:lnTo>
                  <a:lnTo>
                    <a:pt x="39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7" name="Google Shape;2017;p16"/>
            <p:cNvSpPr/>
            <p:nvPr/>
          </p:nvSpPr>
          <p:spPr>
            <a:xfrm>
              <a:off x="3634075" y="4403950"/>
              <a:ext cx="25" cy="625"/>
            </a:xfrm>
            <a:custGeom>
              <a:avLst/>
              <a:gdLst/>
              <a:ahLst/>
              <a:cxnLst/>
              <a:rect l="l" t="t" r="r" b="b"/>
              <a:pathLst>
                <a:path w="1" h="25" extrusionOk="0">
                  <a:moveTo>
                    <a:pt x="0" y="24"/>
                  </a:moveTo>
                  <a:lnTo>
                    <a:pt x="0" y="24"/>
                  </a:lnTo>
                  <a:lnTo>
                    <a:pt x="0" y="24"/>
                  </a:ln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8" name="Google Shape;2018;p16"/>
            <p:cNvSpPr/>
            <p:nvPr/>
          </p:nvSpPr>
          <p:spPr>
            <a:xfrm>
              <a:off x="3635275" y="440305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9" name="Google Shape;2019;p16"/>
            <p:cNvSpPr/>
            <p:nvPr/>
          </p:nvSpPr>
          <p:spPr>
            <a:xfrm>
              <a:off x="3746875" y="4334600"/>
              <a:ext cx="142325" cy="46150"/>
            </a:xfrm>
            <a:custGeom>
              <a:avLst/>
              <a:gdLst/>
              <a:ahLst/>
              <a:cxnLst/>
              <a:rect l="l" t="t" r="r" b="b"/>
              <a:pathLst>
                <a:path w="5693" h="1846" extrusionOk="0">
                  <a:moveTo>
                    <a:pt x="5418" y="0"/>
                  </a:moveTo>
                  <a:lnTo>
                    <a:pt x="1" y="1488"/>
                  </a:lnTo>
                  <a:lnTo>
                    <a:pt x="1" y="1846"/>
                  </a:lnTo>
                  <a:lnTo>
                    <a:pt x="5692" y="262"/>
                  </a:lnTo>
                  <a:lnTo>
                    <a:pt x="541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0" name="Google Shape;2020;p16"/>
            <p:cNvSpPr/>
            <p:nvPr/>
          </p:nvSpPr>
          <p:spPr>
            <a:xfrm>
              <a:off x="3891850" y="4256600"/>
              <a:ext cx="273575" cy="81875"/>
            </a:xfrm>
            <a:custGeom>
              <a:avLst/>
              <a:gdLst/>
              <a:ahLst/>
              <a:cxnLst/>
              <a:rect l="l" t="t" r="r" b="b"/>
              <a:pathLst>
                <a:path w="10943" h="3275" extrusionOk="0">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1" name="Google Shape;2021;p16"/>
            <p:cNvSpPr/>
            <p:nvPr/>
          </p:nvSpPr>
          <p:spPr>
            <a:xfrm>
              <a:off x="3634375" y="4403350"/>
              <a:ext cx="325" cy="325"/>
            </a:xfrm>
            <a:custGeom>
              <a:avLst/>
              <a:gdLst/>
              <a:ahLst/>
              <a:cxnLst/>
              <a:rect l="l" t="t" r="r" b="b"/>
              <a:pathLst>
                <a:path w="13" h="13" extrusionOk="0">
                  <a:moveTo>
                    <a:pt x="0" y="12"/>
                  </a:move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2" name="Google Shape;2022;p16"/>
            <p:cNvSpPr/>
            <p:nvPr/>
          </p:nvSpPr>
          <p:spPr>
            <a:xfrm>
              <a:off x="3635275" y="4402450"/>
              <a:ext cx="300" cy="625"/>
            </a:xfrm>
            <a:custGeom>
              <a:avLst/>
              <a:gdLst/>
              <a:ahLst/>
              <a:cxnLst/>
              <a:rect l="l" t="t" r="r" b="b"/>
              <a:pathLst>
                <a:path w="12" h="25" extrusionOk="0">
                  <a:moveTo>
                    <a:pt x="12" y="1"/>
                  </a:moveTo>
                  <a:cubicBezTo>
                    <a:pt x="12" y="1"/>
                    <a:pt x="0" y="25"/>
                    <a:pt x="12" y="1"/>
                  </a:cubicBezTo>
                  <a:lnTo>
                    <a:pt x="0" y="25"/>
                  </a:lnTo>
                  <a:lnTo>
                    <a:pt x="0" y="25"/>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3" name="Google Shape;2023;p16"/>
            <p:cNvSpPr/>
            <p:nvPr/>
          </p:nvSpPr>
          <p:spPr>
            <a:xfrm>
              <a:off x="3636750" y="4373575"/>
              <a:ext cx="101825" cy="35750"/>
            </a:xfrm>
            <a:custGeom>
              <a:avLst/>
              <a:gdLst/>
              <a:ahLst/>
              <a:cxnLst/>
              <a:rect l="l" t="t" r="r" b="b"/>
              <a:pathLst>
                <a:path w="4073" h="1430" extrusionOk="0">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4" name="Google Shape;2024;p16"/>
            <p:cNvSpPr/>
            <p:nvPr/>
          </p:nvSpPr>
          <p:spPr>
            <a:xfrm>
              <a:off x="3635850" y="4402150"/>
              <a:ext cx="925" cy="325"/>
            </a:xfrm>
            <a:custGeom>
              <a:avLst/>
              <a:gdLst/>
              <a:ahLst/>
              <a:cxnLst/>
              <a:rect l="l" t="t" r="r" b="b"/>
              <a:pathLst>
                <a:path w="37" h="13" extrusionOk="0">
                  <a:moveTo>
                    <a:pt x="37" y="1"/>
                  </a:moveTo>
                  <a:cubicBezTo>
                    <a:pt x="13" y="1"/>
                    <a:pt x="1" y="1"/>
                    <a:pt x="1" y="13"/>
                  </a:cubicBezTo>
                  <a:cubicBezTo>
                    <a:pt x="1" y="13"/>
                    <a:pt x="13" y="1"/>
                    <a:pt x="3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5" name="Google Shape;2025;p16"/>
            <p:cNvSpPr/>
            <p:nvPr/>
          </p:nvSpPr>
          <p:spPr>
            <a:xfrm>
              <a:off x="3634075" y="4403950"/>
              <a:ext cx="325" cy="925"/>
            </a:xfrm>
            <a:custGeom>
              <a:avLst/>
              <a:gdLst/>
              <a:ahLst/>
              <a:cxnLst/>
              <a:rect l="l" t="t" r="r" b="b"/>
              <a:pathLst>
                <a:path w="13" h="37" extrusionOk="0">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6" name="Google Shape;2026;p16"/>
            <p:cNvSpPr/>
            <p:nvPr/>
          </p:nvSpPr>
          <p:spPr>
            <a:xfrm>
              <a:off x="2599425" y="4199450"/>
              <a:ext cx="104800" cy="112250"/>
            </a:xfrm>
            <a:custGeom>
              <a:avLst/>
              <a:gdLst/>
              <a:ahLst/>
              <a:cxnLst/>
              <a:rect l="l" t="t" r="r" b="b"/>
              <a:pathLst>
                <a:path w="4192" h="4490" extrusionOk="0">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7" name="Google Shape;2027;p16"/>
            <p:cNvSpPr/>
            <p:nvPr/>
          </p:nvSpPr>
          <p:spPr>
            <a:xfrm>
              <a:off x="2778900" y="4187850"/>
              <a:ext cx="124150" cy="53600"/>
            </a:xfrm>
            <a:custGeom>
              <a:avLst/>
              <a:gdLst/>
              <a:ahLst/>
              <a:cxnLst/>
              <a:rect l="l" t="t" r="r" b="b"/>
              <a:pathLst>
                <a:path w="4966" h="2144" extrusionOk="0">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8" name="Google Shape;2028;p16"/>
            <p:cNvSpPr/>
            <p:nvPr/>
          </p:nvSpPr>
          <p:spPr>
            <a:xfrm>
              <a:off x="2905125" y="4188150"/>
              <a:ext cx="900" cy="625"/>
            </a:xfrm>
            <a:custGeom>
              <a:avLst/>
              <a:gdLst/>
              <a:ahLst/>
              <a:cxnLst/>
              <a:rect l="l" t="t" r="r" b="b"/>
              <a:pathLst>
                <a:path w="36" h="25" extrusionOk="0">
                  <a:moveTo>
                    <a:pt x="0" y="0"/>
                  </a:moveTo>
                  <a:cubicBezTo>
                    <a:pt x="12" y="0"/>
                    <a:pt x="12" y="24"/>
                    <a:pt x="36" y="24"/>
                  </a:cubicBezTo>
                  <a:cubicBezTo>
                    <a:pt x="12" y="24"/>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9" name="Google Shape;2029;p16"/>
            <p:cNvSpPr/>
            <p:nvPr/>
          </p:nvSpPr>
          <p:spPr>
            <a:xfrm>
              <a:off x="2903925" y="41878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0" name="Google Shape;2030;p16"/>
            <p:cNvSpPr/>
            <p:nvPr/>
          </p:nvSpPr>
          <p:spPr>
            <a:xfrm>
              <a:off x="2903325" y="4187850"/>
              <a:ext cx="625" cy="25"/>
            </a:xfrm>
            <a:custGeom>
              <a:avLst/>
              <a:gdLst/>
              <a:ahLst/>
              <a:cxnLst/>
              <a:rect l="l" t="t" r="r" b="b"/>
              <a:pathLst>
                <a:path w="25" h="1" extrusionOk="0">
                  <a:moveTo>
                    <a:pt x="1" y="0"/>
                  </a:move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1" name="Google Shape;2031;p16"/>
            <p:cNvSpPr/>
            <p:nvPr/>
          </p:nvSpPr>
          <p:spPr>
            <a:xfrm>
              <a:off x="2906000" y="418875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2" name="Google Shape;2032;p16"/>
            <p:cNvSpPr/>
            <p:nvPr/>
          </p:nvSpPr>
          <p:spPr>
            <a:xfrm>
              <a:off x="2898575" y="4188150"/>
              <a:ext cx="179200" cy="127725"/>
            </a:xfrm>
            <a:custGeom>
              <a:avLst/>
              <a:gdLst/>
              <a:ahLst/>
              <a:cxnLst/>
              <a:rect l="l" t="t" r="r" b="b"/>
              <a:pathLst>
                <a:path w="7168" h="5109" extrusionOk="0">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3" name="Google Shape;2033;p16"/>
            <p:cNvSpPr/>
            <p:nvPr/>
          </p:nvSpPr>
          <p:spPr>
            <a:xfrm>
              <a:off x="2605375" y="4242625"/>
              <a:ext cx="151825" cy="76225"/>
            </a:xfrm>
            <a:custGeom>
              <a:avLst/>
              <a:gdLst/>
              <a:ahLst/>
              <a:cxnLst/>
              <a:rect l="l" t="t" r="r" b="b"/>
              <a:pathLst>
                <a:path w="6073" h="3049" extrusionOk="0">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4" name="Google Shape;2034;p16"/>
            <p:cNvSpPr/>
            <p:nvPr/>
          </p:nvSpPr>
          <p:spPr>
            <a:xfrm>
              <a:off x="2768500" y="4252150"/>
              <a:ext cx="210450" cy="159250"/>
            </a:xfrm>
            <a:custGeom>
              <a:avLst/>
              <a:gdLst/>
              <a:ahLst/>
              <a:cxnLst/>
              <a:rect l="l" t="t" r="r" b="b"/>
              <a:pathLst>
                <a:path w="8418" h="6370" extrusionOk="0">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5" name="Google Shape;2035;p16"/>
            <p:cNvSpPr/>
            <p:nvPr/>
          </p:nvSpPr>
          <p:spPr>
            <a:xfrm>
              <a:off x="2694975" y="4191125"/>
              <a:ext cx="62225" cy="54200"/>
            </a:xfrm>
            <a:custGeom>
              <a:avLst/>
              <a:gdLst/>
              <a:ahLst/>
              <a:cxnLst/>
              <a:rect l="l" t="t" r="r" b="b"/>
              <a:pathLst>
                <a:path w="2489" h="2168" extrusionOk="0">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6" name="Google Shape;2036;p16"/>
            <p:cNvSpPr/>
            <p:nvPr/>
          </p:nvSpPr>
          <p:spPr>
            <a:xfrm>
              <a:off x="3016725" y="4319125"/>
              <a:ext cx="67000" cy="92275"/>
            </a:xfrm>
            <a:custGeom>
              <a:avLst/>
              <a:gdLst/>
              <a:ahLst/>
              <a:cxnLst/>
              <a:rect l="l" t="t" r="r" b="b"/>
              <a:pathLst>
                <a:path w="2680" h="3691" extrusionOk="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7" name="Google Shape;2037;p16"/>
            <p:cNvSpPr/>
            <p:nvPr/>
          </p:nvSpPr>
          <p:spPr>
            <a:xfrm>
              <a:off x="3084000" y="4036650"/>
              <a:ext cx="186075" cy="275050"/>
            </a:xfrm>
            <a:custGeom>
              <a:avLst/>
              <a:gdLst/>
              <a:ahLst/>
              <a:cxnLst/>
              <a:rect l="l" t="t" r="r" b="b"/>
              <a:pathLst>
                <a:path w="7443" h="11002" extrusionOk="0">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8" name="Google Shape;2038;p16"/>
            <p:cNvSpPr/>
            <p:nvPr/>
          </p:nvSpPr>
          <p:spPr>
            <a:xfrm>
              <a:off x="3088475" y="4311375"/>
              <a:ext cx="161950" cy="100025"/>
            </a:xfrm>
            <a:custGeom>
              <a:avLst/>
              <a:gdLst/>
              <a:ahLst/>
              <a:cxnLst/>
              <a:rect l="l" t="t" r="r" b="b"/>
              <a:pathLst>
                <a:path w="6478" h="4001" extrusionOk="0">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9" name="Google Shape;2039;p16"/>
            <p:cNvSpPr/>
            <p:nvPr/>
          </p:nvSpPr>
          <p:spPr>
            <a:xfrm>
              <a:off x="3271525" y="4040200"/>
              <a:ext cx="47350" cy="371200"/>
            </a:xfrm>
            <a:custGeom>
              <a:avLst/>
              <a:gdLst/>
              <a:ahLst/>
              <a:cxnLst/>
              <a:rect l="l" t="t" r="r" b="b"/>
              <a:pathLst>
                <a:path w="1894" h="14848" extrusionOk="0">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0" name="Google Shape;2040;p16"/>
            <p:cNvSpPr/>
            <p:nvPr/>
          </p:nvSpPr>
          <p:spPr>
            <a:xfrm>
              <a:off x="3632275" y="4401925"/>
              <a:ext cx="10750" cy="9475"/>
            </a:xfrm>
            <a:custGeom>
              <a:avLst/>
              <a:gdLst/>
              <a:ahLst/>
              <a:cxnLst/>
              <a:rect l="l" t="t" r="r" b="b"/>
              <a:pathLst>
                <a:path w="430" h="379" extrusionOk="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1" name="Google Shape;2041;p16"/>
            <p:cNvSpPr/>
            <p:nvPr/>
          </p:nvSpPr>
          <p:spPr>
            <a:xfrm>
              <a:off x="3737350" y="4195300"/>
              <a:ext cx="14325" cy="216100"/>
            </a:xfrm>
            <a:custGeom>
              <a:avLst/>
              <a:gdLst/>
              <a:ahLst/>
              <a:cxnLst/>
              <a:rect l="l" t="t" r="r" b="b"/>
              <a:pathLst>
                <a:path w="573" h="8644" extrusionOk="0">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2" name="Google Shape;2042;p16"/>
            <p:cNvSpPr/>
            <p:nvPr/>
          </p:nvSpPr>
          <p:spPr>
            <a:xfrm>
              <a:off x="4021625" y="4264050"/>
              <a:ext cx="149750" cy="147350"/>
            </a:xfrm>
            <a:custGeom>
              <a:avLst/>
              <a:gdLst/>
              <a:ahLst/>
              <a:cxnLst/>
              <a:rect l="l" t="t" r="r" b="b"/>
              <a:pathLst>
                <a:path w="5990" h="5894" extrusionOk="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3" name="Google Shape;2043;p16"/>
            <p:cNvSpPr/>
            <p:nvPr/>
          </p:nvSpPr>
          <p:spPr>
            <a:xfrm>
              <a:off x="4484475" y="4346500"/>
              <a:ext cx="96475" cy="64900"/>
            </a:xfrm>
            <a:custGeom>
              <a:avLst/>
              <a:gdLst/>
              <a:ahLst/>
              <a:cxnLst/>
              <a:rect l="l" t="t" r="r" b="b"/>
              <a:pathLst>
                <a:path w="3859" h="2596" extrusionOk="0">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4" name="Google Shape;2044;p16"/>
            <p:cNvSpPr/>
            <p:nvPr/>
          </p:nvSpPr>
          <p:spPr>
            <a:xfrm>
              <a:off x="3743025" y="4194700"/>
              <a:ext cx="230700" cy="216425"/>
            </a:xfrm>
            <a:custGeom>
              <a:avLst/>
              <a:gdLst/>
              <a:ahLst/>
              <a:cxnLst/>
              <a:rect l="l" t="t" r="r" b="b"/>
              <a:pathLst>
                <a:path w="9228" h="8657" extrusionOk="0">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5" name="Google Shape;2045;p16"/>
            <p:cNvSpPr/>
            <p:nvPr/>
          </p:nvSpPr>
          <p:spPr>
            <a:xfrm>
              <a:off x="4185325" y="4269100"/>
              <a:ext cx="69975" cy="142300"/>
            </a:xfrm>
            <a:custGeom>
              <a:avLst/>
              <a:gdLst/>
              <a:ahLst/>
              <a:cxnLst/>
              <a:rect l="l" t="t" r="r" b="b"/>
              <a:pathLst>
                <a:path w="2799" h="5692" extrusionOk="0">
                  <a:moveTo>
                    <a:pt x="1" y="1"/>
                  </a:moveTo>
                  <a:lnTo>
                    <a:pt x="2430" y="5692"/>
                  </a:lnTo>
                  <a:lnTo>
                    <a:pt x="2799" y="5692"/>
                  </a:lnTo>
                  <a:lnTo>
                    <a:pt x="572" y="465"/>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6" name="Google Shape;2046;p16"/>
            <p:cNvSpPr/>
            <p:nvPr/>
          </p:nvSpPr>
          <p:spPr>
            <a:xfrm>
              <a:off x="4174625" y="4240475"/>
              <a:ext cx="9550" cy="5725"/>
            </a:xfrm>
            <a:custGeom>
              <a:avLst/>
              <a:gdLst/>
              <a:ahLst/>
              <a:cxnLst/>
              <a:rect l="l" t="t" r="r" b="b"/>
              <a:pathLst>
                <a:path w="382" h="229" extrusionOk="0">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7" name="Google Shape;2047;p16"/>
            <p:cNvSpPr/>
            <p:nvPr/>
          </p:nvSpPr>
          <p:spPr>
            <a:xfrm>
              <a:off x="4599075" y="4353050"/>
              <a:ext cx="37825" cy="58350"/>
            </a:xfrm>
            <a:custGeom>
              <a:avLst/>
              <a:gdLst/>
              <a:ahLst/>
              <a:cxnLst/>
              <a:rect l="l" t="t" r="r" b="b"/>
              <a:pathLst>
                <a:path w="1513" h="2334" extrusionOk="0">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8" name="Google Shape;2048;p16"/>
            <p:cNvSpPr/>
            <p:nvPr/>
          </p:nvSpPr>
          <p:spPr>
            <a:xfrm>
              <a:off x="4185025" y="4263750"/>
              <a:ext cx="182500" cy="147650"/>
            </a:xfrm>
            <a:custGeom>
              <a:avLst/>
              <a:gdLst/>
              <a:ahLst/>
              <a:cxnLst/>
              <a:rect l="l" t="t" r="r" b="b"/>
              <a:pathLst>
                <a:path w="7300" h="5906" extrusionOk="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9" name="Google Shape;2049;p16"/>
            <p:cNvSpPr/>
            <p:nvPr/>
          </p:nvSpPr>
          <p:spPr>
            <a:xfrm>
              <a:off x="4189800" y="4255125"/>
              <a:ext cx="386375" cy="83950"/>
            </a:xfrm>
            <a:custGeom>
              <a:avLst/>
              <a:gdLst/>
              <a:ahLst/>
              <a:cxnLst/>
              <a:rect l="l" t="t" r="r" b="b"/>
              <a:pathLst>
                <a:path w="15455" h="3358" extrusionOk="0">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0" name="Google Shape;2050;p16"/>
            <p:cNvSpPr/>
            <p:nvPr/>
          </p:nvSpPr>
          <p:spPr>
            <a:xfrm>
              <a:off x="4185925" y="3740775"/>
              <a:ext cx="804900" cy="513475"/>
            </a:xfrm>
            <a:custGeom>
              <a:avLst/>
              <a:gdLst/>
              <a:ahLst/>
              <a:cxnLst/>
              <a:rect l="l" t="t" r="r" b="b"/>
              <a:pathLst>
                <a:path w="32196" h="20539" extrusionOk="0">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1" name="Google Shape;2051;p16"/>
            <p:cNvSpPr/>
            <p:nvPr/>
          </p:nvSpPr>
          <p:spPr>
            <a:xfrm>
              <a:off x="4604725" y="4122375"/>
              <a:ext cx="224450" cy="207175"/>
            </a:xfrm>
            <a:custGeom>
              <a:avLst/>
              <a:gdLst/>
              <a:ahLst/>
              <a:cxnLst/>
              <a:rect l="l" t="t" r="r" b="b"/>
              <a:pathLst>
                <a:path w="8978" h="8287" extrusionOk="0">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2" name="Google Shape;2052;p16"/>
            <p:cNvSpPr/>
            <p:nvPr/>
          </p:nvSpPr>
          <p:spPr>
            <a:xfrm>
              <a:off x="4727950" y="4136950"/>
              <a:ext cx="125650" cy="274450"/>
            </a:xfrm>
            <a:custGeom>
              <a:avLst/>
              <a:gdLst/>
              <a:ahLst/>
              <a:cxnLst/>
              <a:rect l="l" t="t" r="r" b="b"/>
              <a:pathLst>
                <a:path w="5026" h="10978" extrusionOk="0">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3" name="Google Shape;2053;p16"/>
            <p:cNvSpPr/>
            <p:nvPr/>
          </p:nvSpPr>
          <p:spPr>
            <a:xfrm>
              <a:off x="4605925" y="4346200"/>
              <a:ext cx="86650" cy="65200"/>
            </a:xfrm>
            <a:custGeom>
              <a:avLst/>
              <a:gdLst/>
              <a:ahLst/>
              <a:cxnLst/>
              <a:rect l="l" t="t" r="r" b="b"/>
              <a:pathLst>
                <a:path w="3466" h="2608" extrusionOk="0">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4" name="Google Shape;2054;p16"/>
            <p:cNvSpPr/>
            <p:nvPr/>
          </p:nvSpPr>
          <p:spPr>
            <a:xfrm>
              <a:off x="5016400" y="4244400"/>
              <a:ext cx="9250" cy="167000"/>
            </a:xfrm>
            <a:custGeom>
              <a:avLst/>
              <a:gdLst/>
              <a:ahLst/>
              <a:cxnLst/>
              <a:rect l="l" t="t" r="r" b="b"/>
              <a:pathLst>
                <a:path w="370" h="6680" extrusionOk="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5" name="Google Shape;2055;p16"/>
            <p:cNvSpPr/>
            <p:nvPr/>
          </p:nvSpPr>
          <p:spPr>
            <a:xfrm>
              <a:off x="5021450" y="4188150"/>
              <a:ext cx="3300" cy="3900"/>
            </a:xfrm>
            <a:custGeom>
              <a:avLst/>
              <a:gdLst/>
              <a:ahLst/>
              <a:cxnLst/>
              <a:rect l="l" t="t" r="r" b="b"/>
              <a:pathLst>
                <a:path w="132" h="156" extrusionOk="0">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6" name="Google Shape;2056;p16"/>
            <p:cNvSpPr/>
            <p:nvPr/>
          </p:nvSpPr>
          <p:spPr>
            <a:xfrm>
              <a:off x="4864275" y="3750900"/>
              <a:ext cx="138450" cy="315225"/>
            </a:xfrm>
            <a:custGeom>
              <a:avLst/>
              <a:gdLst/>
              <a:ahLst/>
              <a:cxnLst/>
              <a:rect l="l" t="t" r="r" b="b"/>
              <a:pathLst>
                <a:path w="5538" h="12609" extrusionOk="0">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7" name="Google Shape;2057;p16"/>
            <p:cNvSpPr/>
            <p:nvPr/>
          </p:nvSpPr>
          <p:spPr>
            <a:xfrm>
              <a:off x="5003300" y="3753275"/>
              <a:ext cx="18175" cy="439050"/>
            </a:xfrm>
            <a:custGeom>
              <a:avLst/>
              <a:gdLst/>
              <a:ahLst/>
              <a:cxnLst/>
              <a:rect l="l" t="t" r="r" b="b"/>
              <a:pathLst>
                <a:path w="727" h="17562" extrusionOk="0">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8" name="Google Shape;2058;p16"/>
            <p:cNvSpPr/>
            <p:nvPr/>
          </p:nvSpPr>
          <p:spPr>
            <a:xfrm>
              <a:off x="4886325" y="4112250"/>
              <a:ext cx="111625" cy="96750"/>
            </a:xfrm>
            <a:custGeom>
              <a:avLst/>
              <a:gdLst/>
              <a:ahLst/>
              <a:cxnLst/>
              <a:rect l="l" t="t" r="r" b="b"/>
              <a:pathLst>
                <a:path w="4465" h="3870" extrusionOk="0">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9" name="Google Shape;2059;p16"/>
            <p:cNvSpPr/>
            <p:nvPr/>
          </p:nvSpPr>
          <p:spPr>
            <a:xfrm>
              <a:off x="5032450" y="4235775"/>
              <a:ext cx="207800" cy="173550"/>
            </a:xfrm>
            <a:custGeom>
              <a:avLst/>
              <a:gdLst/>
              <a:ahLst/>
              <a:cxnLst/>
              <a:rect l="l" t="t" r="r" b="b"/>
              <a:pathLst>
                <a:path w="8312" h="6942" extrusionOk="0">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0" name="Google Shape;2060;p16"/>
            <p:cNvSpPr/>
            <p:nvPr/>
          </p:nvSpPr>
          <p:spPr>
            <a:xfrm>
              <a:off x="5006875" y="3750000"/>
              <a:ext cx="242600" cy="651600"/>
            </a:xfrm>
            <a:custGeom>
              <a:avLst/>
              <a:gdLst/>
              <a:ahLst/>
              <a:cxnLst/>
              <a:rect l="l" t="t" r="r" b="b"/>
              <a:pathLst>
                <a:path w="9704" h="26064" extrusionOk="0">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1" name="Google Shape;2061;p16"/>
            <p:cNvSpPr/>
            <p:nvPr/>
          </p:nvSpPr>
          <p:spPr>
            <a:xfrm>
              <a:off x="4991100" y="4191000"/>
              <a:ext cx="56575" cy="53975"/>
            </a:xfrm>
            <a:custGeom>
              <a:avLst/>
              <a:gdLst/>
              <a:ahLst/>
              <a:cxnLst/>
              <a:rect l="l" t="t" r="r" b="b"/>
              <a:pathLst>
                <a:path w="2263" h="2159" extrusionOk="0">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2" name="Google Shape;2062;p16"/>
            <p:cNvSpPr/>
            <p:nvPr/>
          </p:nvSpPr>
          <p:spPr>
            <a:xfrm>
              <a:off x="4815775" y="4062050"/>
              <a:ext cx="78000" cy="76425"/>
            </a:xfrm>
            <a:custGeom>
              <a:avLst/>
              <a:gdLst/>
              <a:ahLst/>
              <a:cxnLst/>
              <a:rect l="l" t="t" r="r" b="b"/>
              <a:pathLst>
                <a:path w="3120" h="3057" extrusionOk="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3" name="Google Shape;2063;p16"/>
            <p:cNvSpPr/>
            <p:nvPr/>
          </p:nvSpPr>
          <p:spPr>
            <a:xfrm>
              <a:off x="2997100" y="4406875"/>
              <a:ext cx="25600" cy="5125"/>
            </a:xfrm>
            <a:custGeom>
              <a:avLst/>
              <a:gdLst/>
              <a:ahLst/>
              <a:cxnLst/>
              <a:rect l="l" t="t" r="r" b="b"/>
              <a:pathLst>
                <a:path w="1024" h="205" extrusionOk="0">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4" name="Google Shape;2064;p16"/>
            <p:cNvSpPr/>
            <p:nvPr/>
          </p:nvSpPr>
          <p:spPr>
            <a:xfrm>
              <a:off x="2698250" y="4188575"/>
              <a:ext cx="14300" cy="13925"/>
            </a:xfrm>
            <a:custGeom>
              <a:avLst/>
              <a:gdLst/>
              <a:ahLst/>
              <a:cxnLst/>
              <a:rect l="l" t="t" r="r" b="b"/>
              <a:pathLst>
                <a:path w="572" h="557" extrusionOk="0">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5" name="Google Shape;2065;p16"/>
            <p:cNvSpPr/>
            <p:nvPr/>
          </p:nvSpPr>
          <p:spPr>
            <a:xfrm>
              <a:off x="3732600" y="4168050"/>
              <a:ext cx="29200" cy="27800"/>
            </a:xfrm>
            <a:custGeom>
              <a:avLst/>
              <a:gdLst/>
              <a:ahLst/>
              <a:cxnLst/>
              <a:rect l="l" t="t" r="r" b="b"/>
              <a:pathLst>
                <a:path w="1168" h="1112" extrusionOk="0">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6" name="Google Shape;2066;p16"/>
            <p:cNvSpPr/>
            <p:nvPr/>
          </p:nvSpPr>
          <p:spPr>
            <a:xfrm>
              <a:off x="4574675" y="4319825"/>
              <a:ext cx="37825" cy="38250"/>
            </a:xfrm>
            <a:custGeom>
              <a:avLst/>
              <a:gdLst/>
              <a:ahLst/>
              <a:cxnLst/>
              <a:rect l="l" t="t" r="r" b="b"/>
              <a:pathLst>
                <a:path w="1513" h="1530" extrusionOk="0">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7" name="Google Shape;2067;p16"/>
            <p:cNvSpPr/>
            <p:nvPr/>
          </p:nvSpPr>
          <p:spPr>
            <a:xfrm>
              <a:off x="4163600" y="4245300"/>
              <a:ext cx="27400" cy="26400"/>
            </a:xfrm>
            <a:custGeom>
              <a:avLst/>
              <a:gdLst/>
              <a:ahLst/>
              <a:cxnLst/>
              <a:rect l="l" t="t" r="r" b="b"/>
              <a:pathLst>
                <a:path w="1096" h="1056" extrusionOk="0">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8" name="Google Shape;2068;p16"/>
            <p:cNvSpPr/>
            <p:nvPr/>
          </p:nvSpPr>
          <p:spPr>
            <a:xfrm>
              <a:off x="2754800" y="4228775"/>
              <a:ext cx="27100" cy="27250"/>
            </a:xfrm>
            <a:custGeom>
              <a:avLst/>
              <a:gdLst/>
              <a:ahLst/>
              <a:cxnLst/>
              <a:rect l="l" t="t" r="r" b="b"/>
              <a:pathLst>
                <a:path w="1084" h="1090" extrusionOk="0">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9" name="Google Shape;2069;p16"/>
            <p:cNvSpPr/>
            <p:nvPr/>
          </p:nvSpPr>
          <p:spPr>
            <a:xfrm>
              <a:off x="2582150" y="4308350"/>
              <a:ext cx="28000" cy="27250"/>
            </a:xfrm>
            <a:custGeom>
              <a:avLst/>
              <a:gdLst/>
              <a:ahLst/>
              <a:cxnLst/>
              <a:rect l="l" t="t" r="r" b="b"/>
              <a:pathLst>
                <a:path w="1120" h="1090" extrusionOk="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0" name="Google Shape;2070;p16"/>
            <p:cNvSpPr/>
            <p:nvPr/>
          </p:nvSpPr>
          <p:spPr>
            <a:xfrm>
              <a:off x="3259325" y="4015150"/>
              <a:ext cx="28300" cy="26950"/>
            </a:xfrm>
            <a:custGeom>
              <a:avLst/>
              <a:gdLst/>
              <a:ahLst/>
              <a:cxnLst/>
              <a:rect l="l" t="t" r="r" b="b"/>
              <a:pathLst>
                <a:path w="1132" h="1078" extrusionOk="0">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1" name="Google Shape;2071;p16"/>
            <p:cNvSpPr/>
            <p:nvPr/>
          </p:nvSpPr>
          <p:spPr>
            <a:xfrm>
              <a:off x="5234575" y="4397850"/>
              <a:ext cx="36625" cy="13550"/>
            </a:xfrm>
            <a:custGeom>
              <a:avLst/>
              <a:gdLst/>
              <a:ahLst/>
              <a:cxnLst/>
              <a:rect l="l" t="t" r="r" b="b"/>
              <a:pathLst>
                <a:path w="1465" h="542" extrusionOk="0">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2" name="Google Shape;2072;p16"/>
            <p:cNvSpPr/>
            <p:nvPr/>
          </p:nvSpPr>
          <p:spPr>
            <a:xfrm>
              <a:off x="4984250" y="3714800"/>
              <a:ext cx="39600" cy="38200"/>
            </a:xfrm>
            <a:custGeom>
              <a:avLst/>
              <a:gdLst/>
              <a:ahLst/>
              <a:cxnLst/>
              <a:rect l="l" t="t" r="r" b="b"/>
              <a:pathLst>
                <a:path w="1584" h="1528" extrusionOk="0">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3" name="Google Shape;2073;p16"/>
            <p:cNvSpPr/>
            <p:nvPr/>
          </p:nvSpPr>
          <p:spPr>
            <a:xfrm>
              <a:off x="3074475" y="4307150"/>
              <a:ext cx="15500" cy="15550"/>
            </a:xfrm>
            <a:custGeom>
              <a:avLst/>
              <a:gdLst/>
              <a:ahLst/>
              <a:cxnLst/>
              <a:rect l="l" t="t" r="r" b="b"/>
              <a:pathLst>
                <a:path w="620" h="622" extrusionOk="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4" name="Google Shape;2074;p16"/>
            <p:cNvSpPr/>
            <p:nvPr/>
          </p:nvSpPr>
          <p:spPr>
            <a:xfrm>
              <a:off x="3911200" y="4344925"/>
              <a:ext cx="16375" cy="15575"/>
            </a:xfrm>
            <a:custGeom>
              <a:avLst/>
              <a:gdLst/>
              <a:ahLst/>
              <a:cxnLst/>
              <a:rect l="l" t="t" r="r" b="b"/>
              <a:pathLst>
                <a:path w="655" h="623" extrusionOk="0">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4_1">
    <p:spTree>
      <p:nvGrpSpPr>
        <p:cNvPr id="1" name="Shape 2434"/>
        <p:cNvGrpSpPr/>
        <p:nvPr/>
      </p:nvGrpSpPr>
      <p:grpSpPr>
        <a:xfrm>
          <a:off x="0" y="0"/>
          <a:ext cx="0" cy="0"/>
          <a:chOff x="0" y="0"/>
          <a:chExt cx="0" cy="0"/>
        </a:xfrm>
      </p:grpSpPr>
      <p:grpSp>
        <p:nvGrpSpPr>
          <p:cNvPr id="2435" name="Google Shape;2435;p19"/>
          <p:cNvGrpSpPr/>
          <p:nvPr/>
        </p:nvGrpSpPr>
        <p:grpSpPr>
          <a:xfrm rot="10800000">
            <a:off x="-9" y="7"/>
            <a:ext cx="951632" cy="1131613"/>
            <a:chOff x="3048875" y="2669025"/>
            <a:chExt cx="504550" cy="599975"/>
          </a:xfrm>
        </p:grpSpPr>
        <p:sp>
          <p:nvSpPr>
            <p:cNvPr id="2436" name="Google Shape;2436;p19"/>
            <p:cNvSpPr/>
            <p:nvPr/>
          </p:nvSpPr>
          <p:spPr>
            <a:xfrm>
              <a:off x="3048875" y="3200825"/>
              <a:ext cx="57175" cy="68175"/>
            </a:xfrm>
            <a:custGeom>
              <a:avLst/>
              <a:gdLst/>
              <a:ahLst/>
              <a:cxnLst/>
              <a:rect l="l" t="t" r="r" b="b"/>
              <a:pathLst>
                <a:path w="2287" h="2727" extrusionOk="0">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7" name="Google Shape;2437;p19"/>
            <p:cNvSpPr/>
            <p:nvPr/>
          </p:nvSpPr>
          <p:spPr>
            <a:xfrm>
              <a:off x="3117925" y="2833225"/>
              <a:ext cx="56300" cy="351550"/>
            </a:xfrm>
            <a:custGeom>
              <a:avLst/>
              <a:gdLst/>
              <a:ahLst/>
              <a:cxnLst/>
              <a:rect l="l" t="t" r="r" b="b"/>
              <a:pathLst>
                <a:path w="2252" h="14062" extrusionOk="0">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8" name="Google Shape;2438;p19"/>
            <p:cNvSpPr/>
            <p:nvPr/>
          </p:nvSpPr>
          <p:spPr>
            <a:xfrm>
              <a:off x="3174200" y="2826975"/>
              <a:ext cx="144675" cy="8050"/>
            </a:xfrm>
            <a:custGeom>
              <a:avLst/>
              <a:gdLst/>
              <a:ahLst/>
              <a:cxnLst/>
              <a:rect l="l" t="t" r="r" b="b"/>
              <a:pathLst>
                <a:path w="5787" h="322" extrusionOk="0">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9" name="Google Shape;2439;p19"/>
            <p:cNvSpPr/>
            <p:nvPr/>
          </p:nvSpPr>
          <p:spPr>
            <a:xfrm>
              <a:off x="3128650" y="3208250"/>
              <a:ext cx="68500" cy="60175"/>
            </a:xfrm>
            <a:custGeom>
              <a:avLst/>
              <a:gdLst/>
              <a:ahLst/>
              <a:cxnLst/>
              <a:rect l="l" t="t" r="r" b="b"/>
              <a:pathLst>
                <a:path w="2740" h="2407" extrusionOk="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0" name="Google Shape;2440;p19"/>
            <p:cNvSpPr/>
            <p:nvPr/>
          </p:nvSpPr>
          <p:spPr>
            <a:xfrm>
              <a:off x="3202775" y="3124925"/>
              <a:ext cx="147350" cy="144075"/>
            </a:xfrm>
            <a:custGeom>
              <a:avLst/>
              <a:gdLst/>
              <a:ahLst/>
              <a:cxnLst/>
              <a:rect l="l" t="t" r="r" b="b"/>
              <a:pathLst>
                <a:path w="5894" h="5763" extrusionOk="0">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1" name="Google Shape;2441;p19"/>
            <p:cNvSpPr/>
            <p:nvPr/>
          </p:nvSpPr>
          <p:spPr>
            <a:xfrm>
              <a:off x="3367375" y="2941850"/>
              <a:ext cx="161950" cy="165825"/>
            </a:xfrm>
            <a:custGeom>
              <a:avLst/>
              <a:gdLst/>
              <a:ahLst/>
              <a:cxnLst/>
              <a:rect l="l" t="t" r="r" b="b"/>
              <a:pathLst>
                <a:path w="6478" h="6633" extrusionOk="0">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2" name="Google Shape;2442;p19"/>
            <p:cNvSpPr/>
            <p:nvPr/>
          </p:nvSpPr>
          <p:spPr>
            <a:xfrm>
              <a:off x="3356050" y="3130875"/>
              <a:ext cx="23850" cy="137550"/>
            </a:xfrm>
            <a:custGeom>
              <a:avLst/>
              <a:gdLst/>
              <a:ahLst/>
              <a:cxnLst/>
              <a:rect l="l" t="t" r="r" b="b"/>
              <a:pathLst>
                <a:path w="954" h="5502" extrusionOk="0">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3" name="Google Shape;2443;p19"/>
            <p:cNvSpPr/>
            <p:nvPr/>
          </p:nvSpPr>
          <p:spPr>
            <a:xfrm>
              <a:off x="3310225" y="2699575"/>
              <a:ext cx="19975" cy="123550"/>
            </a:xfrm>
            <a:custGeom>
              <a:avLst/>
              <a:gdLst/>
              <a:ahLst/>
              <a:cxnLst/>
              <a:rect l="l" t="t" r="r" b="b"/>
              <a:pathLst>
                <a:path w="799" h="4942" extrusionOk="0">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4" name="Google Shape;2444;p19"/>
            <p:cNvSpPr/>
            <p:nvPr/>
          </p:nvSpPr>
          <p:spPr>
            <a:xfrm>
              <a:off x="3338500" y="2828750"/>
              <a:ext cx="94675" cy="9550"/>
            </a:xfrm>
            <a:custGeom>
              <a:avLst/>
              <a:gdLst/>
              <a:ahLst/>
              <a:cxnLst/>
              <a:rect l="l" t="t" r="r" b="b"/>
              <a:pathLst>
                <a:path w="3787" h="382" extrusionOk="0">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5" name="Google Shape;2445;p19"/>
            <p:cNvSpPr/>
            <p:nvPr/>
          </p:nvSpPr>
          <p:spPr>
            <a:xfrm>
              <a:off x="3531375" y="2913875"/>
              <a:ext cx="22050" cy="23850"/>
            </a:xfrm>
            <a:custGeom>
              <a:avLst/>
              <a:gdLst/>
              <a:ahLst/>
              <a:cxnLst/>
              <a:rect l="l" t="t" r="r" b="b"/>
              <a:pathLst>
                <a:path w="882" h="954" extrusionOk="0">
                  <a:moveTo>
                    <a:pt x="882" y="1"/>
                  </a:moveTo>
                  <a:lnTo>
                    <a:pt x="1" y="787"/>
                  </a:lnTo>
                  <a:cubicBezTo>
                    <a:pt x="84" y="787"/>
                    <a:pt x="179" y="846"/>
                    <a:pt x="227" y="953"/>
                  </a:cubicBezTo>
                  <a:lnTo>
                    <a:pt x="882" y="370"/>
                  </a:lnTo>
                  <a:lnTo>
                    <a:pt x="88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6" name="Google Shape;2446;p19"/>
            <p:cNvSpPr/>
            <p:nvPr/>
          </p:nvSpPr>
          <p:spPr>
            <a:xfrm>
              <a:off x="3319750" y="2693325"/>
              <a:ext cx="118200" cy="135750"/>
            </a:xfrm>
            <a:custGeom>
              <a:avLst/>
              <a:gdLst/>
              <a:ahLst/>
              <a:cxnLst/>
              <a:rect l="l" t="t" r="r" b="b"/>
              <a:pathLst>
                <a:path w="4728" h="5430" extrusionOk="0">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7" name="Google Shape;2447;p19"/>
            <p:cNvSpPr/>
            <p:nvPr/>
          </p:nvSpPr>
          <p:spPr>
            <a:xfrm>
              <a:off x="3446250" y="2840650"/>
              <a:ext cx="82775" cy="98250"/>
            </a:xfrm>
            <a:custGeom>
              <a:avLst/>
              <a:gdLst/>
              <a:ahLst/>
              <a:cxnLst/>
              <a:rect l="l" t="t" r="r" b="b"/>
              <a:pathLst>
                <a:path w="3311" h="3930" extrusionOk="0">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8" name="Google Shape;2448;p19"/>
            <p:cNvSpPr/>
            <p:nvPr/>
          </p:nvSpPr>
          <p:spPr>
            <a:xfrm>
              <a:off x="3528700" y="2944550"/>
              <a:ext cx="24725" cy="46750"/>
            </a:xfrm>
            <a:custGeom>
              <a:avLst/>
              <a:gdLst/>
              <a:ahLst/>
              <a:cxnLst/>
              <a:rect l="l" t="t" r="r" b="b"/>
              <a:pathLst>
                <a:path w="989" h="1870" extrusionOk="0">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9" name="Google Shape;2449;p19"/>
            <p:cNvSpPr/>
            <p:nvPr/>
          </p:nvSpPr>
          <p:spPr>
            <a:xfrm>
              <a:off x="3292950" y="2669025"/>
              <a:ext cx="34550" cy="31750"/>
            </a:xfrm>
            <a:custGeom>
              <a:avLst/>
              <a:gdLst/>
              <a:ahLst/>
              <a:cxnLst/>
              <a:rect l="l" t="t" r="r" b="b"/>
              <a:pathLst>
                <a:path w="1382" h="1270" extrusionOk="0">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0" name="Google Shape;2450;p19"/>
            <p:cNvSpPr/>
            <p:nvPr/>
          </p:nvSpPr>
          <p:spPr>
            <a:xfrm>
              <a:off x="3103950" y="3184550"/>
              <a:ext cx="32475" cy="31650"/>
            </a:xfrm>
            <a:custGeom>
              <a:avLst/>
              <a:gdLst/>
              <a:ahLst/>
              <a:cxnLst/>
              <a:rect l="l" t="t" r="r" b="b"/>
              <a:pathLst>
                <a:path w="1299" h="1266" extrusionOk="0">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1" name="Google Shape;2451;p19"/>
            <p:cNvSpPr/>
            <p:nvPr/>
          </p:nvSpPr>
          <p:spPr>
            <a:xfrm>
              <a:off x="3340000" y="3100100"/>
              <a:ext cx="35125" cy="32400"/>
            </a:xfrm>
            <a:custGeom>
              <a:avLst/>
              <a:gdLst/>
              <a:ahLst/>
              <a:cxnLst/>
              <a:rect l="l" t="t" r="r" b="b"/>
              <a:pathLst>
                <a:path w="1405" h="1296" extrusionOk="0">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2" name="Google Shape;2452;p19"/>
            <p:cNvSpPr/>
            <p:nvPr/>
          </p:nvSpPr>
          <p:spPr>
            <a:xfrm>
              <a:off x="3163775" y="2824375"/>
              <a:ext cx="12225" cy="10675"/>
            </a:xfrm>
            <a:custGeom>
              <a:avLst/>
              <a:gdLst/>
              <a:ahLst/>
              <a:cxnLst/>
              <a:rect l="l" t="t" r="r" b="b"/>
              <a:pathLst>
                <a:path w="489" h="427" extrusionOk="0">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3" name="Google Shape;2453;p19"/>
            <p:cNvSpPr/>
            <p:nvPr/>
          </p:nvSpPr>
          <p:spPr>
            <a:xfrm>
              <a:off x="3431975" y="2823200"/>
              <a:ext cx="22625" cy="21500"/>
            </a:xfrm>
            <a:custGeom>
              <a:avLst/>
              <a:gdLst/>
              <a:ahLst/>
              <a:cxnLst/>
              <a:rect l="l" t="t" r="r" b="b"/>
              <a:pathLst>
                <a:path w="905" h="860" extrusionOk="0">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4" name="Google Shape;2454;p19"/>
            <p:cNvSpPr/>
            <p:nvPr/>
          </p:nvSpPr>
          <p:spPr>
            <a:xfrm>
              <a:off x="3317375" y="2821475"/>
              <a:ext cx="22350" cy="22125"/>
            </a:xfrm>
            <a:custGeom>
              <a:avLst/>
              <a:gdLst/>
              <a:ahLst/>
              <a:cxnLst/>
              <a:rect l="l" t="t" r="r" b="b"/>
              <a:pathLst>
                <a:path w="894" h="885" extrusionOk="0">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5" name="Google Shape;2455;p19"/>
            <p:cNvSpPr/>
            <p:nvPr/>
          </p:nvSpPr>
          <p:spPr>
            <a:xfrm>
              <a:off x="3196225" y="3268725"/>
              <a:ext cx="925" cy="275"/>
            </a:xfrm>
            <a:custGeom>
              <a:avLst/>
              <a:gdLst/>
              <a:ahLst/>
              <a:cxnLst/>
              <a:rect l="l" t="t" r="r" b="b"/>
              <a:pathLst>
                <a:path w="37" h="11" extrusionOk="0">
                  <a:moveTo>
                    <a:pt x="24" y="0"/>
                  </a:moveTo>
                  <a:cubicBezTo>
                    <a:pt x="16" y="0"/>
                    <a:pt x="8" y="11"/>
                    <a:pt x="0" y="11"/>
                  </a:cubicBezTo>
                  <a:lnTo>
                    <a:pt x="36" y="11"/>
                  </a:lnTo>
                  <a:cubicBezTo>
                    <a:pt x="32" y="3"/>
                    <a:pt x="28" y="0"/>
                    <a:pt x="2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6" name="Google Shape;2456;p19"/>
            <p:cNvSpPr/>
            <p:nvPr/>
          </p:nvSpPr>
          <p:spPr>
            <a:xfrm>
              <a:off x="3524525" y="2933525"/>
              <a:ext cx="14025" cy="12750"/>
            </a:xfrm>
            <a:custGeom>
              <a:avLst/>
              <a:gdLst/>
              <a:ahLst/>
              <a:cxnLst/>
              <a:rect l="l" t="t" r="r" b="b"/>
              <a:pathLst>
                <a:path w="561" h="510" extrusionOk="0">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7" name="Google Shape;2457;p19"/>
            <p:cNvSpPr/>
            <p:nvPr/>
          </p:nvSpPr>
          <p:spPr>
            <a:xfrm>
              <a:off x="3325700" y="2843050"/>
              <a:ext cx="34250" cy="258075"/>
            </a:xfrm>
            <a:custGeom>
              <a:avLst/>
              <a:gdLst/>
              <a:ahLst/>
              <a:cxnLst/>
              <a:rect l="l" t="t" r="r" b="b"/>
              <a:pathLst>
                <a:path w="1370" h="10323" extrusionOk="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458" name="Google Shape;2458;p19"/>
          <p:cNvGrpSpPr/>
          <p:nvPr/>
        </p:nvGrpSpPr>
        <p:grpSpPr>
          <a:xfrm rot="10800000" flipH="1">
            <a:off x="8192366" y="7"/>
            <a:ext cx="951632" cy="1131613"/>
            <a:chOff x="3048875" y="2669025"/>
            <a:chExt cx="504550" cy="599975"/>
          </a:xfrm>
        </p:grpSpPr>
        <p:sp>
          <p:nvSpPr>
            <p:cNvPr id="2459" name="Google Shape;2459;p19"/>
            <p:cNvSpPr/>
            <p:nvPr/>
          </p:nvSpPr>
          <p:spPr>
            <a:xfrm>
              <a:off x="3048875" y="3200825"/>
              <a:ext cx="57175" cy="68175"/>
            </a:xfrm>
            <a:custGeom>
              <a:avLst/>
              <a:gdLst/>
              <a:ahLst/>
              <a:cxnLst/>
              <a:rect l="l" t="t" r="r" b="b"/>
              <a:pathLst>
                <a:path w="2287" h="2727" extrusionOk="0">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0" name="Google Shape;2460;p19"/>
            <p:cNvSpPr/>
            <p:nvPr/>
          </p:nvSpPr>
          <p:spPr>
            <a:xfrm>
              <a:off x="3117925" y="2833225"/>
              <a:ext cx="56300" cy="351550"/>
            </a:xfrm>
            <a:custGeom>
              <a:avLst/>
              <a:gdLst/>
              <a:ahLst/>
              <a:cxnLst/>
              <a:rect l="l" t="t" r="r" b="b"/>
              <a:pathLst>
                <a:path w="2252" h="14062" extrusionOk="0">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1" name="Google Shape;2461;p19"/>
            <p:cNvSpPr/>
            <p:nvPr/>
          </p:nvSpPr>
          <p:spPr>
            <a:xfrm>
              <a:off x="3174200" y="2826975"/>
              <a:ext cx="144675" cy="8050"/>
            </a:xfrm>
            <a:custGeom>
              <a:avLst/>
              <a:gdLst/>
              <a:ahLst/>
              <a:cxnLst/>
              <a:rect l="l" t="t" r="r" b="b"/>
              <a:pathLst>
                <a:path w="5787" h="322" extrusionOk="0">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2" name="Google Shape;2462;p19"/>
            <p:cNvSpPr/>
            <p:nvPr/>
          </p:nvSpPr>
          <p:spPr>
            <a:xfrm>
              <a:off x="3128650" y="3208250"/>
              <a:ext cx="68500" cy="60175"/>
            </a:xfrm>
            <a:custGeom>
              <a:avLst/>
              <a:gdLst/>
              <a:ahLst/>
              <a:cxnLst/>
              <a:rect l="l" t="t" r="r" b="b"/>
              <a:pathLst>
                <a:path w="2740" h="2407" extrusionOk="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3" name="Google Shape;2463;p19"/>
            <p:cNvSpPr/>
            <p:nvPr/>
          </p:nvSpPr>
          <p:spPr>
            <a:xfrm>
              <a:off x="3202775" y="3124925"/>
              <a:ext cx="147350" cy="144075"/>
            </a:xfrm>
            <a:custGeom>
              <a:avLst/>
              <a:gdLst/>
              <a:ahLst/>
              <a:cxnLst/>
              <a:rect l="l" t="t" r="r" b="b"/>
              <a:pathLst>
                <a:path w="5894" h="5763" extrusionOk="0">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4" name="Google Shape;2464;p19"/>
            <p:cNvSpPr/>
            <p:nvPr/>
          </p:nvSpPr>
          <p:spPr>
            <a:xfrm>
              <a:off x="3367375" y="2941850"/>
              <a:ext cx="161950" cy="165825"/>
            </a:xfrm>
            <a:custGeom>
              <a:avLst/>
              <a:gdLst/>
              <a:ahLst/>
              <a:cxnLst/>
              <a:rect l="l" t="t" r="r" b="b"/>
              <a:pathLst>
                <a:path w="6478" h="6633" extrusionOk="0">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5" name="Google Shape;2465;p19"/>
            <p:cNvSpPr/>
            <p:nvPr/>
          </p:nvSpPr>
          <p:spPr>
            <a:xfrm>
              <a:off x="3356050" y="3130875"/>
              <a:ext cx="23850" cy="137550"/>
            </a:xfrm>
            <a:custGeom>
              <a:avLst/>
              <a:gdLst/>
              <a:ahLst/>
              <a:cxnLst/>
              <a:rect l="l" t="t" r="r" b="b"/>
              <a:pathLst>
                <a:path w="954" h="5502" extrusionOk="0">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6" name="Google Shape;2466;p19"/>
            <p:cNvSpPr/>
            <p:nvPr/>
          </p:nvSpPr>
          <p:spPr>
            <a:xfrm>
              <a:off x="3310225" y="2699575"/>
              <a:ext cx="19975" cy="123550"/>
            </a:xfrm>
            <a:custGeom>
              <a:avLst/>
              <a:gdLst/>
              <a:ahLst/>
              <a:cxnLst/>
              <a:rect l="l" t="t" r="r" b="b"/>
              <a:pathLst>
                <a:path w="799" h="4942" extrusionOk="0">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7" name="Google Shape;2467;p19"/>
            <p:cNvSpPr/>
            <p:nvPr/>
          </p:nvSpPr>
          <p:spPr>
            <a:xfrm>
              <a:off x="3338500" y="2828750"/>
              <a:ext cx="94675" cy="9550"/>
            </a:xfrm>
            <a:custGeom>
              <a:avLst/>
              <a:gdLst/>
              <a:ahLst/>
              <a:cxnLst/>
              <a:rect l="l" t="t" r="r" b="b"/>
              <a:pathLst>
                <a:path w="3787" h="382" extrusionOk="0">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8" name="Google Shape;2468;p19"/>
            <p:cNvSpPr/>
            <p:nvPr/>
          </p:nvSpPr>
          <p:spPr>
            <a:xfrm>
              <a:off x="3531375" y="2913875"/>
              <a:ext cx="22050" cy="23850"/>
            </a:xfrm>
            <a:custGeom>
              <a:avLst/>
              <a:gdLst/>
              <a:ahLst/>
              <a:cxnLst/>
              <a:rect l="l" t="t" r="r" b="b"/>
              <a:pathLst>
                <a:path w="882" h="954" extrusionOk="0">
                  <a:moveTo>
                    <a:pt x="882" y="1"/>
                  </a:moveTo>
                  <a:lnTo>
                    <a:pt x="1" y="787"/>
                  </a:lnTo>
                  <a:cubicBezTo>
                    <a:pt x="84" y="787"/>
                    <a:pt x="179" y="846"/>
                    <a:pt x="227" y="953"/>
                  </a:cubicBezTo>
                  <a:lnTo>
                    <a:pt x="882" y="370"/>
                  </a:lnTo>
                  <a:lnTo>
                    <a:pt x="882"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9" name="Google Shape;2469;p19"/>
            <p:cNvSpPr/>
            <p:nvPr/>
          </p:nvSpPr>
          <p:spPr>
            <a:xfrm>
              <a:off x="3319750" y="2693325"/>
              <a:ext cx="118200" cy="135750"/>
            </a:xfrm>
            <a:custGeom>
              <a:avLst/>
              <a:gdLst/>
              <a:ahLst/>
              <a:cxnLst/>
              <a:rect l="l" t="t" r="r" b="b"/>
              <a:pathLst>
                <a:path w="4728" h="5430" extrusionOk="0">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0" name="Google Shape;2470;p19"/>
            <p:cNvSpPr/>
            <p:nvPr/>
          </p:nvSpPr>
          <p:spPr>
            <a:xfrm>
              <a:off x="3446250" y="2840650"/>
              <a:ext cx="82775" cy="98250"/>
            </a:xfrm>
            <a:custGeom>
              <a:avLst/>
              <a:gdLst/>
              <a:ahLst/>
              <a:cxnLst/>
              <a:rect l="l" t="t" r="r" b="b"/>
              <a:pathLst>
                <a:path w="3311" h="3930" extrusionOk="0">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1" name="Google Shape;2471;p19"/>
            <p:cNvSpPr/>
            <p:nvPr/>
          </p:nvSpPr>
          <p:spPr>
            <a:xfrm>
              <a:off x="3528700" y="2944550"/>
              <a:ext cx="24725" cy="46750"/>
            </a:xfrm>
            <a:custGeom>
              <a:avLst/>
              <a:gdLst/>
              <a:ahLst/>
              <a:cxnLst/>
              <a:rect l="l" t="t" r="r" b="b"/>
              <a:pathLst>
                <a:path w="989" h="1870" extrusionOk="0">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2" name="Google Shape;2472;p19"/>
            <p:cNvSpPr/>
            <p:nvPr/>
          </p:nvSpPr>
          <p:spPr>
            <a:xfrm>
              <a:off x="3292950" y="2669025"/>
              <a:ext cx="34550" cy="31750"/>
            </a:xfrm>
            <a:custGeom>
              <a:avLst/>
              <a:gdLst/>
              <a:ahLst/>
              <a:cxnLst/>
              <a:rect l="l" t="t" r="r" b="b"/>
              <a:pathLst>
                <a:path w="1382" h="1270" extrusionOk="0">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3" name="Google Shape;2473;p19"/>
            <p:cNvSpPr/>
            <p:nvPr/>
          </p:nvSpPr>
          <p:spPr>
            <a:xfrm>
              <a:off x="3103950" y="3184550"/>
              <a:ext cx="32475" cy="31650"/>
            </a:xfrm>
            <a:custGeom>
              <a:avLst/>
              <a:gdLst/>
              <a:ahLst/>
              <a:cxnLst/>
              <a:rect l="l" t="t" r="r" b="b"/>
              <a:pathLst>
                <a:path w="1299" h="1266" extrusionOk="0">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4" name="Google Shape;2474;p19"/>
            <p:cNvSpPr/>
            <p:nvPr/>
          </p:nvSpPr>
          <p:spPr>
            <a:xfrm>
              <a:off x="3340000" y="3100100"/>
              <a:ext cx="35125" cy="32400"/>
            </a:xfrm>
            <a:custGeom>
              <a:avLst/>
              <a:gdLst/>
              <a:ahLst/>
              <a:cxnLst/>
              <a:rect l="l" t="t" r="r" b="b"/>
              <a:pathLst>
                <a:path w="1405" h="1296" extrusionOk="0">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5" name="Google Shape;2475;p19"/>
            <p:cNvSpPr/>
            <p:nvPr/>
          </p:nvSpPr>
          <p:spPr>
            <a:xfrm>
              <a:off x="3163775" y="2824375"/>
              <a:ext cx="12225" cy="10675"/>
            </a:xfrm>
            <a:custGeom>
              <a:avLst/>
              <a:gdLst/>
              <a:ahLst/>
              <a:cxnLst/>
              <a:rect l="l" t="t" r="r" b="b"/>
              <a:pathLst>
                <a:path w="489" h="427" extrusionOk="0">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6" name="Google Shape;2476;p19"/>
            <p:cNvSpPr/>
            <p:nvPr/>
          </p:nvSpPr>
          <p:spPr>
            <a:xfrm>
              <a:off x="3431975" y="2823200"/>
              <a:ext cx="22625" cy="21500"/>
            </a:xfrm>
            <a:custGeom>
              <a:avLst/>
              <a:gdLst/>
              <a:ahLst/>
              <a:cxnLst/>
              <a:rect l="l" t="t" r="r" b="b"/>
              <a:pathLst>
                <a:path w="905" h="860" extrusionOk="0">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7" name="Google Shape;2477;p19"/>
            <p:cNvSpPr/>
            <p:nvPr/>
          </p:nvSpPr>
          <p:spPr>
            <a:xfrm>
              <a:off x="3317375" y="2821475"/>
              <a:ext cx="22350" cy="22125"/>
            </a:xfrm>
            <a:custGeom>
              <a:avLst/>
              <a:gdLst/>
              <a:ahLst/>
              <a:cxnLst/>
              <a:rect l="l" t="t" r="r" b="b"/>
              <a:pathLst>
                <a:path w="894" h="885" extrusionOk="0">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8" name="Google Shape;2478;p19"/>
            <p:cNvSpPr/>
            <p:nvPr/>
          </p:nvSpPr>
          <p:spPr>
            <a:xfrm>
              <a:off x="3196225" y="3268725"/>
              <a:ext cx="925" cy="275"/>
            </a:xfrm>
            <a:custGeom>
              <a:avLst/>
              <a:gdLst/>
              <a:ahLst/>
              <a:cxnLst/>
              <a:rect l="l" t="t" r="r" b="b"/>
              <a:pathLst>
                <a:path w="37" h="11" extrusionOk="0">
                  <a:moveTo>
                    <a:pt x="24" y="0"/>
                  </a:moveTo>
                  <a:cubicBezTo>
                    <a:pt x="16" y="0"/>
                    <a:pt x="8" y="11"/>
                    <a:pt x="0" y="11"/>
                  </a:cubicBezTo>
                  <a:lnTo>
                    <a:pt x="36" y="11"/>
                  </a:lnTo>
                  <a:cubicBezTo>
                    <a:pt x="32" y="3"/>
                    <a:pt x="28" y="0"/>
                    <a:pt x="24"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9" name="Google Shape;2479;p19"/>
            <p:cNvSpPr/>
            <p:nvPr/>
          </p:nvSpPr>
          <p:spPr>
            <a:xfrm>
              <a:off x="3524525" y="2933525"/>
              <a:ext cx="14025" cy="12750"/>
            </a:xfrm>
            <a:custGeom>
              <a:avLst/>
              <a:gdLst/>
              <a:ahLst/>
              <a:cxnLst/>
              <a:rect l="l" t="t" r="r" b="b"/>
              <a:pathLst>
                <a:path w="561" h="510" extrusionOk="0">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0" name="Google Shape;2480;p19"/>
            <p:cNvSpPr/>
            <p:nvPr/>
          </p:nvSpPr>
          <p:spPr>
            <a:xfrm>
              <a:off x="3325700" y="2843050"/>
              <a:ext cx="34250" cy="258075"/>
            </a:xfrm>
            <a:custGeom>
              <a:avLst/>
              <a:gdLst/>
              <a:ahLst/>
              <a:cxnLst/>
              <a:rect l="l" t="t" r="r" b="b"/>
              <a:pathLst>
                <a:path w="1370" h="10323" extrusionOk="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81" name="Google Shape;2481;p19"/>
          <p:cNvSpPr txBox="1">
            <a:spLocks noGrp="1"/>
          </p:cNvSpPr>
          <p:nvPr>
            <p:ph type="subTitle" idx="1"/>
          </p:nvPr>
        </p:nvSpPr>
        <p:spPr>
          <a:xfrm>
            <a:off x="720000" y="1104400"/>
            <a:ext cx="7704000" cy="340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Char char="●"/>
              <a:defRPr>
                <a:solidFill>
                  <a:schemeClr val="dk1"/>
                </a:solidFill>
              </a:defRPr>
            </a:lvl1pPr>
            <a:lvl2pPr lvl="1" algn="ctr" rtl="0">
              <a:lnSpc>
                <a:spcPct val="100000"/>
              </a:lnSpc>
              <a:spcBef>
                <a:spcPts val="0"/>
              </a:spcBef>
              <a:spcAft>
                <a:spcPts val="0"/>
              </a:spcAft>
              <a:buSzPts val="1600"/>
              <a:buChar char="○"/>
              <a:defRPr/>
            </a:lvl2pPr>
            <a:lvl3pPr lvl="2" algn="ctr" rtl="0">
              <a:lnSpc>
                <a:spcPct val="100000"/>
              </a:lnSpc>
              <a:spcBef>
                <a:spcPts val="1600"/>
              </a:spcBef>
              <a:spcAft>
                <a:spcPts val="0"/>
              </a:spcAft>
              <a:buSzPts val="1600"/>
              <a:buChar char="■"/>
              <a:defRPr/>
            </a:lvl3pPr>
            <a:lvl4pPr lvl="3" algn="ctr" rtl="0">
              <a:lnSpc>
                <a:spcPct val="100000"/>
              </a:lnSpc>
              <a:spcBef>
                <a:spcPts val="1600"/>
              </a:spcBef>
              <a:spcAft>
                <a:spcPts val="0"/>
              </a:spcAft>
              <a:buSzPts val="1600"/>
              <a:buChar char="●"/>
              <a:defRPr/>
            </a:lvl4pPr>
            <a:lvl5pPr lvl="4" algn="ctr" rtl="0">
              <a:lnSpc>
                <a:spcPct val="100000"/>
              </a:lnSpc>
              <a:spcBef>
                <a:spcPts val="1600"/>
              </a:spcBef>
              <a:spcAft>
                <a:spcPts val="0"/>
              </a:spcAft>
              <a:buSzPts val="1600"/>
              <a:buChar char="○"/>
              <a:defRPr/>
            </a:lvl5pPr>
            <a:lvl6pPr lvl="5" algn="ctr" rtl="0">
              <a:lnSpc>
                <a:spcPct val="100000"/>
              </a:lnSpc>
              <a:spcBef>
                <a:spcPts val="1600"/>
              </a:spcBef>
              <a:spcAft>
                <a:spcPts val="0"/>
              </a:spcAft>
              <a:buSzPts val="1600"/>
              <a:buChar char="■"/>
              <a:defRPr/>
            </a:lvl6pPr>
            <a:lvl7pPr lvl="6" algn="ctr" rtl="0">
              <a:lnSpc>
                <a:spcPct val="100000"/>
              </a:lnSpc>
              <a:spcBef>
                <a:spcPts val="1600"/>
              </a:spcBef>
              <a:spcAft>
                <a:spcPts val="0"/>
              </a:spcAft>
              <a:buSzPts val="1600"/>
              <a:buChar char="●"/>
              <a:defRPr/>
            </a:lvl7pPr>
            <a:lvl8pPr lvl="7" algn="ctr" rtl="0">
              <a:lnSpc>
                <a:spcPct val="100000"/>
              </a:lnSpc>
              <a:spcBef>
                <a:spcPts val="1600"/>
              </a:spcBef>
              <a:spcAft>
                <a:spcPts val="0"/>
              </a:spcAft>
              <a:buSzPts val="1600"/>
              <a:buChar char="○"/>
              <a:defRPr/>
            </a:lvl8pPr>
            <a:lvl9pPr lvl="8" algn="ctr" rtl="0">
              <a:lnSpc>
                <a:spcPct val="100000"/>
              </a:lnSpc>
              <a:spcBef>
                <a:spcPts val="1600"/>
              </a:spcBef>
              <a:spcAft>
                <a:spcPts val="1600"/>
              </a:spcAft>
              <a:buSzPts val="1600"/>
              <a:buChar char="■"/>
              <a:defRPr/>
            </a:lvl9pPr>
          </a:lstStyle>
          <a:p>
            <a:endParaRPr/>
          </a:p>
        </p:txBody>
      </p:sp>
      <p:sp>
        <p:nvSpPr>
          <p:cNvPr id="2482" name="Google Shape;248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483"/>
        <p:cNvGrpSpPr/>
        <p:nvPr/>
      </p:nvGrpSpPr>
      <p:grpSpPr>
        <a:xfrm>
          <a:off x="0" y="0"/>
          <a:ext cx="0" cy="0"/>
          <a:chOff x="0" y="0"/>
          <a:chExt cx="0" cy="0"/>
        </a:xfrm>
      </p:grpSpPr>
      <p:grpSp>
        <p:nvGrpSpPr>
          <p:cNvPr id="2484" name="Google Shape;2484;p20"/>
          <p:cNvGrpSpPr/>
          <p:nvPr/>
        </p:nvGrpSpPr>
        <p:grpSpPr>
          <a:xfrm>
            <a:off x="4" y="16"/>
            <a:ext cx="1377452" cy="2398039"/>
            <a:chOff x="1083450" y="1318750"/>
            <a:chExt cx="624525" cy="1087250"/>
          </a:xfrm>
        </p:grpSpPr>
        <p:sp>
          <p:nvSpPr>
            <p:cNvPr id="2485" name="Google Shape;2485;p20"/>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6" name="Google Shape;2486;p20"/>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7" name="Google Shape;2487;p20"/>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8" name="Google Shape;2488;p20"/>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9" name="Google Shape;2489;p20"/>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0" name="Google Shape;2490;p20"/>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1" name="Google Shape;2491;p20"/>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2" name="Google Shape;2492;p20"/>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3" name="Google Shape;2493;p20"/>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4" name="Google Shape;2494;p20"/>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5" name="Google Shape;2495;p20"/>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6" name="Google Shape;2496;p20"/>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7" name="Google Shape;2497;p20"/>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8" name="Google Shape;2498;p20"/>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9" name="Google Shape;2499;p20"/>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0" name="Google Shape;2500;p20"/>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1" name="Google Shape;2501;p20"/>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2" name="Google Shape;2502;p20"/>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3" name="Google Shape;2503;p20"/>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4" name="Google Shape;2504;p20"/>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5" name="Google Shape;2505;p20"/>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6" name="Google Shape;2506;p20"/>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7" name="Google Shape;2507;p20"/>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8" name="Google Shape;2508;p20"/>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9" name="Google Shape;2509;p20"/>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0" name="Google Shape;2510;p20"/>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1" name="Google Shape;2511;p20"/>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2" name="Google Shape;2512;p20"/>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3" name="Google Shape;2513;p20"/>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4" name="Google Shape;2514;p20"/>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5" name="Google Shape;2515;p20"/>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6" name="Google Shape;2516;p20"/>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7" name="Google Shape;2517;p20"/>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8" name="Google Shape;2518;p20"/>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9" name="Google Shape;2519;p20"/>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0" name="Google Shape;2520;p20"/>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1" name="Google Shape;2521;p20"/>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522" name="Google Shape;2522;p20"/>
          <p:cNvGrpSpPr/>
          <p:nvPr/>
        </p:nvGrpSpPr>
        <p:grpSpPr>
          <a:xfrm flipH="1">
            <a:off x="7766704" y="16"/>
            <a:ext cx="1377452" cy="2398039"/>
            <a:chOff x="1083450" y="1318750"/>
            <a:chExt cx="624525" cy="1087250"/>
          </a:xfrm>
        </p:grpSpPr>
        <p:sp>
          <p:nvSpPr>
            <p:cNvPr id="2523" name="Google Shape;2523;p20"/>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4" name="Google Shape;2524;p20"/>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5" name="Google Shape;2525;p20"/>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6" name="Google Shape;2526;p20"/>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7" name="Google Shape;2527;p20"/>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8" name="Google Shape;2528;p20"/>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9" name="Google Shape;2529;p20"/>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0" name="Google Shape;2530;p20"/>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1" name="Google Shape;2531;p20"/>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2" name="Google Shape;2532;p20"/>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3" name="Google Shape;2533;p20"/>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4" name="Google Shape;2534;p20"/>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5" name="Google Shape;2535;p20"/>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6" name="Google Shape;2536;p20"/>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7" name="Google Shape;2537;p20"/>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8" name="Google Shape;2538;p20"/>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9" name="Google Shape;2539;p20"/>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0" name="Google Shape;2540;p20"/>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1" name="Google Shape;2541;p20"/>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2" name="Google Shape;2542;p20"/>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3" name="Google Shape;2543;p20"/>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4" name="Google Shape;2544;p20"/>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5" name="Google Shape;2545;p20"/>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6" name="Google Shape;2546;p20"/>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7" name="Google Shape;2547;p20"/>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8" name="Google Shape;2548;p20"/>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9" name="Google Shape;2549;p20"/>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0" name="Google Shape;2550;p20"/>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1" name="Google Shape;2551;p20"/>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2" name="Google Shape;2552;p20"/>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3" name="Google Shape;2553;p20"/>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4" name="Google Shape;2554;p20"/>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5" name="Google Shape;2555;p20"/>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6" name="Google Shape;2556;p20"/>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7" name="Google Shape;2557;p20"/>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8" name="Google Shape;2558;p20"/>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9" name="Google Shape;2559;p20"/>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560" name="Google Shape;2560;p20"/>
          <p:cNvGrpSpPr/>
          <p:nvPr/>
        </p:nvGrpSpPr>
        <p:grpSpPr>
          <a:xfrm>
            <a:off x="31" y="4274145"/>
            <a:ext cx="3353245" cy="869408"/>
            <a:chOff x="2582150" y="3714800"/>
            <a:chExt cx="2689050" cy="697200"/>
          </a:xfrm>
        </p:grpSpPr>
        <p:sp>
          <p:nvSpPr>
            <p:cNvPr id="2561" name="Google Shape;2561;p20"/>
            <p:cNvSpPr/>
            <p:nvPr/>
          </p:nvSpPr>
          <p:spPr>
            <a:xfrm>
              <a:off x="3636750" y="440215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2" name="Google Shape;2562;p20"/>
            <p:cNvSpPr/>
            <p:nvPr/>
          </p:nvSpPr>
          <p:spPr>
            <a:xfrm>
              <a:off x="3640625" y="4406925"/>
              <a:ext cx="19375" cy="4475"/>
            </a:xfrm>
            <a:custGeom>
              <a:avLst/>
              <a:gdLst/>
              <a:ahLst/>
              <a:cxnLst/>
              <a:rect l="l" t="t" r="r" b="b"/>
              <a:pathLst>
                <a:path w="775" h="179" extrusionOk="0">
                  <a:moveTo>
                    <a:pt x="393" y="0"/>
                  </a:moveTo>
                  <a:lnTo>
                    <a:pt x="36" y="108"/>
                  </a:lnTo>
                  <a:lnTo>
                    <a:pt x="0" y="179"/>
                  </a:lnTo>
                  <a:lnTo>
                    <a:pt x="774" y="179"/>
                  </a:lnTo>
                  <a:lnTo>
                    <a:pt x="39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3" name="Google Shape;2563;p20"/>
            <p:cNvSpPr/>
            <p:nvPr/>
          </p:nvSpPr>
          <p:spPr>
            <a:xfrm>
              <a:off x="3634075" y="4403950"/>
              <a:ext cx="25" cy="625"/>
            </a:xfrm>
            <a:custGeom>
              <a:avLst/>
              <a:gdLst/>
              <a:ahLst/>
              <a:cxnLst/>
              <a:rect l="l" t="t" r="r" b="b"/>
              <a:pathLst>
                <a:path w="1" h="25" extrusionOk="0">
                  <a:moveTo>
                    <a:pt x="0" y="24"/>
                  </a:moveTo>
                  <a:lnTo>
                    <a:pt x="0" y="24"/>
                  </a:lnTo>
                  <a:lnTo>
                    <a:pt x="0" y="24"/>
                  </a:ln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4" name="Google Shape;2564;p20"/>
            <p:cNvSpPr/>
            <p:nvPr/>
          </p:nvSpPr>
          <p:spPr>
            <a:xfrm>
              <a:off x="3635275" y="440305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5" name="Google Shape;2565;p20"/>
            <p:cNvSpPr/>
            <p:nvPr/>
          </p:nvSpPr>
          <p:spPr>
            <a:xfrm>
              <a:off x="3746875" y="4334600"/>
              <a:ext cx="142325" cy="46150"/>
            </a:xfrm>
            <a:custGeom>
              <a:avLst/>
              <a:gdLst/>
              <a:ahLst/>
              <a:cxnLst/>
              <a:rect l="l" t="t" r="r" b="b"/>
              <a:pathLst>
                <a:path w="5693" h="1846" extrusionOk="0">
                  <a:moveTo>
                    <a:pt x="5418" y="0"/>
                  </a:moveTo>
                  <a:lnTo>
                    <a:pt x="1" y="1488"/>
                  </a:lnTo>
                  <a:lnTo>
                    <a:pt x="1" y="1846"/>
                  </a:lnTo>
                  <a:lnTo>
                    <a:pt x="5692" y="262"/>
                  </a:lnTo>
                  <a:lnTo>
                    <a:pt x="541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6" name="Google Shape;2566;p20"/>
            <p:cNvSpPr/>
            <p:nvPr/>
          </p:nvSpPr>
          <p:spPr>
            <a:xfrm>
              <a:off x="3891850" y="4256600"/>
              <a:ext cx="273575" cy="81875"/>
            </a:xfrm>
            <a:custGeom>
              <a:avLst/>
              <a:gdLst/>
              <a:ahLst/>
              <a:cxnLst/>
              <a:rect l="l" t="t" r="r" b="b"/>
              <a:pathLst>
                <a:path w="10943" h="3275" extrusionOk="0">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7" name="Google Shape;2567;p20"/>
            <p:cNvSpPr/>
            <p:nvPr/>
          </p:nvSpPr>
          <p:spPr>
            <a:xfrm>
              <a:off x="3634375" y="4403350"/>
              <a:ext cx="325" cy="325"/>
            </a:xfrm>
            <a:custGeom>
              <a:avLst/>
              <a:gdLst/>
              <a:ahLst/>
              <a:cxnLst/>
              <a:rect l="l" t="t" r="r" b="b"/>
              <a:pathLst>
                <a:path w="13" h="13" extrusionOk="0">
                  <a:moveTo>
                    <a:pt x="0" y="12"/>
                  </a:move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8" name="Google Shape;2568;p20"/>
            <p:cNvSpPr/>
            <p:nvPr/>
          </p:nvSpPr>
          <p:spPr>
            <a:xfrm>
              <a:off x="3635275" y="4402450"/>
              <a:ext cx="300" cy="625"/>
            </a:xfrm>
            <a:custGeom>
              <a:avLst/>
              <a:gdLst/>
              <a:ahLst/>
              <a:cxnLst/>
              <a:rect l="l" t="t" r="r" b="b"/>
              <a:pathLst>
                <a:path w="12" h="25" extrusionOk="0">
                  <a:moveTo>
                    <a:pt x="12" y="1"/>
                  </a:moveTo>
                  <a:cubicBezTo>
                    <a:pt x="12" y="1"/>
                    <a:pt x="0" y="25"/>
                    <a:pt x="12" y="1"/>
                  </a:cubicBezTo>
                  <a:lnTo>
                    <a:pt x="0" y="25"/>
                  </a:lnTo>
                  <a:lnTo>
                    <a:pt x="0" y="25"/>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9" name="Google Shape;2569;p20"/>
            <p:cNvSpPr/>
            <p:nvPr/>
          </p:nvSpPr>
          <p:spPr>
            <a:xfrm>
              <a:off x="3636750" y="4373575"/>
              <a:ext cx="101825" cy="35750"/>
            </a:xfrm>
            <a:custGeom>
              <a:avLst/>
              <a:gdLst/>
              <a:ahLst/>
              <a:cxnLst/>
              <a:rect l="l" t="t" r="r" b="b"/>
              <a:pathLst>
                <a:path w="4073" h="1430" extrusionOk="0">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0" name="Google Shape;2570;p20"/>
            <p:cNvSpPr/>
            <p:nvPr/>
          </p:nvSpPr>
          <p:spPr>
            <a:xfrm>
              <a:off x="3635850" y="4402150"/>
              <a:ext cx="925" cy="325"/>
            </a:xfrm>
            <a:custGeom>
              <a:avLst/>
              <a:gdLst/>
              <a:ahLst/>
              <a:cxnLst/>
              <a:rect l="l" t="t" r="r" b="b"/>
              <a:pathLst>
                <a:path w="37" h="13" extrusionOk="0">
                  <a:moveTo>
                    <a:pt x="37" y="1"/>
                  </a:moveTo>
                  <a:cubicBezTo>
                    <a:pt x="13" y="1"/>
                    <a:pt x="1" y="1"/>
                    <a:pt x="1" y="13"/>
                  </a:cubicBezTo>
                  <a:cubicBezTo>
                    <a:pt x="1" y="13"/>
                    <a:pt x="13" y="1"/>
                    <a:pt x="3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1" name="Google Shape;2571;p20"/>
            <p:cNvSpPr/>
            <p:nvPr/>
          </p:nvSpPr>
          <p:spPr>
            <a:xfrm>
              <a:off x="3634075" y="4403950"/>
              <a:ext cx="325" cy="925"/>
            </a:xfrm>
            <a:custGeom>
              <a:avLst/>
              <a:gdLst/>
              <a:ahLst/>
              <a:cxnLst/>
              <a:rect l="l" t="t" r="r" b="b"/>
              <a:pathLst>
                <a:path w="13" h="37" extrusionOk="0">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2" name="Google Shape;2572;p20"/>
            <p:cNvSpPr/>
            <p:nvPr/>
          </p:nvSpPr>
          <p:spPr>
            <a:xfrm>
              <a:off x="2599425" y="4199450"/>
              <a:ext cx="104800" cy="112250"/>
            </a:xfrm>
            <a:custGeom>
              <a:avLst/>
              <a:gdLst/>
              <a:ahLst/>
              <a:cxnLst/>
              <a:rect l="l" t="t" r="r" b="b"/>
              <a:pathLst>
                <a:path w="4192" h="4490" extrusionOk="0">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3" name="Google Shape;2573;p20"/>
            <p:cNvSpPr/>
            <p:nvPr/>
          </p:nvSpPr>
          <p:spPr>
            <a:xfrm>
              <a:off x="2778900" y="4187850"/>
              <a:ext cx="124150" cy="53600"/>
            </a:xfrm>
            <a:custGeom>
              <a:avLst/>
              <a:gdLst/>
              <a:ahLst/>
              <a:cxnLst/>
              <a:rect l="l" t="t" r="r" b="b"/>
              <a:pathLst>
                <a:path w="4966" h="2144" extrusionOk="0">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4" name="Google Shape;2574;p20"/>
            <p:cNvSpPr/>
            <p:nvPr/>
          </p:nvSpPr>
          <p:spPr>
            <a:xfrm>
              <a:off x="2905125" y="4188150"/>
              <a:ext cx="900" cy="625"/>
            </a:xfrm>
            <a:custGeom>
              <a:avLst/>
              <a:gdLst/>
              <a:ahLst/>
              <a:cxnLst/>
              <a:rect l="l" t="t" r="r" b="b"/>
              <a:pathLst>
                <a:path w="36" h="25" extrusionOk="0">
                  <a:moveTo>
                    <a:pt x="0" y="0"/>
                  </a:moveTo>
                  <a:cubicBezTo>
                    <a:pt x="12" y="0"/>
                    <a:pt x="12" y="24"/>
                    <a:pt x="36" y="24"/>
                  </a:cubicBezTo>
                  <a:cubicBezTo>
                    <a:pt x="12" y="24"/>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5" name="Google Shape;2575;p20"/>
            <p:cNvSpPr/>
            <p:nvPr/>
          </p:nvSpPr>
          <p:spPr>
            <a:xfrm>
              <a:off x="2903925" y="41878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6" name="Google Shape;2576;p20"/>
            <p:cNvSpPr/>
            <p:nvPr/>
          </p:nvSpPr>
          <p:spPr>
            <a:xfrm>
              <a:off x="2903325" y="4187850"/>
              <a:ext cx="625" cy="25"/>
            </a:xfrm>
            <a:custGeom>
              <a:avLst/>
              <a:gdLst/>
              <a:ahLst/>
              <a:cxnLst/>
              <a:rect l="l" t="t" r="r" b="b"/>
              <a:pathLst>
                <a:path w="25" h="1" extrusionOk="0">
                  <a:moveTo>
                    <a:pt x="1" y="0"/>
                  </a:move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7" name="Google Shape;2577;p20"/>
            <p:cNvSpPr/>
            <p:nvPr/>
          </p:nvSpPr>
          <p:spPr>
            <a:xfrm>
              <a:off x="2906000" y="418875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8" name="Google Shape;2578;p20"/>
            <p:cNvSpPr/>
            <p:nvPr/>
          </p:nvSpPr>
          <p:spPr>
            <a:xfrm>
              <a:off x="2898575" y="4188150"/>
              <a:ext cx="179200" cy="127725"/>
            </a:xfrm>
            <a:custGeom>
              <a:avLst/>
              <a:gdLst/>
              <a:ahLst/>
              <a:cxnLst/>
              <a:rect l="l" t="t" r="r" b="b"/>
              <a:pathLst>
                <a:path w="7168" h="5109" extrusionOk="0">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9" name="Google Shape;2579;p20"/>
            <p:cNvSpPr/>
            <p:nvPr/>
          </p:nvSpPr>
          <p:spPr>
            <a:xfrm>
              <a:off x="2605375" y="4242625"/>
              <a:ext cx="151825" cy="76225"/>
            </a:xfrm>
            <a:custGeom>
              <a:avLst/>
              <a:gdLst/>
              <a:ahLst/>
              <a:cxnLst/>
              <a:rect l="l" t="t" r="r" b="b"/>
              <a:pathLst>
                <a:path w="6073" h="3049" extrusionOk="0">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0" name="Google Shape;2580;p20"/>
            <p:cNvSpPr/>
            <p:nvPr/>
          </p:nvSpPr>
          <p:spPr>
            <a:xfrm>
              <a:off x="2768500" y="4252150"/>
              <a:ext cx="210450" cy="159250"/>
            </a:xfrm>
            <a:custGeom>
              <a:avLst/>
              <a:gdLst/>
              <a:ahLst/>
              <a:cxnLst/>
              <a:rect l="l" t="t" r="r" b="b"/>
              <a:pathLst>
                <a:path w="8418" h="6370" extrusionOk="0">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1" name="Google Shape;2581;p20"/>
            <p:cNvSpPr/>
            <p:nvPr/>
          </p:nvSpPr>
          <p:spPr>
            <a:xfrm>
              <a:off x="2694975" y="4191125"/>
              <a:ext cx="62225" cy="54200"/>
            </a:xfrm>
            <a:custGeom>
              <a:avLst/>
              <a:gdLst/>
              <a:ahLst/>
              <a:cxnLst/>
              <a:rect l="l" t="t" r="r" b="b"/>
              <a:pathLst>
                <a:path w="2489" h="2168" extrusionOk="0">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2" name="Google Shape;2582;p20"/>
            <p:cNvSpPr/>
            <p:nvPr/>
          </p:nvSpPr>
          <p:spPr>
            <a:xfrm>
              <a:off x="3016725" y="4319125"/>
              <a:ext cx="67000" cy="92275"/>
            </a:xfrm>
            <a:custGeom>
              <a:avLst/>
              <a:gdLst/>
              <a:ahLst/>
              <a:cxnLst/>
              <a:rect l="l" t="t" r="r" b="b"/>
              <a:pathLst>
                <a:path w="2680" h="3691" extrusionOk="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3" name="Google Shape;2583;p20"/>
            <p:cNvSpPr/>
            <p:nvPr/>
          </p:nvSpPr>
          <p:spPr>
            <a:xfrm>
              <a:off x="3084000" y="4036650"/>
              <a:ext cx="186075" cy="275050"/>
            </a:xfrm>
            <a:custGeom>
              <a:avLst/>
              <a:gdLst/>
              <a:ahLst/>
              <a:cxnLst/>
              <a:rect l="l" t="t" r="r" b="b"/>
              <a:pathLst>
                <a:path w="7443" h="11002" extrusionOk="0">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4" name="Google Shape;2584;p20"/>
            <p:cNvSpPr/>
            <p:nvPr/>
          </p:nvSpPr>
          <p:spPr>
            <a:xfrm>
              <a:off x="3088475" y="4311375"/>
              <a:ext cx="161950" cy="100025"/>
            </a:xfrm>
            <a:custGeom>
              <a:avLst/>
              <a:gdLst/>
              <a:ahLst/>
              <a:cxnLst/>
              <a:rect l="l" t="t" r="r" b="b"/>
              <a:pathLst>
                <a:path w="6478" h="4001" extrusionOk="0">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5" name="Google Shape;2585;p20"/>
            <p:cNvSpPr/>
            <p:nvPr/>
          </p:nvSpPr>
          <p:spPr>
            <a:xfrm>
              <a:off x="3271525" y="4040200"/>
              <a:ext cx="47350" cy="371200"/>
            </a:xfrm>
            <a:custGeom>
              <a:avLst/>
              <a:gdLst/>
              <a:ahLst/>
              <a:cxnLst/>
              <a:rect l="l" t="t" r="r" b="b"/>
              <a:pathLst>
                <a:path w="1894" h="14848" extrusionOk="0">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6" name="Google Shape;2586;p20"/>
            <p:cNvSpPr/>
            <p:nvPr/>
          </p:nvSpPr>
          <p:spPr>
            <a:xfrm>
              <a:off x="3632275" y="4401925"/>
              <a:ext cx="10750" cy="9475"/>
            </a:xfrm>
            <a:custGeom>
              <a:avLst/>
              <a:gdLst/>
              <a:ahLst/>
              <a:cxnLst/>
              <a:rect l="l" t="t" r="r" b="b"/>
              <a:pathLst>
                <a:path w="430" h="379" extrusionOk="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7" name="Google Shape;2587;p20"/>
            <p:cNvSpPr/>
            <p:nvPr/>
          </p:nvSpPr>
          <p:spPr>
            <a:xfrm>
              <a:off x="3737350" y="4195300"/>
              <a:ext cx="14325" cy="216100"/>
            </a:xfrm>
            <a:custGeom>
              <a:avLst/>
              <a:gdLst/>
              <a:ahLst/>
              <a:cxnLst/>
              <a:rect l="l" t="t" r="r" b="b"/>
              <a:pathLst>
                <a:path w="573" h="8644" extrusionOk="0">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8" name="Google Shape;2588;p20"/>
            <p:cNvSpPr/>
            <p:nvPr/>
          </p:nvSpPr>
          <p:spPr>
            <a:xfrm>
              <a:off x="4021625" y="4264050"/>
              <a:ext cx="149750" cy="147350"/>
            </a:xfrm>
            <a:custGeom>
              <a:avLst/>
              <a:gdLst/>
              <a:ahLst/>
              <a:cxnLst/>
              <a:rect l="l" t="t" r="r" b="b"/>
              <a:pathLst>
                <a:path w="5990" h="5894" extrusionOk="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9" name="Google Shape;2589;p20"/>
            <p:cNvSpPr/>
            <p:nvPr/>
          </p:nvSpPr>
          <p:spPr>
            <a:xfrm>
              <a:off x="4484475" y="4346500"/>
              <a:ext cx="96475" cy="64900"/>
            </a:xfrm>
            <a:custGeom>
              <a:avLst/>
              <a:gdLst/>
              <a:ahLst/>
              <a:cxnLst/>
              <a:rect l="l" t="t" r="r" b="b"/>
              <a:pathLst>
                <a:path w="3859" h="2596" extrusionOk="0">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0" name="Google Shape;2590;p20"/>
            <p:cNvSpPr/>
            <p:nvPr/>
          </p:nvSpPr>
          <p:spPr>
            <a:xfrm>
              <a:off x="3743025" y="4194700"/>
              <a:ext cx="230700" cy="216425"/>
            </a:xfrm>
            <a:custGeom>
              <a:avLst/>
              <a:gdLst/>
              <a:ahLst/>
              <a:cxnLst/>
              <a:rect l="l" t="t" r="r" b="b"/>
              <a:pathLst>
                <a:path w="9228" h="8657" extrusionOk="0">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1" name="Google Shape;2591;p20"/>
            <p:cNvSpPr/>
            <p:nvPr/>
          </p:nvSpPr>
          <p:spPr>
            <a:xfrm>
              <a:off x="4185325" y="4269100"/>
              <a:ext cx="69975" cy="142300"/>
            </a:xfrm>
            <a:custGeom>
              <a:avLst/>
              <a:gdLst/>
              <a:ahLst/>
              <a:cxnLst/>
              <a:rect l="l" t="t" r="r" b="b"/>
              <a:pathLst>
                <a:path w="2799" h="5692" extrusionOk="0">
                  <a:moveTo>
                    <a:pt x="1" y="1"/>
                  </a:moveTo>
                  <a:lnTo>
                    <a:pt x="2430" y="5692"/>
                  </a:lnTo>
                  <a:lnTo>
                    <a:pt x="2799" y="5692"/>
                  </a:lnTo>
                  <a:lnTo>
                    <a:pt x="572" y="465"/>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2" name="Google Shape;2592;p20"/>
            <p:cNvSpPr/>
            <p:nvPr/>
          </p:nvSpPr>
          <p:spPr>
            <a:xfrm>
              <a:off x="4174625" y="4240475"/>
              <a:ext cx="9550" cy="5725"/>
            </a:xfrm>
            <a:custGeom>
              <a:avLst/>
              <a:gdLst/>
              <a:ahLst/>
              <a:cxnLst/>
              <a:rect l="l" t="t" r="r" b="b"/>
              <a:pathLst>
                <a:path w="382" h="229" extrusionOk="0">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3" name="Google Shape;2593;p20"/>
            <p:cNvSpPr/>
            <p:nvPr/>
          </p:nvSpPr>
          <p:spPr>
            <a:xfrm>
              <a:off x="4599075" y="4353050"/>
              <a:ext cx="37825" cy="58350"/>
            </a:xfrm>
            <a:custGeom>
              <a:avLst/>
              <a:gdLst/>
              <a:ahLst/>
              <a:cxnLst/>
              <a:rect l="l" t="t" r="r" b="b"/>
              <a:pathLst>
                <a:path w="1513" h="2334" extrusionOk="0">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4" name="Google Shape;2594;p20"/>
            <p:cNvSpPr/>
            <p:nvPr/>
          </p:nvSpPr>
          <p:spPr>
            <a:xfrm>
              <a:off x="4185025" y="4263750"/>
              <a:ext cx="182500" cy="147650"/>
            </a:xfrm>
            <a:custGeom>
              <a:avLst/>
              <a:gdLst/>
              <a:ahLst/>
              <a:cxnLst/>
              <a:rect l="l" t="t" r="r" b="b"/>
              <a:pathLst>
                <a:path w="7300" h="5906" extrusionOk="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5" name="Google Shape;2595;p20"/>
            <p:cNvSpPr/>
            <p:nvPr/>
          </p:nvSpPr>
          <p:spPr>
            <a:xfrm>
              <a:off x="4189800" y="4255125"/>
              <a:ext cx="386375" cy="83950"/>
            </a:xfrm>
            <a:custGeom>
              <a:avLst/>
              <a:gdLst/>
              <a:ahLst/>
              <a:cxnLst/>
              <a:rect l="l" t="t" r="r" b="b"/>
              <a:pathLst>
                <a:path w="15455" h="3358" extrusionOk="0">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6" name="Google Shape;2596;p20"/>
            <p:cNvSpPr/>
            <p:nvPr/>
          </p:nvSpPr>
          <p:spPr>
            <a:xfrm>
              <a:off x="4185925" y="3740775"/>
              <a:ext cx="804900" cy="513475"/>
            </a:xfrm>
            <a:custGeom>
              <a:avLst/>
              <a:gdLst/>
              <a:ahLst/>
              <a:cxnLst/>
              <a:rect l="l" t="t" r="r" b="b"/>
              <a:pathLst>
                <a:path w="32196" h="20539" extrusionOk="0">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7" name="Google Shape;2597;p20"/>
            <p:cNvSpPr/>
            <p:nvPr/>
          </p:nvSpPr>
          <p:spPr>
            <a:xfrm>
              <a:off x="4604725" y="4122375"/>
              <a:ext cx="224450" cy="207175"/>
            </a:xfrm>
            <a:custGeom>
              <a:avLst/>
              <a:gdLst/>
              <a:ahLst/>
              <a:cxnLst/>
              <a:rect l="l" t="t" r="r" b="b"/>
              <a:pathLst>
                <a:path w="8978" h="8287" extrusionOk="0">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8" name="Google Shape;2598;p20"/>
            <p:cNvSpPr/>
            <p:nvPr/>
          </p:nvSpPr>
          <p:spPr>
            <a:xfrm>
              <a:off x="4727950" y="4136950"/>
              <a:ext cx="125650" cy="274450"/>
            </a:xfrm>
            <a:custGeom>
              <a:avLst/>
              <a:gdLst/>
              <a:ahLst/>
              <a:cxnLst/>
              <a:rect l="l" t="t" r="r" b="b"/>
              <a:pathLst>
                <a:path w="5026" h="10978" extrusionOk="0">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9" name="Google Shape;2599;p20"/>
            <p:cNvSpPr/>
            <p:nvPr/>
          </p:nvSpPr>
          <p:spPr>
            <a:xfrm>
              <a:off x="4605925" y="4346200"/>
              <a:ext cx="86650" cy="65200"/>
            </a:xfrm>
            <a:custGeom>
              <a:avLst/>
              <a:gdLst/>
              <a:ahLst/>
              <a:cxnLst/>
              <a:rect l="l" t="t" r="r" b="b"/>
              <a:pathLst>
                <a:path w="3466" h="2608" extrusionOk="0">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0" name="Google Shape;2600;p20"/>
            <p:cNvSpPr/>
            <p:nvPr/>
          </p:nvSpPr>
          <p:spPr>
            <a:xfrm>
              <a:off x="5016400" y="4244400"/>
              <a:ext cx="9250" cy="167000"/>
            </a:xfrm>
            <a:custGeom>
              <a:avLst/>
              <a:gdLst/>
              <a:ahLst/>
              <a:cxnLst/>
              <a:rect l="l" t="t" r="r" b="b"/>
              <a:pathLst>
                <a:path w="370" h="6680" extrusionOk="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1" name="Google Shape;2601;p20"/>
            <p:cNvSpPr/>
            <p:nvPr/>
          </p:nvSpPr>
          <p:spPr>
            <a:xfrm>
              <a:off x="5021450" y="4188150"/>
              <a:ext cx="3300" cy="3900"/>
            </a:xfrm>
            <a:custGeom>
              <a:avLst/>
              <a:gdLst/>
              <a:ahLst/>
              <a:cxnLst/>
              <a:rect l="l" t="t" r="r" b="b"/>
              <a:pathLst>
                <a:path w="132" h="156" extrusionOk="0">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2" name="Google Shape;2602;p20"/>
            <p:cNvSpPr/>
            <p:nvPr/>
          </p:nvSpPr>
          <p:spPr>
            <a:xfrm>
              <a:off x="4864275" y="3750900"/>
              <a:ext cx="138450" cy="315225"/>
            </a:xfrm>
            <a:custGeom>
              <a:avLst/>
              <a:gdLst/>
              <a:ahLst/>
              <a:cxnLst/>
              <a:rect l="l" t="t" r="r" b="b"/>
              <a:pathLst>
                <a:path w="5538" h="12609" extrusionOk="0">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3" name="Google Shape;2603;p20"/>
            <p:cNvSpPr/>
            <p:nvPr/>
          </p:nvSpPr>
          <p:spPr>
            <a:xfrm>
              <a:off x="5003300" y="3753275"/>
              <a:ext cx="18175" cy="439050"/>
            </a:xfrm>
            <a:custGeom>
              <a:avLst/>
              <a:gdLst/>
              <a:ahLst/>
              <a:cxnLst/>
              <a:rect l="l" t="t" r="r" b="b"/>
              <a:pathLst>
                <a:path w="727" h="17562" extrusionOk="0">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4" name="Google Shape;2604;p20"/>
            <p:cNvSpPr/>
            <p:nvPr/>
          </p:nvSpPr>
          <p:spPr>
            <a:xfrm>
              <a:off x="4886325" y="4112250"/>
              <a:ext cx="111625" cy="96750"/>
            </a:xfrm>
            <a:custGeom>
              <a:avLst/>
              <a:gdLst/>
              <a:ahLst/>
              <a:cxnLst/>
              <a:rect l="l" t="t" r="r" b="b"/>
              <a:pathLst>
                <a:path w="4465" h="3870" extrusionOk="0">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5" name="Google Shape;2605;p20"/>
            <p:cNvSpPr/>
            <p:nvPr/>
          </p:nvSpPr>
          <p:spPr>
            <a:xfrm>
              <a:off x="5032450" y="4235775"/>
              <a:ext cx="207800" cy="173550"/>
            </a:xfrm>
            <a:custGeom>
              <a:avLst/>
              <a:gdLst/>
              <a:ahLst/>
              <a:cxnLst/>
              <a:rect l="l" t="t" r="r" b="b"/>
              <a:pathLst>
                <a:path w="8312" h="6942" extrusionOk="0">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6" name="Google Shape;2606;p20"/>
            <p:cNvSpPr/>
            <p:nvPr/>
          </p:nvSpPr>
          <p:spPr>
            <a:xfrm>
              <a:off x="5006875" y="3750000"/>
              <a:ext cx="242600" cy="651600"/>
            </a:xfrm>
            <a:custGeom>
              <a:avLst/>
              <a:gdLst/>
              <a:ahLst/>
              <a:cxnLst/>
              <a:rect l="l" t="t" r="r" b="b"/>
              <a:pathLst>
                <a:path w="9704" h="26064" extrusionOk="0">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7" name="Google Shape;2607;p20"/>
            <p:cNvSpPr/>
            <p:nvPr/>
          </p:nvSpPr>
          <p:spPr>
            <a:xfrm>
              <a:off x="4991100" y="4191000"/>
              <a:ext cx="56575" cy="53975"/>
            </a:xfrm>
            <a:custGeom>
              <a:avLst/>
              <a:gdLst/>
              <a:ahLst/>
              <a:cxnLst/>
              <a:rect l="l" t="t" r="r" b="b"/>
              <a:pathLst>
                <a:path w="2263" h="2159" extrusionOk="0">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8" name="Google Shape;2608;p20"/>
            <p:cNvSpPr/>
            <p:nvPr/>
          </p:nvSpPr>
          <p:spPr>
            <a:xfrm>
              <a:off x="4815775" y="4062050"/>
              <a:ext cx="78000" cy="76425"/>
            </a:xfrm>
            <a:custGeom>
              <a:avLst/>
              <a:gdLst/>
              <a:ahLst/>
              <a:cxnLst/>
              <a:rect l="l" t="t" r="r" b="b"/>
              <a:pathLst>
                <a:path w="3120" h="3057" extrusionOk="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9" name="Google Shape;2609;p20"/>
            <p:cNvSpPr/>
            <p:nvPr/>
          </p:nvSpPr>
          <p:spPr>
            <a:xfrm>
              <a:off x="2997100" y="4406875"/>
              <a:ext cx="25600" cy="5125"/>
            </a:xfrm>
            <a:custGeom>
              <a:avLst/>
              <a:gdLst/>
              <a:ahLst/>
              <a:cxnLst/>
              <a:rect l="l" t="t" r="r" b="b"/>
              <a:pathLst>
                <a:path w="1024" h="205" extrusionOk="0">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0" name="Google Shape;2610;p20"/>
            <p:cNvSpPr/>
            <p:nvPr/>
          </p:nvSpPr>
          <p:spPr>
            <a:xfrm>
              <a:off x="2698250" y="4188575"/>
              <a:ext cx="14300" cy="13925"/>
            </a:xfrm>
            <a:custGeom>
              <a:avLst/>
              <a:gdLst/>
              <a:ahLst/>
              <a:cxnLst/>
              <a:rect l="l" t="t" r="r" b="b"/>
              <a:pathLst>
                <a:path w="572" h="557" extrusionOk="0">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1" name="Google Shape;2611;p20"/>
            <p:cNvSpPr/>
            <p:nvPr/>
          </p:nvSpPr>
          <p:spPr>
            <a:xfrm>
              <a:off x="3732600" y="4168050"/>
              <a:ext cx="29200" cy="27800"/>
            </a:xfrm>
            <a:custGeom>
              <a:avLst/>
              <a:gdLst/>
              <a:ahLst/>
              <a:cxnLst/>
              <a:rect l="l" t="t" r="r" b="b"/>
              <a:pathLst>
                <a:path w="1168" h="1112" extrusionOk="0">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2" name="Google Shape;2612;p20"/>
            <p:cNvSpPr/>
            <p:nvPr/>
          </p:nvSpPr>
          <p:spPr>
            <a:xfrm>
              <a:off x="4574675" y="4319825"/>
              <a:ext cx="37825" cy="38250"/>
            </a:xfrm>
            <a:custGeom>
              <a:avLst/>
              <a:gdLst/>
              <a:ahLst/>
              <a:cxnLst/>
              <a:rect l="l" t="t" r="r" b="b"/>
              <a:pathLst>
                <a:path w="1513" h="1530" extrusionOk="0">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3" name="Google Shape;2613;p20"/>
            <p:cNvSpPr/>
            <p:nvPr/>
          </p:nvSpPr>
          <p:spPr>
            <a:xfrm>
              <a:off x="4163600" y="4245300"/>
              <a:ext cx="27400" cy="26400"/>
            </a:xfrm>
            <a:custGeom>
              <a:avLst/>
              <a:gdLst/>
              <a:ahLst/>
              <a:cxnLst/>
              <a:rect l="l" t="t" r="r" b="b"/>
              <a:pathLst>
                <a:path w="1096" h="1056" extrusionOk="0">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4" name="Google Shape;2614;p20"/>
            <p:cNvSpPr/>
            <p:nvPr/>
          </p:nvSpPr>
          <p:spPr>
            <a:xfrm>
              <a:off x="2754800" y="4228775"/>
              <a:ext cx="27100" cy="27250"/>
            </a:xfrm>
            <a:custGeom>
              <a:avLst/>
              <a:gdLst/>
              <a:ahLst/>
              <a:cxnLst/>
              <a:rect l="l" t="t" r="r" b="b"/>
              <a:pathLst>
                <a:path w="1084" h="1090" extrusionOk="0">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5" name="Google Shape;2615;p20"/>
            <p:cNvSpPr/>
            <p:nvPr/>
          </p:nvSpPr>
          <p:spPr>
            <a:xfrm>
              <a:off x="2582150" y="4308350"/>
              <a:ext cx="28000" cy="27250"/>
            </a:xfrm>
            <a:custGeom>
              <a:avLst/>
              <a:gdLst/>
              <a:ahLst/>
              <a:cxnLst/>
              <a:rect l="l" t="t" r="r" b="b"/>
              <a:pathLst>
                <a:path w="1120" h="1090" extrusionOk="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6" name="Google Shape;2616;p20"/>
            <p:cNvSpPr/>
            <p:nvPr/>
          </p:nvSpPr>
          <p:spPr>
            <a:xfrm>
              <a:off x="3259325" y="4015150"/>
              <a:ext cx="28300" cy="26950"/>
            </a:xfrm>
            <a:custGeom>
              <a:avLst/>
              <a:gdLst/>
              <a:ahLst/>
              <a:cxnLst/>
              <a:rect l="l" t="t" r="r" b="b"/>
              <a:pathLst>
                <a:path w="1132" h="1078" extrusionOk="0">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7" name="Google Shape;2617;p20"/>
            <p:cNvSpPr/>
            <p:nvPr/>
          </p:nvSpPr>
          <p:spPr>
            <a:xfrm>
              <a:off x="5234575" y="4397850"/>
              <a:ext cx="36625" cy="13550"/>
            </a:xfrm>
            <a:custGeom>
              <a:avLst/>
              <a:gdLst/>
              <a:ahLst/>
              <a:cxnLst/>
              <a:rect l="l" t="t" r="r" b="b"/>
              <a:pathLst>
                <a:path w="1465" h="542" extrusionOk="0">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8" name="Google Shape;2618;p20"/>
            <p:cNvSpPr/>
            <p:nvPr/>
          </p:nvSpPr>
          <p:spPr>
            <a:xfrm>
              <a:off x="4984250" y="3714800"/>
              <a:ext cx="39600" cy="38200"/>
            </a:xfrm>
            <a:custGeom>
              <a:avLst/>
              <a:gdLst/>
              <a:ahLst/>
              <a:cxnLst/>
              <a:rect l="l" t="t" r="r" b="b"/>
              <a:pathLst>
                <a:path w="1584" h="1528" extrusionOk="0">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9" name="Google Shape;2619;p20"/>
            <p:cNvSpPr/>
            <p:nvPr/>
          </p:nvSpPr>
          <p:spPr>
            <a:xfrm>
              <a:off x="3074475" y="4307150"/>
              <a:ext cx="15500" cy="15550"/>
            </a:xfrm>
            <a:custGeom>
              <a:avLst/>
              <a:gdLst/>
              <a:ahLst/>
              <a:cxnLst/>
              <a:rect l="l" t="t" r="r" b="b"/>
              <a:pathLst>
                <a:path w="620" h="622" extrusionOk="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0" name="Google Shape;2620;p20"/>
            <p:cNvSpPr/>
            <p:nvPr/>
          </p:nvSpPr>
          <p:spPr>
            <a:xfrm>
              <a:off x="3911200" y="4344925"/>
              <a:ext cx="16375" cy="15575"/>
            </a:xfrm>
            <a:custGeom>
              <a:avLst/>
              <a:gdLst/>
              <a:ahLst/>
              <a:cxnLst/>
              <a:rect l="l" t="t" r="r" b="b"/>
              <a:pathLst>
                <a:path w="655" h="623" extrusionOk="0">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621" name="Google Shape;2621;p20"/>
          <p:cNvGrpSpPr/>
          <p:nvPr/>
        </p:nvGrpSpPr>
        <p:grpSpPr>
          <a:xfrm flipH="1">
            <a:off x="5790906" y="4274145"/>
            <a:ext cx="3353245" cy="869408"/>
            <a:chOff x="2582150" y="3714800"/>
            <a:chExt cx="2689050" cy="697200"/>
          </a:xfrm>
        </p:grpSpPr>
        <p:sp>
          <p:nvSpPr>
            <p:cNvPr id="2622" name="Google Shape;2622;p20"/>
            <p:cNvSpPr/>
            <p:nvPr/>
          </p:nvSpPr>
          <p:spPr>
            <a:xfrm>
              <a:off x="3636750" y="4402150"/>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3" name="Google Shape;2623;p20"/>
            <p:cNvSpPr/>
            <p:nvPr/>
          </p:nvSpPr>
          <p:spPr>
            <a:xfrm>
              <a:off x="3640625" y="4406925"/>
              <a:ext cx="19375" cy="4475"/>
            </a:xfrm>
            <a:custGeom>
              <a:avLst/>
              <a:gdLst/>
              <a:ahLst/>
              <a:cxnLst/>
              <a:rect l="l" t="t" r="r" b="b"/>
              <a:pathLst>
                <a:path w="775" h="179" extrusionOk="0">
                  <a:moveTo>
                    <a:pt x="393" y="0"/>
                  </a:moveTo>
                  <a:lnTo>
                    <a:pt x="36" y="108"/>
                  </a:lnTo>
                  <a:lnTo>
                    <a:pt x="0" y="179"/>
                  </a:lnTo>
                  <a:lnTo>
                    <a:pt x="774" y="179"/>
                  </a:lnTo>
                  <a:lnTo>
                    <a:pt x="39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4" name="Google Shape;2624;p20"/>
            <p:cNvSpPr/>
            <p:nvPr/>
          </p:nvSpPr>
          <p:spPr>
            <a:xfrm>
              <a:off x="3634075" y="4403950"/>
              <a:ext cx="25" cy="625"/>
            </a:xfrm>
            <a:custGeom>
              <a:avLst/>
              <a:gdLst/>
              <a:ahLst/>
              <a:cxnLst/>
              <a:rect l="l" t="t" r="r" b="b"/>
              <a:pathLst>
                <a:path w="1" h="25" extrusionOk="0">
                  <a:moveTo>
                    <a:pt x="0" y="24"/>
                  </a:moveTo>
                  <a:lnTo>
                    <a:pt x="0" y="24"/>
                  </a:lnTo>
                  <a:lnTo>
                    <a:pt x="0" y="24"/>
                  </a:ln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5" name="Google Shape;2625;p20"/>
            <p:cNvSpPr/>
            <p:nvPr/>
          </p:nvSpPr>
          <p:spPr>
            <a:xfrm>
              <a:off x="3635275" y="4403050"/>
              <a:ext cx="25" cy="25"/>
            </a:xfrm>
            <a:custGeom>
              <a:avLst/>
              <a:gdLst/>
              <a:ahLst/>
              <a:cxnLst/>
              <a:rect l="l" t="t" r="r" b="b"/>
              <a:pathLst>
                <a:path w="1" h="1" extrusionOk="0">
                  <a:moveTo>
                    <a:pt x="0"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6" name="Google Shape;2626;p20"/>
            <p:cNvSpPr/>
            <p:nvPr/>
          </p:nvSpPr>
          <p:spPr>
            <a:xfrm>
              <a:off x="3746875" y="4334600"/>
              <a:ext cx="142325" cy="46150"/>
            </a:xfrm>
            <a:custGeom>
              <a:avLst/>
              <a:gdLst/>
              <a:ahLst/>
              <a:cxnLst/>
              <a:rect l="l" t="t" r="r" b="b"/>
              <a:pathLst>
                <a:path w="5693" h="1846" extrusionOk="0">
                  <a:moveTo>
                    <a:pt x="5418" y="0"/>
                  </a:moveTo>
                  <a:lnTo>
                    <a:pt x="1" y="1488"/>
                  </a:lnTo>
                  <a:lnTo>
                    <a:pt x="1" y="1846"/>
                  </a:lnTo>
                  <a:lnTo>
                    <a:pt x="5692" y="262"/>
                  </a:lnTo>
                  <a:lnTo>
                    <a:pt x="541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7" name="Google Shape;2627;p20"/>
            <p:cNvSpPr/>
            <p:nvPr/>
          </p:nvSpPr>
          <p:spPr>
            <a:xfrm>
              <a:off x="3891850" y="4256600"/>
              <a:ext cx="273575" cy="81875"/>
            </a:xfrm>
            <a:custGeom>
              <a:avLst/>
              <a:gdLst/>
              <a:ahLst/>
              <a:cxnLst/>
              <a:rect l="l" t="t" r="r" b="b"/>
              <a:pathLst>
                <a:path w="10943" h="3275" extrusionOk="0">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8" name="Google Shape;2628;p20"/>
            <p:cNvSpPr/>
            <p:nvPr/>
          </p:nvSpPr>
          <p:spPr>
            <a:xfrm>
              <a:off x="3634375" y="4403350"/>
              <a:ext cx="325" cy="325"/>
            </a:xfrm>
            <a:custGeom>
              <a:avLst/>
              <a:gdLst/>
              <a:ahLst/>
              <a:cxnLst/>
              <a:rect l="l" t="t" r="r" b="b"/>
              <a:pathLst>
                <a:path w="13" h="13" extrusionOk="0">
                  <a:moveTo>
                    <a:pt x="0" y="12"/>
                  </a:move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9" name="Google Shape;2629;p20"/>
            <p:cNvSpPr/>
            <p:nvPr/>
          </p:nvSpPr>
          <p:spPr>
            <a:xfrm>
              <a:off x="3635275" y="4402450"/>
              <a:ext cx="300" cy="625"/>
            </a:xfrm>
            <a:custGeom>
              <a:avLst/>
              <a:gdLst/>
              <a:ahLst/>
              <a:cxnLst/>
              <a:rect l="l" t="t" r="r" b="b"/>
              <a:pathLst>
                <a:path w="12" h="25" extrusionOk="0">
                  <a:moveTo>
                    <a:pt x="12" y="1"/>
                  </a:moveTo>
                  <a:cubicBezTo>
                    <a:pt x="12" y="1"/>
                    <a:pt x="0" y="25"/>
                    <a:pt x="12" y="1"/>
                  </a:cubicBezTo>
                  <a:lnTo>
                    <a:pt x="0" y="25"/>
                  </a:lnTo>
                  <a:lnTo>
                    <a:pt x="0" y="25"/>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0" name="Google Shape;2630;p20"/>
            <p:cNvSpPr/>
            <p:nvPr/>
          </p:nvSpPr>
          <p:spPr>
            <a:xfrm>
              <a:off x="3636750" y="4373575"/>
              <a:ext cx="101825" cy="35750"/>
            </a:xfrm>
            <a:custGeom>
              <a:avLst/>
              <a:gdLst/>
              <a:ahLst/>
              <a:cxnLst/>
              <a:rect l="l" t="t" r="r" b="b"/>
              <a:pathLst>
                <a:path w="4073" h="1430" extrusionOk="0">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1" name="Google Shape;2631;p20"/>
            <p:cNvSpPr/>
            <p:nvPr/>
          </p:nvSpPr>
          <p:spPr>
            <a:xfrm>
              <a:off x="3635850" y="4402150"/>
              <a:ext cx="925" cy="325"/>
            </a:xfrm>
            <a:custGeom>
              <a:avLst/>
              <a:gdLst/>
              <a:ahLst/>
              <a:cxnLst/>
              <a:rect l="l" t="t" r="r" b="b"/>
              <a:pathLst>
                <a:path w="37" h="13" extrusionOk="0">
                  <a:moveTo>
                    <a:pt x="37" y="1"/>
                  </a:moveTo>
                  <a:cubicBezTo>
                    <a:pt x="13" y="1"/>
                    <a:pt x="1" y="1"/>
                    <a:pt x="1" y="13"/>
                  </a:cubicBezTo>
                  <a:cubicBezTo>
                    <a:pt x="1" y="13"/>
                    <a:pt x="13" y="1"/>
                    <a:pt x="3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2" name="Google Shape;2632;p20"/>
            <p:cNvSpPr/>
            <p:nvPr/>
          </p:nvSpPr>
          <p:spPr>
            <a:xfrm>
              <a:off x="3634075" y="4403950"/>
              <a:ext cx="325" cy="925"/>
            </a:xfrm>
            <a:custGeom>
              <a:avLst/>
              <a:gdLst/>
              <a:ahLst/>
              <a:cxnLst/>
              <a:rect l="l" t="t" r="r" b="b"/>
              <a:pathLst>
                <a:path w="13" h="37" extrusionOk="0">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3" name="Google Shape;2633;p20"/>
            <p:cNvSpPr/>
            <p:nvPr/>
          </p:nvSpPr>
          <p:spPr>
            <a:xfrm>
              <a:off x="2599425" y="4199450"/>
              <a:ext cx="104800" cy="112250"/>
            </a:xfrm>
            <a:custGeom>
              <a:avLst/>
              <a:gdLst/>
              <a:ahLst/>
              <a:cxnLst/>
              <a:rect l="l" t="t" r="r" b="b"/>
              <a:pathLst>
                <a:path w="4192" h="4490" extrusionOk="0">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4" name="Google Shape;2634;p20"/>
            <p:cNvSpPr/>
            <p:nvPr/>
          </p:nvSpPr>
          <p:spPr>
            <a:xfrm>
              <a:off x="2778900" y="4187850"/>
              <a:ext cx="124150" cy="53600"/>
            </a:xfrm>
            <a:custGeom>
              <a:avLst/>
              <a:gdLst/>
              <a:ahLst/>
              <a:cxnLst/>
              <a:rect l="l" t="t" r="r" b="b"/>
              <a:pathLst>
                <a:path w="4966" h="2144" extrusionOk="0">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5" name="Google Shape;2635;p20"/>
            <p:cNvSpPr/>
            <p:nvPr/>
          </p:nvSpPr>
          <p:spPr>
            <a:xfrm>
              <a:off x="2905125" y="4188150"/>
              <a:ext cx="900" cy="625"/>
            </a:xfrm>
            <a:custGeom>
              <a:avLst/>
              <a:gdLst/>
              <a:ahLst/>
              <a:cxnLst/>
              <a:rect l="l" t="t" r="r" b="b"/>
              <a:pathLst>
                <a:path w="36" h="25" extrusionOk="0">
                  <a:moveTo>
                    <a:pt x="0" y="0"/>
                  </a:moveTo>
                  <a:cubicBezTo>
                    <a:pt x="12" y="0"/>
                    <a:pt x="12" y="24"/>
                    <a:pt x="36" y="24"/>
                  </a:cubicBezTo>
                  <a:cubicBezTo>
                    <a:pt x="12" y="24"/>
                    <a:pt x="12"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6" name="Google Shape;2636;p20"/>
            <p:cNvSpPr/>
            <p:nvPr/>
          </p:nvSpPr>
          <p:spPr>
            <a:xfrm>
              <a:off x="2903925" y="4187850"/>
              <a:ext cx="925" cy="25"/>
            </a:xfrm>
            <a:custGeom>
              <a:avLst/>
              <a:gdLst/>
              <a:ahLst/>
              <a:cxnLst/>
              <a:rect l="l" t="t" r="r" b="b"/>
              <a:pathLst>
                <a:path w="37" h="1" extrusionOk="0">
                  <a:moveTo>
                    <a:pt x="0" y="0"/>
                  </a:move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7" name="Google Shape;2637;p20"/>
            <p:cNvSpPr/>
            <p:nvPr/>
          </p:nvSpPr>
          <p:spPr>
            <a:xfrm>
              <a:off x="2903325" y="4187850"/>
              <a:ext cx="625" cy="25"/>
            </a:xfrm>
            <a:custGeom>
              <a:avLst/>
              <a:gdLst/>
              <a:ahLst/>
              <a:cxnLst/>
              <a:rect l="l" t="t" r="r" b="b"/>
              <a:pathLst>
                <a:path w="25" h="1" extrusionOk="0">
                  <a:moveTo>
                    <a:pt x="1" y="0"/>
                  </a:moveTo>
                  <a:lnTo>
                    <a:pt x="2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8" name="Google Shape;2638;p20"/>
            <p:cNvSpPr/>
            <p:nvPr/>
          </p:nvSpPr>
          <p:spPr>
            <a:xfrm>
              <a:off x="2906000" y="4188750"/>
              <a:ext cx="25" cy="25"/>
            </a:xfrm>
            <a:custGeom>
              <a:avLst/>
              <a:gdLst/>
              <a:ahLst/>
              <a:cxnLst/>
              <a:rect l="l" t="t" r="r" b="b"/>
              <a:pathLst>
                <a:path w="1" h="1" extrusionOk="0">
                  <a:moveTo>
                    <a:pt x="1" y="0"/>
                  </a:move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9" name="Google Shape;2639;p20"/>
            <p:cNvSpPr/>
            <p:nvPr/>
          </p:nvSpPr>
          <p:spPr>
            <a:xfrm>
              <a:off x="2898575" y="4188150"/>
              <a:ext cx="179200" cy="127725"/>
            </a:xfrm>
            <a:custGeom>
              <a:avLst/>
              <a:gdLst/>
              <a:ahLst/>
              <a:cxnLst/>
              <a:rect l="l" t="t" r="r" b="b"/>
              <a:pathLst>
                <a:path w="7168" h="5109" extrusionOk="0">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0" name="Google Shape;2640;p20"/>
            <p:cNvSpPr/>
            <p:nvPr/>
          </p:nvSpPr>
          <p:spPr>
            <a:xfrm>
              <a:off x="2605375" y="4242625"/>
              <a:ext cx="151825" cy="76225"/>
            </a:xfrm>
            <a:custGeom>
              <a:avLst/>
              <a:gdLst/>
              <a:ahLst/>
              <a:cxnLst/>
              <a:rect l="l" t="t" r="r" b="b"/>
              <a:pathLst>
                <a:path w="6073" h="3049" extrusionOk="0">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1" name="Google Shape;2641;p20"/>
            <p:cNvSpPr/>
            <p:nvPr/>
          </p:nvSpPr>
          <p:spPr>
            <a:xfrm>
              <a:off x="2768500" y="4252150"/>
              <a:ext cx="210450" cy="159250"/>
            </a:xfrm>
            <a:custGeom>
              <a:avLst/>
              <a:gdLst/>
              <a:ahLst/>
              <a:cxnLst/>
              <a:rect l="l" t="t" r="r" b="b"/>
              <a:pathLst>
                <a:path w="8418" h="6370" extrusionOk="0">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2" name="Google Shape;2642;p20"/>
            <p:cNvSpPr/>
            <p:nvPr/>
          </p:nvSpPr>
          <p:spPr>
            <a:xfrm>
              <a:off x="2694975" y="4191125"/>
              <a:ext cx="62225" cy="54200"/>
            </a:xfrm>
            <a:custGeom>
              <a:avLst/>
              <a:gdLst/>
              <a:ahLst/>
              <a:cxnLst/>
              <a:rect l="l" t="t" r="r" b="b"/>
              <a:pathLst>
                <a:path w="2489" h="2168" extrusionOk="0">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3" name="Google Shape;2643;p20"/>
            <p:cNvSpPr/>
            <p:nvPr/>
          </p:nvSpPr>
          <p:spPr>
            <a:xfrm>
              <a:off x="3016725" y="4319125"/>
              <a:ext cx="67000" cy="92275"/>
            </a:xfrm>
            <a:custGeom>
              <a:avLst/>
              <a:gdLst/>
              <a:ahLst/>
              <a:cxnLst/>
              <a:rect l="l" t="t" r="r" b="b"/>
              <a:pathLst>
                <a:path w="2680" h="3691" extrusionOk="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4" name="Google Shape;2644;p20"/>
            <p:cNvSpPr/>
            <p:nvPr/>
          </p:nvSpPr>
          <p:spPr>
            <a:xfrm>
              <a:off x="3084000" y="4036650"/>
              <a:ext cx="186075" cy="275050"/>
            </a:xfrm>
            <a:custGeom>
              <a:avLst/>
              <a:gdLst/>
              <a:ahLst/>
              <a:cxnLst/>
              <a:rect l="l" t="t" r="r" b="b"/>
              <a:pathLst>
                <a:path w="7443" h="11002" extrusionOk="0">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5" name="Google Shape;2645;p20"/>
            <p:cNvSpPr/>
            <p:nvPr/>
          </p:nvSpPr>
          <p:spPr>
            <a:xfrm>
              <a:off x="3088475" y="4311375"/>
              <a:ext cx="161950" cy="100025"/>
            </a:xfrm>
            <a:custGeom>
              <a:avLst/>
              <a:gdLst/>
              <a:ahLst/>
              <a:cxnLst/>
              <a:rect l="l" t="t" r="r" b="b"/>
              <a:pathLst>
                <a:path w="6478" h="4001" extrusionOk="0">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6" name="Google Shape;2646;p20"/>
            <p:cNvSpPr/>
            <p:nvPr/>
          </p:nvSpPr>
          <p:spPr>
            <a:xfrm>
              <a:off x="3271525" y="4040200"/>
              <a:ext cx="47350" cy="371200"/>
            </a:xfrm>
            <a:custGeom>
              <a:avLst/>
              <a:gdLst/>
              <a:ahLst/>
              <a:cxnLst/>
              <a:rect l="l" t="t" r="r" b="b"/>
              <a:pathLst>
                <a:path w="1894" h="14848" extrusionOk="0">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7" name="Google Shape;2647;p20"/>
            <p:cNvSpPr/>
            <p:nvPr/>
          </p:nvSpPr>
          <p:spPr>
            <a:xfrm>
              <a:off x="3632275" y="4401925"/>
              <a:ext cx="10750" cy="9475"/>
            </a:xfrm>
            <a:custGeom>
              <a:avLst/>
              <a:gdLst/>
              <a:ahLst/>
              <a:cxnLst/>
              <a:rect l="l" t="t" r="r" b="b"/>
              <a:pathLst>
                <a:path w="430" h="379" extrusionOk="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8" name="Google Shape;2648;p20"/>
            <p:cNvSpPr/>
            <p:nvPr/>
          </p:nvSpPr>
          <p:spPr>
            <a:xfrm>
              <a:off x="3737350" y="4195300"/>
              <a:ext cx="14325" cy="216100"/>
            </a:xfrm>
            <a:custGeom>
              <a:avLst/>
              <a:gdLst/>
              <a:ahLst/>
              <a:cxnLst/>
              <a:rect l="l" t="t" r="r" b="b"/>
              <a:pathLst>
                <a:path w="573" h="8644" extrusionOk="0">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9" name="Google Shape;2649;p20"/>
            <p:cNvSpPr/>
            <p:nvPr/>
          </p:nvSpPr>
          <p:spPr>
            <a:xfrm>
              <a:off x="4021625" y="4264050"/>
              <a:ext cx="149750" cy="147350"/>
            </a:xfrm>
            <a:custGeom>
              <a:avLst/>
              <a:gdLst/>
              <a:ahLst/>
              <a:cxnLst/>
              <a:rect l="l" t="t" r="r" b="b"/>
              <a:pathLst>
                <a:path w="5990" h="5894" extrusionOk="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0" name="Google Shape;2650;p20"/>
            <p:cNvSpPr/>
            <p:nvPr/>
          </p:nvSpPr>
          <p:spPr>
            <a:xfrm>
              <a:off x="4484475" y="4346500"/>
              <a:ext cx="96475" cy="64900"/>
            </a:xfrm>
            <a:custGeom>
              <a:avLst/>
              <a:gdLst/>
              <a:ahLst/>
              <a:cxnLst/>
              <a:rect l="l" t="t" r="r" b="b"/>
              <a:pathLst>
                <a:path w="3859" h="2596" extrusionOk="0">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1" name="Google Shape;2651;p20"/>
            <p:cNvSpPr/>
            <p:nvPr/>
          </p:nvSpPr>
          <p:spPr>
            <a:xfrm>
              <a:off x="3743025" y="4194700"/>
              <a:ext cx="230700" cy="216425"/>
            </a:xfrm>
            <a:custGeom>
              <a:avLst/>
              <a:gdLst/>
              <a:ahLst/>
              <a:cxnLst/>
              <a:rect l="l" t="t" r="r" b="b"/>
              <a:pathLst>
                <a:path w="9228" h="8657" extrusionOk="0">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2" name="Google Shape;2652;p20"/>
            <p:cNvSpPr/>
            <p:nvPr/>
          </p:nvSpPr>
          <p:spPr>
            <a:xfrm>
              <a:off x="4185325" y="4269100"/>
              <a:ext cx="69975" cy="142300"/>
            </a:xfrm>
            <a:custGeom>
              <a:avLst/>
              <a:gdLst/>
              <a:ahLst/>
              <a:cxnLst/>
              <a:rect l="l" t="t" r="r" b="b"/>
              <a:pathLst>
                <a:path w="2799" h="5692" extrusionOk="0">
                  <a:moveTo>
                    <a:pt x="1" y="1"/>
                  </a:moveTo>
                  <a:lnTo>
                    <a:pt x="2430" y="5692"/>
                  </a:lnTo>
                  <a:lnTo>
                    <a:pt x="2799" y="5692"/>
                  </a:lnTo>
                  <a:lnTo>
                    <a:pt x="572" y="465"/>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3" name="Google Shape;2653;p20"/>
            <p:cNvSpPr/>
            <p:nvPr/>
          </p:nvSpPr>
          <p:spPr>
            <a:xfrm>
              <a:off x="4174625" y="4240475"/>
              <a:ext cx="9550" cy="5725"/>
            </a:xfrm>
            <a:custGeom>
              <a:avLst/>
              <a:gdLst/>
              <a:ahLst/>
              <a:cxnLst/>
              <a:rect l="l" t="t" r="r" b="b"/>
              <a:pathLst>
                <a:path w="382" h="229" extrusionOk="0">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4" name="Google Shape;2654;p20"/>
            <p:cNvSpPr/>
            <p:nvPr/>
          </p:nvSpPr>
          <p:spPr>
            <a:xfrm>
              <a:off x="4599075" y="4353050"/>
              <a:ext cx="37825" cy="58350"/>
            </a:xfrm>
            <a:custGeom>
              <a:avLst/>
              <a:gdLst/>
              <a:ahLst/>
              <a:cxnLst/>
              <a:rect l="l" t="t" r="r" b="b"/>
              <a:pathLst>
                <a:path w="1513" h="2334" extrusionOk="0">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5" name="Google Shape;2655;p20"/>
            <p:cNvSpPr/>
            <p:nvPr/>
          </p:nvSpPr>
          <p:spPr>
            <a:xfrm>
              <a:off x="4185025" y="4263750"/>
              <a:ext cx="182500" cy="147650"/>
            </a:xfrm>
            <a:custGeom>
              <a:avLst/>
              <a:gdLst/>
              <a:ahLst/>
              <a:cxnLst/>
              <a:rect l="l" t="t" r="r" b="b"/>
              <a:pathLst>
                <a:path w="7300" h="5906" extrusionOk="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6" name="Google Shape;2656;p20"/>
            <p:cNvSpPr/>
            <p:nvPr/>
          </p:nvSpPr>
          <p:spPr>
            <a:xfrm>
              <a:off x="4189800" y="4255125"/>
              <a:ext cx="386375" cy="83950"/>
            </a:xfrm>
            <a:custGeom>
              <a:avLst/>
              <a:gdLst/>
              <a:ahLst/>
              <a:cxnLst/>
              <a:rect l="l" t="t" r="r" b="b"/>
              <a:pathLst>
                <a:path w="15455" h="3358" extrusionOk="0">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7" name="Google Shape;2657;p20"/>
            <p:cNvSpPr/>
            <p:nvPr/>
          </p:nvSpPr>
          <p:spPr>
            <a:xfrm>
              <a:off x="4185925" y="3740775"/>
              <a:ext cx="804900" cy="513475"/>
            </a:xfrm>
            <a:custGeom>
              <a:avLst/>
              <a:gdLst/>
              <a:ahLst/>
              <a:cxnLst/>
              <a:rect l="l" t="t" r="r" b="b"/>
              <a:pathLst>
                <a:path w="32196" h="20539" extrusionOk="0">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8" name="Google Shape;2658;p20"/>
            <p:cNvSpPr/>
            <p:nvPr/>
          </p:nvSpPr>
          <p:spPr>
            <a:xfrm>
              <a:off x="4604725" y="4122375"/>
              <a:ext cx="224450" cy="207175"/>
            </a:xfrm>
            <a:custGeom>
              <a:avLst/>
              <a:gdLst/>
              <a:ahLst/>
              <a:cxnLst/>
              <a:rect l="l" t="t" r="r" b="b"/>
              <a:pathLst>
                <a:path w="8978" h="8287" extrusionOk="0">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9" name="Google Shape;2659;p20"/>
            <p:cNvSpPr/>
            <p:nvPr/>
          </p:nvSpPr>
          <p:spPr>
            <a:xfrm>
              <a:off x="4727950" y="4136950"/>
              <a:ext cx="125650" cy="274450"/>
            </a:xfrm>
            <a:custGeom>
              <a:avLst/>
              <a:gdLst/>
              <a:ahLst/>
              <a:cxnLst/>
              <a:rect l="l" t="t" r="r" b="b"/>
              <a:pathLst>
                <a:path w="5026" h="10978" extrusionOk="0">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0" name="Google Shape;2660;p20"/>
            <p:cNvSpPr/>
            <p:nvPr/>
          </p:nvSpPr>
          <p:spPr>
            <a:xfrm>
              <a:off x="4605925" y="4346200"/>
              <a:ext cx="86650" cy="65200"/>
            </a:xfrm>
            <a:custGeom>
              <a:avLst/>
              <a:gdLst/>
              <a:ahLst/>
              <a:cxnLst/>
              <a:rect l="l" t="t" r="r" b="b"/>
              <a:pathLst>
                <a:path w="3466" h="2608" extrusionOk="0">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1" name="Google Shape;2661;p20"/>
            <p:cNvSpPr/>
            <p:nvPr/>
          </p:nvSpPr>
          <p:spPr>
            <a:xfrm>
              <a:off x="5016400" y="4244400"/>
              <a:ext cx="9250" cy="167000"/>
            </a:xfrm>
            <a:custGeom>
              <a:avLst/>
              <a:gdLst/>
              <a:ahLst/>
              <a:cxnLst/>
              <a:rect l="l" t="t" r="r" b="b"/>
              <a:pathLst>
                <a:path w="370" h="6680" extrusionOk="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2" name="Google Shape;2662;p20"/>
            <p:cNvSpPr/>
            <p:nvPr/>
          </p:nvSpPr>
          <p:spPr>
            <a:xfrm>
              <a:off x="5021450" y="4188150"/>
              <a:ext cx="3300" cy="3900"/>
            </a:xfrm>
            <a:custGeom>
              <a:avLst/>
              <a:gdLst/>
              <a:ahLst/>
              <a:cxnLst/>
              <a:rect l="l" t="t" r="r" b="b"/>
              <a:pathLst>
                <a:path w="132" h="156" extrusionOk="0">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3" name="Google Shape;2663;p20"/>
            <p:cNvSpPr/>
            <p:nvPr/>
          </p:nvSpPr>
          <p:spPr>
            <a:xfrm>
              <a:off x="4864275" y="3750900"/>
              <a:ext cx="138450" cy="315225"/>
            </a:xfrm>
            <a:custGeom>
              <a:avLst/>
              <a:gdLst/>
              <a:ahLst/>
              <a:cxnLst/>
              <a:rect l="l" t="t" r="r" b="b"/>
              <a:pathLst>
                <a:path w="5538" h="12609" extrusionOk="0">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4" name="Google Shape;2664;p20"/>
            <p:cNvSpPr/>
            <p:nvPr/>
          </p:nvSpPr>
          <p:spPr>
            <a:xfrm>
              <a:off x="5003300" y="3753275"/>
              <a:ext cx="18175" cy="439050"/>
            </a:xfrm>
            <a:custGeom>
              <a:avLst/>
              <a:gdLst/>
              <a:ahLst/>
              <a:cxnLst/>
              <a:rect l="l" t="t" r="r" b="b"/>
              <a:pathLst>
                <a:path w="727" h="17562" extrusionOk="0">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5" name="Google Shape;2665;p20"/>
            <p:cNvSpPr/>
            <p:nvPr/>
          </p:nvSpPr>
          <p:spPr>
            <a:xfrm>
              <a:off x="4886325" y="4112250"/>
              <a:ext cx="111625" cy="96750"/>
            </a:xfrm>
            <a:custGeom>
              <a:avLst/>
              <a:gdLst/>
              <a:ahLst/>
              <a:cxnLst/>
              <a:rect l="l" t="t" r="r" b="b"/>
              <a:pathLst>
                <a:path w="4465" h="3870" extrusionOk="0">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6" name="Google Shape;2666;p20"/>
            <p:cNvSpPr/>
            <p:nvPr/>
          </p:nvSpPr>
          <p:spPr>
            <a:xfrm>
              <a:off x="5032450" y="4235775"/>
              <a:ext cx="207800" cy="173550"/>
            </a:xfrm>
            <a:custGeom>
              <a:avLst/>
              <a:gdLst/>
              <a:ahLst/>
              <a:cxnLst/>
              <a:rect l="l" t="t" r="r" b="b"/>
              <a:pathLst>
                <a:path w="8312" h="6942" extrusionOk="0">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7" name="Google Shape;2667;p20"/>
            <p:cNvSpPr/>
            <p:nvPr/>
          </p:nvSpPr>
          <p:spPr>
            <a:xfrm>
              <a:off x="5006875" y="3750000"/>
              <a:ext cx="242600" cy="651600"/>
            </a:xfrm>
            <a:custGeom>
              <a:avLst/>
              <a:gdLst/>
              <a:ahLst/>
              <a:cxnLst/>
              <a:rect l="l" t="t" r="r" b="b"/>
              <a:pathLst>
                <a:path w="9704" h="26064" extrusionOk="0">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8" name="Google Shape;2668;p20"/>
            <p:cNvSpPr/>
            <p:nvPr/>
          </p:nvSpPr>
          <p:spPr>
            <a:xfrm>
              <a:off x="4991100" y="4191000"/>
              <a:ext cx="56575" cy="53975"/>
            </a:xfrm>
            <a:custGeom>
              <a:avLst/>
              <a:gdLst/>
              <a:ahLst/>
              <a:cxnLst/>
              <a:rect l="l" t="t" r="r" b="b"/>
              <a:pathLst>
                <a:path w="2263" h="2159" extrusionOk="0">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9" name="Google Shape;2669;p20"/>
            <p:cNvSpPr/>
            <p:nvPr/>
          </p:nvSpPr>
          <p:spPr>
            <a:xfrm>
              <a:off x="4815775" y="4062050"/>
              <a:ext cx="78000" cy="76425"/>
            </a:xfrm>
            <a:custGeom>
              <a:avLst/>
              <a:gdLst/>
              <a:ahLst/>
              <a:cxnLst/>
              <a:rect l="l" t="t" r="r" b="b"/>
              <a:pathLst>
                <a:path w="3120" h="3057" extrusionOk="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0" name="Google Shape;2670;p20"/>
            <p:cNvSpPr/>
            <p:nvPr/>
          </p:nvSpPr>
          <p:spPr>
            <a:xfrm>
              <a:off x="2997100" y="4406875"/>
              <a:ext cx="25600" cy="5125"/>
            </a:xfrm>
            <a:custGeom>
              <a:avLst/>
              <a:gdLst/>
              <a:ahLst/>
              <a:cxnLst/>
              <a:rect l="l" t="t" r="r" b="b"/>
              <a:pathLst>
                <a:path w="1024" h="205" extrusionOk="0">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1" name="Google Shape;2671;p20"/>
            <p:cNvSpPr/>
            <p:nvPr/>
          </p:nvSpPr>
          <p:spPr>
            <a:xfrm>
              <a:off x="2698250" y="4188575"/>
              <a:ext cx="14300" cy="13925"/>
            </a:xfrm>
            <a:custGeom>
              <a:avLst/>
              <a:gdLst/>
              <a:ahLst/>
              <a:cxnLst/>
              <a:rect l="l" t="t" r="r" b="b"/>
              <a:pathLst>
                <a:path w="572" h="557" extrusionOk="0">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2" name="Google Shape;2672;p20"/>
            <p:cNvSpPr/>
            <p:nvPr/>
          </p:nvSpPr>
          <p:spPr>
            <a:xfrm>
              <a:off x="3732600" y="4168050"/>
              <a:ext cx="29200" cy="27800"/>
            </a:xfrm>
            <a:custGeom>
              <a:avLst/>
              <a:gdLst/>
              <a:ahLst/>
              <a:cxnLst/>
              <a:rect l="l" t="t" r="r" b="b"/>
              <a:pathLst>
                <a:path w="1168" h="1112" extrusionOk="0">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3" name="Google Shape;2673;p20"/>
            <p:cNvSpPr/>
            <p:nvPr/>
          </p:nvSpPr>
          <p:spPr>
            <a:xfrm>
              <a:off x="4574675" y="4319825"/>
              <a:ext cx="37825" cy="38250"/>
            </a:xfrm>
            <a:custGeom>
              <a:avLst/>
              <a:gdLst/>
              <a:ahLst/>
              <a:cxnLst/>
              <a:rect l="l" t="t" r="r" b="b"/>
              <a:pathLst>
                <a:path w="1513" h="1530" extrusionOk="0">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4" name="Google Shape;2674;p20"/>
            <p:cNvSpPr/>
            <p:nvPr/>
          </p:nvSpPr>
          <p:spPr>
            <a:xfrm>
              <a:off x="4163600" y="4245300"/>
              <a:ext cx="27400" cy="26400"/>
            </a:xfrm>
            <a:custGeom>
              <a:avLst/>
              <a:gdLst/>
              <a:ahLst/>
              <a:cxnLst/>
              <a:rect l="l" t="t" r="r" b="b"/>
              <a:pathLst>
                <a:path w="1096" h="1056" extrusionOk="0">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5" name="Google Shape;2675;p20"/>
            <p:cNvSpPr/>
            <p:nvPr/>
          </p:nvSpPr>
          <p:spPr>
            <a:xfrm>
              <a:off x="2754800" y="4228775"/>
              <a:ext cx="27100" cy="27250"/>
            </a:xfrm>
            <a:custGeom>
              <a:avLst/>
              <a:gdLst/>
              <a:ahLst/>
              <a:cxnLst/>
              <a:rect l="l" t="t" r="r" b="b"/>
              <a:pathLst>
                <a:path w="1084" h="1090" extrusionOk="0">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6" name="Google Shape;2676;p20"/>
            <p:cNvSpPr/>
            <p:nvPr/>
          </p:nvSpPr>
          <p:spPr>
            <a:xfrm>
              <a:off x="2582150" y="4308350"/>
              <a:ext cx="28000" cy="27250"/>
            </a:xfrm>
            <a:custGeom>
              <a:avLst/>
              <a:gdLst/>
              <a:ahLst/>
              <a:cxnLst/>
              <a:rect l="l" t="t" r="r" b="b"/>
              <a:pathLst>
                <a:path w="1120" h="1090" extrusionOk="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7" name="Google Shape;2677;p20"/>
            <p:cNvSpPr/>
            <p:nvPr/>
          </p:nvSpPr>
          <p:spPr>
            <a:xfrm>
              <a:off x="3259325" y="4015150"/>
              <a:ext cx="28300" cy="26950"/>
            </a:xfrm>
            <a:custGeom>
              <a:avLst/>
              <a:gdLst/>
              <a:ahLst/>
              <a:cxnLst/>
              <a:rect l="l" t="t" r="r" b="b"/>
              <a:pathLst>
                <a:path w="1132" h="1078" extrusionOk="0">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8" name="Google Shape;2678;p20"/>
            <p:cNvSpPr/>
            <p:nvPr/>
          </p:nvSpPr>
          <p:spPr>
            <a:xfrm>
              <a:off x="5234575" y="4397850"/>
              <a:ext cx="36625" cy="13550"/>
            </a:xfrm>
            <a:custGeom>
              <a:avLst/>
              <a:gdLst/>
              <a:ahLst/>
              <a:cxnLst/>
              <a:rect l="l" t="t" r="r" b="b"/>
              <a:pathLst>
                <a:path w="1465" h="542" extrusionOk="0">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9" name="Google Shape;2679;p20"/>
            <p:cNvSpPr/>
            <p:nvPr/>
          </p:nvSpPr>
          <p:spPr>
            <a:xfrm>
              <a:off x="4984250" y="3714800"/>
              <a:ext cx="39600" cy="38200"/>
            </a:xfrm>
            <a:custGeom>
              <a:avLst/>
              <a:gdLst/>
              <a:ahLst/>
              <a:cxnLst/>
              <a:rect l="l" t="t" r="r" b="b"/>
              <a:pathLst>
                <a:path w="1584" h="1528" extrusionOk="0">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0" name="Google Shape;2680;p20"/>
            <p:cNvSpPr/>
            <p:nvPr/>
          </p:nvSpPr>
          <p:spPr>
            <a:xfrm>
              <a:off x="3074475" y="4307150"/>
              <a:ext cx="15500" cy="15550"/>
            </a:xfrm>
            <a:custGeom>
              <a:avLst/>
              <a:gdLst/>
              <a:ahLst/>
              <a:cxnLst/>
              <a:rect l="l" t="t" r="r" b="b"/>
              <a:pathLst>
                <a:path w="620" h="622" extrusionOk="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1" name="Google Shape;2681;p20"/>
            <p:cNvSpPr/>
            <p:nvPr/>
          </p:nvSpPr>
          <p:spPr>
            <a:xfrm>
              <a:off x="3911200" y="4344925"/>
              <a:ext cx="16375" cy="15575"/>
            </a:xfrm>
            <a:custGeom>
              <a:avLst/>
              <a:gdLst/>
              <a:ahLst/>
              <a:cxnLst/>
              <a:rect l="l" t="t" r="r" b="b"/>
              <a:pathLst>
                <a:path w="655" h="623" extrusionOk="0">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682" name="Google Shape;2682;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83" name="Google Shape;2683;p20"/>
          <p:cNvSpPr txBox="1">
            <a:spLocks noGrp="1"/>
          </p:cNvSpPr>
          <p:nvPr>
            <p:ph type="title" idx="2"/>
          </p:nvPr>
        </p:nvSpPr>
        <p:spPr>
          <a:xfrm>
            <a:off x="844350" y="2622275"/>
            <a:ext cx="2361900" cy="52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84" name="Google Shape;2684;p20"/>
          <p:cNvSpPr txBox="1">
            <a:spLocks noGrp="1"/>
          </p:cNvSpPr>
          <p:nvPr>
            <p:ph type="subTitle" idx="1"/>
          </p:nvPr>
        </p:nvSpPr>
        <p:spPr>
          <a:xfrm>
            <a:off x="844300" y="2947400"/>
            <a:ext cx="23619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2685" name="Google Shape;2685;p20"/>
          <p:cNvSpPr txBox="1">
            <a:spLocks noGrp="1"/>
          </p:cNvSpPr>
          <p:nvPr>
            <p:ph type="title" idx="3"/>
          </p:nvPr>
        </p:nvSpPr>
        <p:spPr>
          <a:xfrm>
            <a:off x="3391125" y="2622275"/>
            <a:ext cx="2361900" cy="52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86" name="Google Shape;2686;p20"/>
          <p:cNvSpPr txBox="1">
            <a:spLocks noGrp="1"/>
          </p:cNvSpPr>
          <p:nvPr>
            <p:ph type="subTitle" idx="4"/>
          </p:nvPr>
        </p:nvSpPr>
        <p:spPr>
          <a:xfrm>
            <a:off x="3391052" y="2947400"/>
            <a:ext cx="23619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2687" name="Google Shape;2687;p20"/>
          <p:cNvSpPr txBox="1">
            <a:spLocks noGrp="1"/>
          </p:cNvSpPr>
          <p:nvPr>
            <p:ph type="title" idx="5"/>
          </p:nvPr>
        </p:nvSpPr>
        <p:spPr>
          <a:xfrm>
            <a:off x="5937850" y="2622275"/>
            <a:ext cx="2361900" cy="52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88" name="Google Shape;2688;p20"/>
          <p:cNvSpPr txBox="1">
            <a:spLocks noGrp="1"/>
          </p:cNvSpPr>
          <p:nvPr>
            <p:ph type="subTitle" idx="6"/>
          </p:nvPr>
        </p:nvSpPr>
        <p:spPr>
          <a:xfrm>
            <a:off x="5937804" y="2947400"/>
            <a:ext cx="23619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055"/>
        <p:cNvGrpSpPr/>
        <p:nvPr/>
      </p:nvGrpSpPr>
      <p:grpSpPr>
        <a:xfrm>
          <a:off x="0" y="0"/>
          <a:ext cx="0" cy="0"/>
          <a:chOff x="0" y="0"/>
          <a:chExt cx="0" cy="0"/>
        </a:xfrm>
      </p:grpSpPr>
      <p:grpSp>
        <p:nvGrpSpPr>
          <p:cNvPr id="4056" name="Google Shape;4056;p28"/>
          <p:cNvGrpSpPr/>
          <p:nvPr/>
        </p:nvGrpSpPr>
        <p:grpSpPr>
          <a:xfrm>
            <a:off x="7165541" y="51528"/>
            <a:ext cx="1978228" cy="4794296"/>
            <a:chOff x="5728375" y="1492875"/>
            <a:chExt cx="1308525" cy="3171250"/>
          </a:xfrm>
        </p:grpSpPr>
        <p:sp>
          <p:nvSpPr>
            <p:cNvPr id="4057" name="Google Shape;4057;p28"/>
            <p:cNvSpPr/>
            <p:nvPr/>
          </p:nvSpPr>
          <p:spPr>
            <a:xfrm>
              <a:off x="6942225" y="2835900"/>
              <a:ext cx="625" cy="925"/>
            </a:xfrm>
            <a:custGeom>
              <a:avLst/>
              <a:gdLst/>
              <a:ahLst/>
              <a:cxnLst/>
              <a:rect l="l" t="t" r="r" b="b"/>
              <a:pathLst>
                <a:path w="25" h="37" extrusionOk="0">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8" name="Google Shape;4058;p28"/>
            <p:cNvSpPr/>
            <p:nvPr/>
          </p:nvSpPr>
          <p:spPr>
            <a:xfrm>
              <a:off x="6942225" y="2836800"/>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9" name="Google Shape;4059;p28"/>
            <p:cNvSpPr/>
            <p:nvPr/>
          </p:nvSpPr>
          <p:spPr>
            <a:xfrm>
              <a:off x="6945500" y="2844825"/>
              <a:ext cx="42300" cy="133375"/>
            </a:xfrm>
            <a:custGeom>
              <a:avLst/>
              <a:gdLst/>
              <a:ahLst/>
              <a:cxnLst/>
              <a:rect l="l" t="t" r="r" b="b"/>
              <a:pathLst>
                <a:path w="1692" h="5335" extrusionOk="0">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0" name="Google Shape;4060;p28"/>
            <p:cNvSpPr/>
            <p:nvPr/>
          </p:nvSpPr>
          <p:spPr>
            <a:xfrm>
              <a:off x="6943725" y="2835300"/>
              <a:ext cx="300" cy="25"/>
            </a:xfrm>
            <a:custGeom>
              <a:avLst/>
              <a:gdLst/>
              <a:ahLst/>
              <a:cxnLst/>
              <a:rect l="l" t="t" r="r" b="b"/>
              <a:pathLst>
                <a:path w="12" h="1" extrusionOk="0">
                  <a:moveTo>
                    <a:pt x="0" y="0"/>
                  </a:moveTo>
                  <a:lnTo>
                    <a:pt x="0" y="0"/>
                  </a:lnTo>
                  <a:cubicBezTo>
                    <a:pt x="12" y="0"/>
                    <a:pt x="0"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1" name="Google Shape;4061;p28"/>
            <p:cNvSpPr/>
            <p:nvPr/>
          </p:nvSpPr>
          <p:spPr>
            <a:xfrm>
              <a:off x="6945500" y="2834575"/>
              <a:ext cx="625" cy="150"/>
            </a:xfrm>
            <a:custGeom>
              <a:avLst/>
              <a:gdLst/>
              <a:ahLst/>
              <a:cxnLst/>
              <a:rect l="l" t="t" r="r" b="b"/>
              <a:pathLst>
                <a:path w="25" h="6" extrusionOk="0">
                  <a:moveTo>
                    <a:pt x="15" y="0"/>
                  </a:moveTo>
                  <a:cubicBezTo>
                    <a:pt x="11" y="0"/>
                    <a:pt x="8" y="6"/>
                    <a:pt x="0" y="6"/>
                  </a:cubicBezTo>
                  <a:lnTo>
                    <a:pt x="24" y="6"/>
                  </a:lnTo>
                  <a:cubicBezTo>
                    <a:pt x="20" y="2"/>
                    <a:pt x="18" y="0"/>
                    <a:pt x="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2" name="Google Shape;4062;p28"/>
            <p:cNvSpPr/>
            <p:nvPr/>
          </p:nvSpPr>
          <p:spPr>
            <a:xfrm>
              <a:off x="6943125" y="2835625"/>
              <a:ext cx="550" cy="300"/>
            </a:xfrm>
            <a:custGeom>
              <a:avLst/>
              <a:gdLst/>
              <a:ahLst/>
              <a:cxnLst/>
              <a:rect l="l" t="t" r="r" b="b"/>
              <a:pathLst>
                <a:path w="22" h="12" extrusionOk="0">
                  <a:moveTo>
                    <a:pt x="16" y="1"/>
                  </a:moveTo>
                  <a:cubicBezTo>
                    <a:pt x="13" y="1"/>
                    <a:pt x="8" y="3"/>
                    <a:pt x="0" y="11"/>
                  </a:cubicBezTo>
                  <a:cubicBezTo>
                    <a:pt x="16" y="11"/>
                    <a:pt x="21" y="1"/>
                    <a:pt x="1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3" name="Google Shape;4063;p28"/>
            <p:cNvSpPr/>
            <p:nvPr/>
          </p:nvSpPr>
          <p:spPr>
            <a:xfrm>
              <a:off x="6978825" y="2988300"/>
              <a:ext cx="57175" cy="218500"/>
            </a:xfrm>
            <a:custGeom>
              <a:avLst/>
              <a:gdLst/>
              <a:ahLst/>
              <a:cxnLst/>
              <a:rect l="l" t="t" r="r" b="b"/>
              <a:pathLst>
                <a:path w="2287" h="8740" extrusionOk="0">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4" name="Google Shape;4064;p28"/>
            <p:cNvSpPr/>
            <p:nvPr/>
          </p:nvSpPr>
          <p:spPr>
            <a:xfrm>
              <a:off x="6796675" y="2972825"/>
              <a:ext cx="91400" cy="176525"/>
            </a:xfrm>
            <a:custGeom>
              <a:avLst/>
              <a:gdLst/>
              <a:ahLst/>
              <a:cxnLst/>
              <a:rect l="l" t="t" r="r" b="b"/>
              <a:pathLst>
                <a:path w="3656" h="7061" extrusionOk="0">
                  <a:moveTo>
                    <a:pt x="3203" y="0"/>
                  </a:moveTo>
                  <a:lnTo>
                    <a:pt x="0" y="6632"/>
                  </a:lnTo>
                  <a:lnTo>
                    <a:pt x="286" y="7061"/>
                  </a:lnTo>
                  <a:lnTo>
                    <a:pt x="3656" y="48"/>
                  </a:lnTo>
                  <a:lnTo>
                    <a:pt x="3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5" name="Google Shape;4065;p28"/>
            <p:cNvSpPr/>
            <p:nvPr/>
          </p:nvSpPr>
          <p:spPr>
            <a:xfrm>
              <a:off x="6629100" y="3150225"/>
              <a:ext cx="168775" cy="337550"/>
            </a:xfrm>
            <a:custGeom>
              <a:avLst/>
              <a:gdLst/>
              <a:ahLst/>
              <a:cxnLst/>
              <a:rect l="l" t="t" r="r" b="b"/>
              <a:pathLst>
                <a:path w="6751" h="13502" extrusionOk="0">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6" name="Google Shape;4066;p28"/>
            <p:cNvSpPr/>
            <p:nvPr/>
          </p:nvSpPr>
          <p:spPr>
            <a:xfrm>
              <a:off x="6945500" y="283470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7" name="Google Shape;4067;p28"/>
            <p:cNvSpPr/>
            <p:nvPr/>
          </p:nvSpPr>
          <p:spPr>
            <a:xfrm>
              <a:off x="6943725" y="2835300"/>
              <a:ext cx="0" cy="625"/>
            </a:xfrm>
            <a:custGeom>
              <a:avLst/>
              <a:gdLst/>
              <a:ahLst/>
              <a:cxnLst/>
              <a:rect l="l" t="t" r="r" b="b"/>
              <a:pathLst>
                <a:path h="25" extrusionOk="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8" name="Google Shape;4068;p28"/>
            <p:cNvSpPr/>
            <p:nvPr/>
          </p:nvSpPr>
          <p:spPr>
            <a:xfrm>
              <a:off x="6942225" y="2836800"/>
              <a:ext cx="25" cy="25"/>
            </a:xfrm>
            <a:custGeom>
              <a:avLst/>
              <a:gdLst/>
              <a:ahLst/>
              <a:cxnLst/>
              <a:rect l="l" t="t" r="r" b="b"/>
              <a:pathLst>
                <a:path w="1" h="1" extrusionOk="0">
                  <a:moveTo>
                    <a:pt x="0" y="0"/>
                  </a:move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9" name="Google Shape;4069;p28"/>
            <p:cNvSpPr/>
            <p:nvPr/>
          </p:nvSpPr>
          <p:spPr>
            <a:xfrm>
              <a:off x="6881800" y="2836500"/>
              <a:ext cx="68775" cy="126825"/>
            </a:xfrm>
            <a:custGeom>
              <a:avLst/>
              <a:gdLst/>
              <a:ahLst/>
              <a:cxnLst/>
              <a:rect l="l" t="t" r="r" b="b"/>
              <a:pathLst>
                <a:path w="2751" h="5073" extrusionOk="0">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0" name="Google Shape;4070;p28"/>
            <p:cNvSpPr/>
            <p:nvPr/>
          </p:nvSpPr>
          <p:spPr>
            <a:xfrm>
              <a:off x="6902350" y="1492875"/>
              <a:ext cx="133950" cy="92000"/>
            </a:xfrm>
            <a:custGeom>
              <a:avLst/>
              <a:gdLst/>
              <a:ahLst/>
              <a:cxnLst/>
              <a:rect l="l" t="t" r="r" b="b"/>
              <a:pathLst>
                <a:path w="5358" h="3680" extrusionOk="0">
                  <a:moveTo>
                    <a:pt x="5358" y="0"/>
                  </a:moveTo>
                  <a:lnTo>
                    <a:pt x="0" y="3275"/>
                  </a:lnTo>
                  <a:lnTo>
                    <a:pt x="202" y="3679"/>
                  </a:lnTo>
                  <a:lnTo>
                    <a:pt x="5358" y="524"/>
                  </a:lnTo>
                  <a:lnTo>
                    <a:pt x="535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1" name="Google Shape;4071;p28"/>
            <p:cNvSpPr/>
            <p:nvPr/>
          </p:nvSpPr>
          <p:spPr>
            <a:xfrm>
              <a:off x="6839525" y="1837250"/>
              <a:ext cx="325" cy="925"/>
            </a:xfrm>
            <a:custGeom>
              <a:avLst/>
              <a:gdLst/>
              <a:ahLst/>
              <a:cxnLst/>
              <a:rect l="l" t="t" r="r" b="b"/>
              <a:pathLst>
                <a:path w="13" h="37" extrusionOk="0">
                  <a:moveTo>
                    <a:pt x="13" y="1"/>
                  </a:moveTo>
                  <a:cubicBezTo>
                    <a:pt x="1" y="1"/>
                    <a:pt x="1" y="25"/>
                    <a:pt x="1" y="37"/>
                  </a:cubicBezTo>
                  <a:cubicBezTo>
                    <a:pt x="1" y="25"/>
                    <a:pt x="1" y="13"/>
                    <a:pt x="1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2" name="Google Shape;4072;p28"/>
            <p:cNvSpPr/>
            <p:nvPr/>
          </p:nvSpPr>
          <p:spPr>
            <a:xfrm>
              <a:off x="6839525" y="1689025"/>
              <a:ext cx="97375" cy="151525"/>
            </a:xfrm>
            <a:custGeom>
              <a:avLst/>
              <a:gdLst/>
              <a:ahLst/>
              <a:cxnLst/>
              <a:rect l="l" t="t" r="r" b="b"/>
              <a:pathLst>
                <a:path w="3895" h="6061" extrusionOk="0">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3" name="Google Shape;4073;p28"/>
            <p:cNvSpPr/>
            <p:nvPr/>
          </p:nvSpPr>
          <p:spPr>
            <a:xfrm>
              <a:off x="6838950" y="1834425"/>
              <a:ext cx="124725" cy="258250"/>
            </a:xfrm>
            <a:custGeom>
              <a:avLst/>
              <a:gdLst/>
              <a:ahLst/>
              <a:cxnLst/>
              <a:rect l="l" t="t" r="r" b="b"/>
              <a:pathLst>
                <a:path w="4989" h="10330" extrusionOk="0">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4" name="Google Shape;4074;p28"/>
            <p:cNvSpPr/>
            <p:nvPr/>
          </p:nvSpPr>
          <p:spPr>
            <a:xfrm>
              <a:off x="6945800" y="1529475"/>
              <a:ext cx="90500" cy="135175"/>
            </a:xfrm>
            <a:custGeom>
              <a:avLst/>
              <a:gdLst/>
              <a:ahLst/>
              <a:cxnLst/>
              <a:rect l="l" t="t" r="r" b="b"/>
              <a:pathLst>
                <a:path w="3620" h="5407" extrusionOk="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5" name="Google Shape;4075;p28"/>
            <p:cNvSpPr/>
            <p:nvPr/>
          </p:nvSpPr>
          <p:spPr>
            <a:xfrm>
              <a:off x="6951750" y="1681000"/>
              <a:ext cx="84550" cy="169075"/>
            </a:xfrm>
            <a:custGeom>
              <a:avLst/>
              <a:gdLst/>
              <a:ahLst/>
              <a:cxnLst/>
              <a:rect l="l" t="t" r="r" b="b"/>
              <a:pathLst>
                <a:path w="3382" h="6763" extrusionOk="0">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6" name="Google Shape;4076;p28"/>
            <p:cNvSpPr/>
            <p:nvPr/>
          </p:nvSpPr>
          <p:spPr>
            <a:xfrm>
              <a:off x="6891325" y="1570800"/>
              <a:ext cx="56875" cy="90275"/>
            </a:xfrm>
            <a:custGeom>
              <a:avLst/>
              <a:gdLst/>
              <a:ahLst/>
              <a:cxnLst/>
              <a:rect l="l" t="t" r="r" b="b"/>
              <a:pathLst>
                <a:path w="2275" h="3611" extrusionOk="0">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7" name="Google Shape;4077;p28"/>
            <p:cNvSpPr/>
            <p:nvPr/>
          </p:nvSpPr>
          <p:spPr>
            <a:xfrm>
              <a:off x="6967825" y="2063475"/>
              <a:ext cx="68475" cy="40500"/>
            </a:xfrm>
            <a:custGeom>
              <a:avLst/>
              <a:gdLst/>
              <a:ahLst/>
              <a:cxnLst/>
              <a:rect l="l" t="t" r="r" b="b"/>
              <a:pathLst>
                <a:path w="2739" h="1620" extrusionOk="0">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8" name="Google Shape;4078;p28"/>
            <p:cNvSpPr/>
            <p:nvPr/>
          </p:nvSpPr>
          <p:spPr>
            <a:xfrm>
              <a:off x="6558850" y="2100100"/>
              <a:ext cx="396200" cy="178025"/>
            </a:xfrm>
            <a:custGeom>
              <a:avLst/>
              <a:gdLst/>
              <a:ahLst/>
              <a:cxnLst/>
              <a:rect l="l" t="t" r="r" b="b"/>
              <a:pathLst>
                <a:path w="15848" h="7121" extrusionOk="0">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9" name="Google Shape;4079;p28"/>
            <p:cNvSpPr/>
            <p:nvPr/>
          </p:nvSpPr>
          <p:spPr>
            <a:xfrm>
              <a:off x="6954425" y="2108725"/>
              <a:ext cx="81875" cy="207200"/>
            </a:xfrm>
            <a:custGeom>
              <a:avLst/>
              <a:gdLst/>
              <a:ahLst/>
              <a:cxnLst/>
              <a:rect l="l" t="t" r="r" b="b"/>
              <a:pathLst>
                <a:path w="3275" h="8288" extrusionOk="0">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0" name="Google Shape;4080;p28"/>
            <p:cNvSpPr/>
            <p:nvPr/>
          </p:nvSpPr>
          <p:spPr>
            <a:xfrm>
              <a:off x="6559150" y="2280175"/>
              <a:ext cx="477150" cy="150350"/>
            </a:xfrm>
            <a:custGeom>
              <a:avLst/>
              <a:gdLst/>
              <a:ahLst/>
              <a:cxnLst/>
              <a:rect l="l" t="t" r="r" b="b"/>
              <a:pathLst>
                <a:path w="19086" h="6014" extrusionOk="0">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1" name="Google Shape;4081;p28"/>
            <p:cNvSpPr/>
            <p:nvPr/>
          </p:nvSpPr>
          <p:spPr>
            <a:xfrm>
              <a:off x="6941625" y="2825775"/>
              <a:ext cx="95275" cy="19700"/>
            </a:xfrm>
            <a:custGeom>
              <a:avLst/>
              <a:gdLst/>
              <a:ahLst/>
              <a:cxnLst/>
              <a:rect l="l" t="t" r="r" b="b"/>
              <a:pathLst>
                <a:path w="3811" h="788" extrusionOk="0">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2" name="Google Shape;4082;p28"/>
            <p:cNvSpPr/>
            <p:nvPr/>
          </p:nvSpPr>
          <p:spPr>
            <a:xfrm>
              <a:off x="6649325" y="2926075"/>
              <a:ext cx="386100" cy="71175"/>
            </a:xfrm>
            <a:custGeom>
              <a:avLst/>
              <a:gdLst/>
              <a:ahLst/>
              <a:cxnLst/>
              <a:rect l="l" t="t" r="r" b="b"/>
              <a:pathLst>
                <a:path w="15444" h="2847" extrusionOk="0">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3" name="Google Shape;4083;p28"/>
            <p:cNvSpPr/>
            <p:nvPr/>
          </p:nvSpPr>
          <p:spPr>
            <a:xfrm>
              <a:off x="6909175" y="3226725"/>
              <a:ext cx="125350" cy="88725"/>
            </a:xfrm>
            <a:custGeom>
              <a:avLst/>
              <a:gdLst/>
              <a:ahLst/>
              <a:cxnLst/>
              <a:rect l="l" t="t" r="r" b="b"/>
              <a:pathLst>
                <a:path w="5014" h="3549" extrusionOk="0">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4" name="Google Shape;4084;p28"/>
            <p:cNvSpPr/>
            <p:nvPr/>
          </p:nvSpPr>
          <p:spPr>
            <a:xfrm>
              <a:off x="6638625" y="3316900"/>
              <a:ext cx="267900" cy="180400"/>
            </a:xfrm>
            <a:custGeom>
              <a:avLst/>
              <a:gdLst/>
              <a:ahLst/>
              <a:cxnLst/>
              <a:rect l="l" t="t" r="r" b="b"/>
              <a:pathLst>
                <a:path w="10716" h="7216" extrusionOk="0">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5" name="Google Shape;4085;p28"/>
            <p:cNvSpPr/>
            <p:nvPr/>
          </p:nvSpPr>
          <p:spPr>
            <a:xfrm>
              <a:off x="6965450" y="3661000"/>
              <a:ext cx="70850" cy="74725"/>
            </a:xfrm>
            <a:custGeom>
              <a:avLst/>
              <a:gdLst/>
              <a:ahLst/>
              <a:cxnLst/>
              <a:rect l="l" t="t" r="r" b="b"/>
              <a:pathLst>
                <a:path w="2834" h="2989" extrusionOk="0">
                  <a:moveTo>
                    <a:pt x="2834" y="0"/>
                  </a:moveTo>
                  <a:lnTo>
                    <a:pt x="0" y="2739"/>
                  </a:lnTo>
                  <a:lnTo>
                    <a:pt x="393" y="2989"/>
                  </a:lnTo>
                  <a:lnTo>
                    <a:pt x="2834" y="631"/>
                  </a:lnTo>
                  <a:lnTo>
                    <a:pt x="283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6" name="Google Shape;4086;p28"/>
            <p:cNvSpPr/>
            <p:nvPr/>
          </p:nvSpPr>
          <p:spPr>
            <a:xfrm>
              <a:off x="6647850" y="3864600"/>
              <a:ext cx="184850" cy="181875"/>
            </a:xfrm>
            <a:custGeom>
              <a:avLst/>
              <a:gdLst/>
              <a:ahLst/>
              <a:cxnLst/>
              <a:rect l="l" t="t" r="r" b="b"/>
              <a:pathLst>
                <a:path w="7394" h="7275" extrusionOk="0">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7" name="Google Shape;4087;p28"/>
            <p:cNvSpPr/>
            <p:nvPr/>
          </p:nvSpPr>
          <p:spPr>
            <a:xfrm>
              <a:off x="6835375" y="3737800"/>
              <a:ext cx="131575" cy="122050"/>
            </a:xfrm>
            <a:custGeom>
              <a:avLst/>
              <a:gdLst/>
              <a:ahLst/>
              <a:cxnLst/>
              <a:rect l="l" t="t" r="r" b="b"/>
              <a:pathLst>
                <a:path w="5263" h="4882" extrusionOk="0">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8" name="Google Shape;4088;p28"/>
            <p:cNvSpPr/>
            <p:nvPr/>
          </p:nvSpPr>
          <p:spPr>
            <a:xfrm>
              <a:off x="6647550" y="2926675"/>
              <a:ext cx="388750" cy="587000"/>
            </a:xfrm>
            <a:custGeom>
              <a:avLst/>
              <a:gdLst/>
              <a:ahLst/>
              <a:cxnLst/>
              <a:rect l="l" t="t" r="r" b="b"/>
              <a:pathLst>
                <a:path w="15550" h="23480" extrusionOk="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9" name="Google Shape;4089;p28"/>
            <p:cNvSpPr/>
            <p:nvPr/>
          </p:nvSpPr>
          <p:spPr>
            <a:xfrm>
              <a:off x="6603800" y="3495625"/>
              <a:ext cx="7450" cy="13000"/>
            </a:xfrm>
            <a:custGeom>
              <a:avLst/>
              <a:gdLst/>
              <a:ahLst/>
              <a:cxnLst/>
              <a:rect l="l" t="t" r="r" b="b"/>
              <a:pathLst>
                <a:path w="298" h="520" extrusionOk="0">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0" name="Google Shape;4090;p28"/>
            <p:cNvSpPr/>
            <p:nvPr/>
          </p:nvSpPr>
          <p:spPr>
            <a:xfrm>
              <a:off x="6640400" y="3514550"/>
              <a:ext cx="395900" cy="275350"/>
            </a:xfrm>
            <a:custGeom>
              <a:avLst/>
              <a:gdLst/>
              <a:ahLst/>
              <a:cxnLst/>
              <a:rect l="l" t="t" r="r" b="b"/>
              <a:pathLst>
                <a:path w="15836" h="11014" extrusionOk="0">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1" name="Google Shape;4091;p28"/>
            <p:cNvSpPr/>
            <p:nvPr/>
          </p:nvSpPr>
          <p:spPr>
            <a:xfrm>
              <a:off x="6841925" y="4224750"/>
              <a:ext cx="194375" cy="153025"/>
            </a:xfrm>
            <a:custGeom>
              <a:avLst/>
              <a:gdLst/>
              <a:ahLst/>
              <a:cxnLst/>
              <a:rect l="l" t="t" r="r" b="b"/>
              <a:pathLst>
                <a:path w="7775" h="6121" extrusionOk="0">
                  <a:moveTo>
                    <a:pt x="560" y="1"/>
                  </a:moveTo>
                  <a:lnTo>
                    <a:pt x="0" y="120"/>
                  </a:lnTo>
                  <a:lnTo>
                    <a:pt x="7775" y="6121"/>
                  </a:lnTo>
                  <a:lnTo>
                    <a:pt x="7775" y="5549"/>
                  </a:lnTo>
                  <a:lnTo>
                    <a:pt x="56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2" name="Google Shape;4092;p28"/>
            <p:cNvSpPr/>
            <p:nvPr/>
          </p:nvSpPr>
          <p:spPr>
            <a:xfrm>
              <a:off x="6649325" y="4070575"/>
              <a:ext cx="195300" cy="148550"/>
            </a:xfrm>
            <a:custGeom>
              <a:avLst/>
              <a:gdLst/>
              <a:ahLst/>
              <a:cxnLst/>
              <a:rect l="l" t="t" r="r" b="b"/>
              <a:pathLst>
                <a:path w="7812" h="5942" extrusionOk="0">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3" name="Google Shape;4093;p28"/>
            <p:cNvSpPr/>
            <p:nvPr/>
          </p:nvSpPr>
          <p:spPr>
            <a:xfrm>
              <a:off x="6831200" y="3872325"/>
              <a:ext cx="180400" cy="298875"/>
            </a:xfrm>
            <a:custGeom>
              <a:avLst/>
              <a:gdLst/>
              <a:ahLst/>
              <a:cxnLst/>
              <a:rect l="l" t="t" r="r" b="b"/>
              <a:pathLst>
                <a:path w="7216" h="11955" extrusionOk="0">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4" name="Google Shape;4094;p28"/>
            <p:cNvSpPr/>
            <p:nvPr/>
          </p:nvSpPr>
          <p:spPr>
            <a:xfrm>
              <a:off x="6632950" y="3514850"/>
              <a:ext cx="202450" cy="354225"/>
            </a:xfrm>
            <a:custGeom>
              <a:avLst/>
              <a:gdLst/>
              <a:ahLst/>
              <a:cxnLst/>
              <a:rect l="l" t="t" r="r" b="b"/>
              <a:pathLst>
                <a:path w="8098" h="14169" extrusionOk="0">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5" name="Google Shape;4095;p28"/>
            <p:cNvSpPr/>
            <p:nvPr/>
          </p:nvSpPr>
          <p:spPr>
            <a:xfrm>
              <a:off x="6621650" y="3519025"/>
              <a:ext cx="17000" cy="515550"/>
            </a:xfrm>
            <a:custGeom>
              <a:avLst/>
              <a:gdLst/>
              <a:ahLst/>
              <a:cxnLst/>
              <a:rect l="l" t="t" r="r" b="b"/>
              <a:pathLst>
                <a:path w="680" h="20622" extrusionOk="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6" name="Google Shape;4096;p28"/>
            <p:cNvSpPr/>
            <p:nvPr/>
          </p:nvSpPr>
          <p:spPr>
            <a:xfrm>
              <a:off x="5767375" y="3510375"/>
              <a:ext cx="852500" cy="922475"/>
            </a:xfrm>
            <a:custGeom>
              <a:avLst/>
              <a:gdLst/>
              <a:ahLst/>
              <a:cxnLst/>
              <a:rect l="l" t="t" r="r" b="b"/>
              <a:pathLst>
                <a:path w="34100" h="36899" extrusionOk="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7" name="Google Shape;4097;p28"/>
            <p:cNvSpPr/>
            <p:nvPr/>
          </p:nvSpPr>
          <p:spPr>
            <a:xfrm>
              <a:off x="6299575" y="4069975"/>
              <a:ext cx="318525" cy="244400"/>
            </a:xfrm>
            <a:custGeom>
              <a:avLst/>
              <a:gdLst/>
              <a:ahLst/>
              <a:cxnLst/>
              <a:rect l="l" t="t" r="r" b="b"/>
              <a:pathLst>
                <a:path w="12741" h="9776" extrusionOk="0">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8" name="Google Shape;4098;p28"/>
            <p:cNvSpPr/>
            <p:nvPr/>
          </p:nvSpPr>
          <p:spPr>
            <a:xfrm>
              <a:off x="6312675" y="4246175"/>
              <a:ext cx="406325" cy="101975"/>
            </a:xfrm>
            <a:custGeom>
              <a:avLst/>
              <a:gdLst/>
              <a:ahLst/>
              <a:cxnLst/>
              <a:rect l="l" t="t" r="r" b="b"/>
              <a:pathLst>
                <a:path w="16253" h="4079" extrusionOk="0">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9" name="Google Shape;4099;p28"/>
            <p:cNvSpPr/>
            <p:nvPr/>
          </p:nvSpPr>
          <p:spPr>
            <a:xfrm>
              <a:off x="6728200" y="4251550"/>
              <a:ext cx="2725" cy="2100"/>
            </a:xfrm>
            <a:custGeom>
              <a:avLst/>
              <a:gdLst/>
              <a:ahLst/>
              <a:cxnLst/>
              <a:rect l="l" t="t" r="r" b="b"/>
              <a:pathLst>
                <a:path w="109" h="84" extrusionOk="0">
                  <a:moveTo>
                    <a:pt x="72" y="0"/>
                  </a:moveTo>
                  <a:cubicBezTo>
                    <a:pt x="60" y="24"/>
                    <a:pt x="25" y="60"/>
                    <a:pt x="1" y="84"/>
                  </a:cubicBezTo>
                  <a:lnTo>
                    <a:pt x="108" y="60"/>
                  </a:lnTo>
                  <a:lnTo>
                    <a:pt x="7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0" name="Google Shape;4100;p28"/>
            <p:cNvSpPr/>
            <p:nvPr/>
          </p:nvSpPr>
          <p:spPr>
            <a:xfrm>
              <a:off x="6736250" y="4181300"/>
              <a:ext cx="261950" cy="69375"/>
            </a:xfrm>
            <a:custGeom>
              <a:avLst/>
              <a:gdLst/>
              <a:ahLst/>
              <a:cxnLst/>
              <a:rect l="l" t="t" r="r" b="b"/>
              <a:pathLst>
                <a:path w="10478" h="2775" extrusionOk="0">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1" name="Google Shape;4101;p28"/>
            <p:cNvSpPr/>
            <p:nvPr/>
          </p:nvSpPr>
          <p:spPr>
            <a:xfrm>
              <a:off x="6640400" y="4078600"/>
              <a:ext cx="213150" cy="382525"/>
            </a:xfrm>
            <a:custGeom>
              <a:avLst/>
              <a:gdLst/>
              <a:ahLst/>
              <a:cxnLst/>
              <a:rect l="l" t="t" r="r" b="b"/>
              <a:pathLst>
                <a:path w="8526" h="15301" extrusionOk="0">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2" name="Google Shape;4102;p28"/>
            <p:cNvSpPr/>
            <p:nvPr/>
          </p:nvSpPr>
          <p:spPr>
            <a:xfrm>
              <a:off x="6851450" y="4463175"/>
              <a:ext cx="184850" cy="115525"/>
            </a:xfrm>
            <a:custGeom>
              <a:avLst/>
              <a:gdLst/>
              <a:ahLst/>
              <a:cxnLst/>
              <a:rect l="l" t="t" r="r" b="b"/>
              <a:pathLst>
                <a:path w="7394" h="4621" extrusionOk="0">
                  <a:moveTo>
                    <a:pt x="488" y="1"/>
                  </a:moveTo>
                  <a:lnTo>
                    <a:pt x="60" y="108"/>
                  </a:lnTo>
                  <a:lnTo>
                    <a:pt x="0" y="227"/>
                  </a:lnTo>
                  <a:lnTo>
                    <a:pt x="7394" y="4620"/>
                  </a:lnTo>
                  <a:lnTo>
                    <a:pt x="7394" y="4096"/>
                  </a:lnTo>
                  <a:lnTo>
                    <a:pt x="48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3" name="Google Shape;4103;p28"/>
            <p:cNvSpPr/>
            <p:nvPr/>
          </p:nvSpPr>
          <p:spPr>
            <a:xfrm>
              <a:off x="6847575" y="4406025"/>
              <a:ext cx="188425" cy="60450"/>
            </a:xfrm>
            <a:custGeom>
              <a:avLst/>
              <a:gdLst/>
              <a:ahLst/>
              <a:cxnLst/>
              <a:rect l="l" t="t" r="r" b="b"/>
              <a:pathLst>
                <a:path w="7537" h="2418" extrusionOk="0">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4" name="Google Shape;4104;p28"/>
            <p:cNvSpPr/>
            <p:nvPr/>
          </p:nvSpPr>
          <p:spPr>
            <a:xfrm>
              <a:off x="6725825" y="4654575"/>
              <a:ext cx="17300" cy="9550"/>
            </a:xfrm>
            <a:custGeom>
              <a:avLst/>
              <a:gdLst/>
              <a:ahLst/>
              <a:cxnLst/>
              <a:rect l="l" t="t" r="r" b="b"/>
              <a:pathLst>
                <a:path w="692" h="382" extrusionOk="0">
                  <a:moveTo>
                    <a:pt x="227" y="0"/>
                  </a:moveTo>
                  <a:lnTo>
                    <a:pt x="1" y="381"/>
                  </a:lnTo>
                  <a:lnTo>
                    <a:pt x="525" y="381"/>
                  </a:lnTo>
                  <a:lnTo>
                    <a:pt x="691" y="84"/>
                  </a:lnTo>
                  <a:lnTo>
                    <a:pt x="22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5" name="Google Shape;4105;p28"/>
            <p:cNvSpPr/>
            <p:nvPr/>
          </p:nvSpPr>
          <p:spPr>
            <a:xfrm>
              <a:off x="6737150" y="4455550"/>
              <a:ext cx="117875" cy="190425"/>
            </a:xfrm>
            <a:custGeom>
              <a:avLst/>
              <a:gdLst/>
              <a:ahLst/>
              <a:cxnLst/>
              <a:rect l="l" t="t" r="r" b="b"/>
              <a:pathLst>
                <a:path w="4715" h="7617" extrusionOk="0">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6" name="Google Shape;4106;p28"/>
            <p:cNvSpPr/>
            <p:nvPr/>
          </p:nvSpPr>
          <p:spPr>
            <a:xfrm>
              <a:off x="6337975" y="4576300"/>
              <a:ext cx="3900" cy="5375"/>
            </a:xfrm>
            <a:custGeom>
              <a:avLst/>
              <a:gdLst/>
              <a:ahLst/>
              <a:cxnLst/>
              <a:rect l="l" t="t" r="r" b="b"/>
              <a:pathLst>
                <a:path w="156" h="215" extrusionOk="0">
                  <a:moveTo>
                    <a:pt x="1" y="0"/>
                  </a:moveTo>
                  <a:lnTo>
                    <a:pt x="1" y="0"/>
                  </a:lnTo>
                  <a:cubicBezTo>
                    <a:pt x="13" y="95"/>
                    <a:pt x="72" y="179"/>
                    <a:pt x="156" y="214"/>
                  </a:cubicBezTo>
                  <a:lnTo>
                    <a:pt x="156" y="48"/>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7" name="Google Shape;4107;p28"/>
            <p:cNvSpPr/>
            <p:nvPr/>
          </p:nvSpPr>
          <p:spPr>
            <a:xfrm>
              <a:off x="6410025" y="4583425"/>
              <a:ext cx="434000" cy="80700"/>
            </a:xfrm>
            <a:custGeom>
              <a:avLst/>
              <a:gdLst/>
              <a:ahLst/>
              <a:cxnLst/>
              <a:rect l="l" t="t" r="r" b="b"/>
              <a:pathLst>
                <a:path w="17360" h="3228" extrusionOk="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8" name="Google Shape;4108;p28"/>
            <p:cNvSpPr/>
            <p:nvPr/>
          </p:nvSpPr>
          <p:spPr>
            <a:xfrm>
              <a:off x="5778675" y="4344125"/>
              <a:ext cx="436700" cy="105675"/>
            </a:xfrm>
            <a:custGeom>
              <a:avLst/>
              <a:gdLst/>
              <a:ahLst/>
              <a:cxnLst/>
              <a:rect l="l" t="t" r="r" b="b"/>
              <a:pathLst>
                <a:path w="17468" h="4227" extrusionOk="0">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9" name="Google Shape;4109;p28"/>
            <p:cNvSpPr/>
            <p:nvPr/>
          </p:nvSpPr>
          <p:spPr>
            <a:xfrm>
              <a:off x="5778975" y="4449775"/>
              <a:ext cx="566475" cy="127425"/>
            </a:xfrm>
            <a:custGeom>
              <a:avLst/>
              <a:gdLst/>
              <a:ahLst/>
              <a:cxnLst/>
              <a:rect l="l" t="t" r="r" b="b"/>
              <a:pathLst>
                <a:path w="22659" h="5097" extrusionOk="0">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0" name="Google Shape;4110;p28"/>
            <p:cNvSpPr/>
            <p:nvPr/>
          </p:nvSpPr>
          <p:spPr>
            <a:xfrm>
              <a:off x="6395425" y="4603375"/>
              <a:ext cx="42600" cy="60750"/>
            </a:xfrm>
            <a:custGeom>
              <a:avLst/>
              <a:gdLst/>
              <a:ahLst/>
              <a:cxnLst/>
              <a:rect l="l" t="t" r="r" b="b"/>
              <a:pathLst>
                <a:path w="1704" h="2430" extrusionOk="0">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1" name="Google Shape;4111;p28"/>
            <p:cNvSpPr/>
            <p:nvPr/>
          </p:nvSpPr>
          <p:spPr>
            <a:xfrm>
              <a:off x="6271300" y="4385800"/>
              <a:ext cx="100350" cy="163725"/>
            </a:xfrm>
            <a:custGeom>
              <a:avLst/>
              <a:gdLst/>
              <a:ahLst/>
              <a:cxnLst/>
              <a:rect l="l" t="t" r="r" b="b"/>
              <a:pathLst>
                <a:path w="4014" h="6549" extrusionOk="0">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2" name="Google Shape;4112;p28"/>
            <p:cNvSpPr/>
            <p:nvPr/>
          </p:nvSpPr>
          <p:spPr>
            <a:xfrm>
              <a:off x="5772725" y="4454250"/>
              <a:ext cx="364950" cy="209875"/>
            </a:xfrm>
            <a:custGeom>
              <a:avLst/>
              <a:gdLst/>
              <a:ahLst/>
              <a:cxnLst/>
              <a:rect l="l" t="t" r="r" b="b"/>
              <a:pathLst>
                <a:path w="14598" h="8395" extrusionOk="0">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3" name="Google Shape;4113;p28"/>
            <p:cNvSpPr/>
            <p:nvPr/>
          </p:nvSpPr>
          <p:spPr>
            <a:xfrm>
              <a:off x="6341850" y="4544475"/>
              <a:ext cx="72350" cy="71050"/>
            </a:xfrm>
            <a:custGeom>
              <a:avLst/>
              <a:gdLst/>
              <a:ahLst/>
              <a:cxnLst/>
              <a:rect l="l" t="t" r="r" b="b"/>
              <a:pathLst>
                <a:path w="2894" h="2842" extrusionOk="0">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4" name="Google Shape;4114;p28"/>
            <p:cNvSpPr/>
            <p:nvPr/>
          </p:nvSpPr>
          <p:spPr>
            <a:xfrm>
              <a:off x="6212375" y="4289200"/>
              <a:ext cx="100625" cy="100600"/>
            </a:xfrm>
            <a:custGeom>
              <a:avLst/>
              <a:gdLst/>
              <a:ahLst/>
              <a:cxnLst/>
              <a:rect l="l" t="t" r="r" b="b"/>
              <a:pathLst>
                <a:path w="4025" h="4024" extrusionOk="0">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5" name="Google Shape;4115;p28"/>
            <p:cNvSpPr/>
            <p:nvPr/>
          </p:nvSpPr>
          <p:spPr>
            <a:xfrm>
              <a:off x="6886575" y="1575550"/>
              <a:ext cx="19050" cy="17950"/>
            </a:xfrm>
            <a:custGeom>
              <a:avLst/>
              <a:gdLst/>
              <a:ahLst/>
              <a:cxnLst/>
              <a:rect l="l" t="t" r="r" b="b"/>
              <a:pathLst>
                <a:path w="762" h="718" extrusionOk="0">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6" name="Google Shape;4116;p28"/>
            <p:cNvSpPr/>
            <p:nvPr/>
          </p:nvSpPr>
          <p:spPr>
            <a:xfrm>
              <a:off x="6612725" y="2909675"/>
              <a:ext cx="36925" cy="36225"/>
            </a:xfrm>
            <a:custGeom>
              <a:avLst/>
              <a:gdLst/>
              <a:ahLst/>
              <a:cxnLst/>
              <a:rect l="l" t="t" r="r" b="b"/>
              <a:pathLst>
                <a:path w="1477" h="1449" extrusionOk="0">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7" name="Google Shape;4117;p28"/>
            <p:cNvSpPr/>
            <p:nvPr/>
          </p:nvSpPr>
          <p:spPr>
            <a:xfrm>
              <a:off x="6607950" y="4033250"/>
              <a:ext cx="50925" cy="50550"/>
            </a:xfrm>
            <a:custGeom>
              <a:avLst/>
              <a:gdLst/>
              <a:ahLst/>
              <a:cxnLst/>
              <a:rect l="l" t="t" r="r" b="b"/>
              <a:pathLst>
                <a:path w="2037" h="2022" extrusionOk="0">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8" name="Google Shape;4118;p28"/>
            <p:cNvSpPr/>
            <p:nvPr/>
          </p:nvSpPr>
          <p:spPr>
            <a:xfrm>
              <a:off x="6996400" y="4166875"/>
              <a:ext cx="36325" cy="36000"/>
            </a:xfrm>
            <a:custGeom>
              <a:avLst/>
              <a:gdLst/>
              <a:ahLst/>
              <a:cxnLst/>
              <a:rect l="l" t="t" r="r" b="b"/>
              <a:pathLst>
                <a:path w="1453" h="1440" extrusionOk="0">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9" name="Google Shape;4119;p28"/>
            <p:cNvSpPr/>
            <p:nvPr/>
          </p:nvSpPr>
          <p:spPr>
            <a:xfrm>
              <a:off x="6710350" y="4394000"/>
              <a:ext cx="37225" cy="35950"/>
            </a:xfrm>
            <a:custGeom>
              <a:avLst/>
              <a:gdLst/>
              <a:ahLst/>
              <a:cxnLst/>
              <a:rect l="l" t="t" r="r" b="b"/>
              <a:pathLst>
                <a:path w="1489" h="1438" extrusionOk="0">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0" name="Google Shape;4120;p28"/>
            <p:cNvSpPr/>
            <p:nvPr/>
          </p:nvSpPr>
          <p:spPr>
            <a:xfrm>
              <a:off x="6609750" y="3484075"/>
              <a:ext cx="35725" cy="35675"/>
            </a:xfrm>
            <a:custGeom>
              <a:avLst/>
              <a:gdLst/>
              <a:ahLst/>
              <a:cxnLst/>
              <a:rect l="l" t="t" r="r" b="b"/>
              <a:pathLst>
                <a:path w="1429" h="1427" extrusionOk="0">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1" name="Google Shape;4121;p28"/>
            <p:cNvSpPr/>
            <p:nvPr/>
          </p:nvSpPr>
          <p:spPr>
            <a:xfrm>
              <a:off x="7027050" y="3205875"/>
              <a:ext cx="8950" cy="31275"/>
            </a:xfrm>
            <a:custGeom>
              <a:avLst/>
              <a:gdLst/>
              <a:ahLst/>
              <a:cxnLst/>
              <a:rect l="l" t="t" r="r" b="b"/>
              <a:pathLst>
                <a:path w="358" h="1251" extrusionOk="0">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2" name="Google Shape;4122;p28"/>
            <p:cNvSpPr/>
            <p:nvPr/>
          </p:nvSpPr>
          <p:spPr>
            <a:xfrm>
              <a:off x="6923175" y="1659900"/>
              <a:ext cx="35750" cy="35150"/>
            </a:xfrm>
            <a:custGeom>
              <a:avLst/>
              <a:gdLst/>
              <a:ahLst/>
              <a:cxnLst/>
              <a:rect l="l" t="t" r="r" b="b"/>
              <a:pathLst>
                <a:path w="1430" h="1406" extrusionOk="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3" name="Google Shape;4123;p28"/>
            <p:cNvSpPr/>
            <p:nvPr/>
          </p:nvSpPr>
          <p:spPr>
            <a:xfrm>
              <a:off x="6526400" y="2260750"/>
              <a:ext cx="36625" cy="35900"/>
            </a:xfrm>
            <a:custGeom>
              <a:avLst/>
              <a:gdLst/>
              <a:ahLst/>
              <a:cxnLst/>
              <a:rect l="l" t="t" r="r" b="b"/>
              <a:pathLst>
                <a:path w="1465" h="1436" extrusionOk="0">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4" name="Google Shape;4124;p28"/>
            <p:cNvSpPr/>
            <p:nvPr/>
          </p:nvSpPr>
          <p:spPr>
            <a:xfrm>
              <a:off x="5728375" y="4421425"/>
              <a:ext cx="51825" cy="50475"/>
            </a:xfrm>
            <a:custGeom>
              <a:avLst/>
              <a:gdLst/>
              <a:ahLst/>
              <a:cxnLst/>
              <a:rect l="l" t="t" r="r" b="b"/>
              <a:pathLst>
                <a:path w="2073" h="2019" extrusionOk="0">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5" name="Google Shape;4125;p28"/>
            <p:cNvSpPr/>
            <p:nvPr/>
          </p:nvSpPr>
          <p:spPr>
            <a:xfrm>
              <a:off x="6710950" y="4235475"/>
              <a:ext cx="20850" cy="20600"/>
            </a:xfrm>
            <a:custGeom>
              <a:avLst/>
              <a:gdLst/>
              <a:ahLst/>
              <a:cxnLst/>
              <a:rect l="l" t="t" r="r" b="b"/>
              <a:pathLst>
                <a:path w="834" h="824" extrusionOk="0">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6" name="Google Shape;4126;p28"/>
            <p:cNvSpPr/>
            <p:nvPr/>
          </p:nvSpPr>
          <p:spPr>
            <a:xfrm>
              <a:off x="6828225" y="3855375"/>
              <a:ext cx="21150" cy="20450"/>
            </a:xfrm>
            <a:custGeom>
              <a:avLst/>
              <a:gdLst/>
              <a:ahLst/>
              <a:cxnLst/>
              <a:rect l="l" t="t" r="r" b="b"/>
              <a:pathLst>
                <a:path w="846" h="818" extrusionOk="0">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7" name="Google Shape;4127;p28"/>
            <p:cNvSpPr/>
            <p:nvPr/>
          </p:nvSpPr>
          <p:spPr>
            <a:xfrm>
              <a:off x="6930325" y="4028600"/>
              <a:ext cx="21450" cy="20575"/>
            </a:xfrm>
            <a:custGeom>
              <a:avLst/>
              <a:gdLst/>
              <a:ahLst/>
              <a:cxnLst/>
              <a:rect l="l" t="t" r="r" b="b"/>
              <a:pathLst>
                <a:path w="858" h="823" extrusionOk="0">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8" name="Google Shape;4128;p28"/>
            <p:cNvSpPr/>
            <p:nvPr/>
          </p:nvSpPr>
          <p:spPr>
            <a:xfrm>
              <a:off x="6984800" y="3178775"/>
              <a:ext cx="21450" cy="20600"/>
            </a:xfrm>
            <a:custGeom>
              <a:avLst/>
              <a:gdLst/>
              <a:ahLst/>
              <a:cxnLst/>
              <a:rect l="l" t="t" r="r" b="b"/>
              <a:pathLst>
                <a:path w="858" h="824" extrusionOk="0">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9" name="Google Shape;4129;p28"/>
            <p:cNvSpPr/>
            <p:nvPr/>
          </p:nvSpPr>
          <p:spPr>
            <a:xfrm>
              <a:off x="6950250" y="2089625"/>
              <a:ext cx="20875" cy="20600"/>
            </a:xfrm>
            <a:custGeom>
              <a:avLst/>
              <a:gdLst/>
              <a:ahLst/>
              <a:cxnLst/>
              <a:rect l="l" t="t" r="r" b="b"/>
              <a:pathLst>
                <a:path w="835" h="824" extrusionOk="0">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0" name="Google Shape;4130;p28"/>
            <p:cNvSpPr/>
            <p:nvPr/>
          </p:nvSpPr>
          <p:spPr>
            <a:xfrm>
              <a:off x="6882700" y="3304975"/>
              <a:ext cx="21450" cy="20600"/>
            </a:xfrm>
            <a:custGeom>
              <a:avLst/>
              <a:gdLst/>
              <a:ahLst/>
              <a:cxnLst/>
              <a:rect l="l" t="t" r="r" b="b"/>
              <a:pathLst>
                <a:path w="858" h="824" extrusionOk="0">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1" name="Google Shape;4131;p28"/>
            <p:cNvSpPr/>
            <p:nvPr/>
          </p:nvSpPr>
          <p:spPr>
            <a:xfrm>
              <a:off x="6801125" y="3180575"/>
              <a:ext cx="21475" cy="20600"/>
            </a:xfrm>
            <a:custGeom>
              <a:avLst/>
              <a:gdLst/>
              <a:ahLst/>
              <a:cxnLst/>
              <a:rect l="l" t="t" r="r" b="b"/>
              <a:pathLst>
                <a:path w="859" h="824" extrusionOk="0">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132" name="Google Shape;4132;p28"/>
          <p:cNvGrpSpPr/>
          <p:nvPr/>
        </p:nvGrpSpPr>
        <p:grpSpPr>
          <a:xfrm flipH="1">
            <a:off x="266" y="51528"/>
            <a:ext cx="1978228" cy="4794296"/>
            <a:chOff x="5728375" y="1492875"/>
            <a:chExt cx="1308525" cy="3171250"/>
          </a:xfrm>
        </p:grpSpPr>
        <p:sp>
          <p:nvSpPr>
            <p:cNvPr id="4133" name="Google Shape;4133;p28"/>
            <p:cNvSpPr/>
            <p:nvPr/>
          </p:nvSpPr>
          <p:spPr>
            <a:xfrm>
              <a:off x="6942225" y="2835900"/>
              <a:ext cx="625" cy="925"/>
            </a:xfrm>
            <a:custGeom>
              <a:avLst/>
              <a:gdLst/>
              <a:ahLst/>
              <a:cxnLst/>
              <a:rect l="l" t="t" r="r" b="b"/>
              <a:pathLst>
                <a:path w="25" h="37" extrusionOk="0">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4" name="Google Shape;4134;p28"/>
            <p:cNvSpPr/>
            <p:nvPr/>
          </p:nvSpPr>
          <p:spPr>
            <a:xfrm>
              <a:off x="6942225" y="2836800"/>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5" name="Google Shape;4135;p28"/>
            <p:cNvSpPr/>
            <p:nvPr/>
          </p:nvSpPr>
          <p:spPr>
            <a:xfrm>
              <a:off x="6945500" y="2844825"/>
              <a:ext cx="42300" cy="133375"/>
            </a:xfrm>
            <a:custGeom>
              <a:avLst/>
              <a:gdLst/>
              <a:ahLst/>
              <a:cxnLst/>
              <a:rect l="l" t="t" r="r" b="b"/>
              <a:pathLst>
                <a:path w="1692" h="5335" extrusionOk="0">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6" name="Google Shape;4136;p28"/>
            <p:cNvSpPr/>
            <p:nvPr/>
          </p:nvSpPr>
          <p:spPr>
            <a:xfrm>
              <a:off x="6943725" y="2835300"/>
              <a:ext cx="300" cy="25"/>
            </a:xfrm>
            <a:custGeom>
              <a:avLst/>
              <a:gdLst/>
              <a:ahLst/>
              <a:cxnLst/>
              <a:rect l="l" t="t" r="r" b="b"/>
              <a:pathLst>
                <a:path w="12" h="1" extrusionOk="0">
                  <a:moveTo>
                    <a:pt x="0" y="0"/>
                  </a:moveTo>
                  <a:lnTo>
                    <a:pt x="0" y="0"/>
                  </a:lnTo>
                  <a:cubicBezTo>
                    <a:pt x="12" y="0"/>
                    <a:pt x="0" y="0"/>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7" name="Google Shape;4137;p28"/>
            <p:cNvSpPr/>
            <p:nvPr/>
          </p:nvSpPr>
          <p:spPr>
            <a:xfrm>
              <a:off x="6945500" y="2834575"/>
              <a:ext cx="625" cy="150"/>
            </a:xfrm>
            <a:custGeom>
              <a:avLst/>
              <a:gdLst/>
              <a:ahLst/>
              <a:cxnLst/>
              <a:rect l="l" t="t" r="r" b="b"/>
              <a:pathLst>
                <a:path w="25" h="6" extrusionOk="0">
                  <a:moveTo>
                    <a:pt x="15" y="0"/>
                  </a:moveTo>
                  <a:cubicBezTo>
                    <a:pt x="11" y="0"/>
                    <a:pt x="8" y="6"/>
                    <a:pt x="0" y="6"/>
                  </a:cubicBezTo>
                  <a:lnTo>
                    <a:pt x="24" y="6"/>
                  </a:lnTo>
                  <a:cubicBezTo>
                    <a:pt x="20" y="2"/>
                    <a:pt x="18" y="0"/>
                    <a:pt x="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8" name="Google Shape;4138;p28"/>
            <p:cNvSpPr/>
            <p:nvPr/>
          </p:nvSpPr>
          <p:spPr>
            <a:xfrm>
              <a:off x="6943125" y="2835625"/>
              <a:ext cx="550" cy="300"/>
            </a:xfrm>
            <a:custGeom>
              <a:avLst/>
              <a:gdLst/>
              <a:ahLst/>
              <a:cxnLst/>
              <a:rect l="l" t="t" r="r" b="b"/>
              <a:pathLst>
                <a:path w="22" h="12" extrusionOk="0">
                  <a:moveTo>
                    <a:pt x="16" y="1"/>
                  </a:moveTo>
                  <a:cubicBezTo>
                    <a:pt x="13" y="1"/>
                    <a:pt x="8" y="3"/>
                    <a:pt x="0" y="11"/>
                  </a:cubicBezTo>
                  <a:cubicBezTo>
                    <a:pt x="16" y="11"/>
                    <a:pt x="21" y="1"/>
                    <a:pt x="1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9" name="Google Shape;4139;p28"/>
            <p:cNvSpPr/>
            <p:nvPr/>
          </p:nvSpPr>
          <p:spPr>
            <a:xfrm>
              <a:off x="6978825" y="2988300"/>
              <a:ext cx="57175" cy="218500"/>
            </a:xfrm>
            <a:custGeom>
              <a:avLst/>
              <a:gdLst/>
              <a:ahLst/>
              <a:cxnLst/>
              <a:rect l="l" t="t" r="r" b="b"/>
              <a:pathLst>
                <a:path w="2287" h="8740" extrusionOk="0">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0" name="Google Shape;4140;p28"/>
            <p:cNvSpPr/>
            <p:nvPr/>
          </p:nvSpPr>
          <p:spPr>
            <a:xfrm>
              <a:off x="6796675" y="2972825"/>
              <a:ext cx="91400" cy="176525"/>
            </a:xfrm>
            <a:custGeom>
              <a:avLst/>
              <a:gdLst/>
              <a:ahLst/>
              <a:cxnLst/>
              <a:rect l="l" t="t" r="r" b="b"/>
              <a:pathLst>
                <a:path w="3656" h="7061" extrusionOk="0">
                  <a:moveTo>
                    <a:pt x="3203" y="0"/>
                  </a:moveTo>
                  <a:lnTo>
                    <a:pt x="0" y="6632"/>
                  </a:lnTo>
                  <a:lnTo>
                    <a:pt x="286" y="7061"/>
                  </a:lnTo>
                  <a:lnTo>
                    <a:pt x="3656" y="48"/>
                  </a:lnTo>
                  <a:lnTo>
                    <a:pt x="3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1" name="Google Shape;4141;p28"/>
            <p:cNvSpPr/>
            <p:nvPr/>
          </p:nvSpPr>
          <p:spPr>
            <a:xfrm>
              <a:off x="6629100" y="3150225"/>
              <a:ext cx="168775" cy="337550"/>
            </a:xfrm>
            <a:custGeom>
              <a:avLst/>
              <a:gdLst/>
              <a:ahLst/>
              <a:cxnLst/>
              <a:rect l="l" t="t" r="r" b="b"/>
              <a:pathLst>
                <a:path w="6751" h="13502" extrusionOk="0">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2" name="Google Shape;4142;p28"/>
            <p:cNvSpPr/>
            <p:nvPr/>
          </p:nvSpPr>
          <p:spPr>
            <a:xfrm>
              <a:off x="6945500" y="283470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3" name="Google Shape;4143;p28"/>
            <p:cNvSpPr/>
            <p:nvPr/>
          </p:nvSpPr>
          <p:spPr>
            <a:xfrm>
              <a:off x="6943725" y="2835300"/>
              <a:ext cx="0" cy="625"/>
            </a:xfrm>
            <a:custGeom>
              <a:avLst/>
              <a:gdLst/>
              <a:ahLst/>
              <a:cxnLst/>
              <a:rect l="l" t="t" r="r" b="b"/>
              <a:pathLst>
                <a:path h="25" extrusionOk="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4" name="Google Shape;4144;p28"/>
            <p:cNvSpPr/>
            <p:nvPr/>
          </p:nvSpPr>
          <p:spPr>
            <a:xfrm>
              <a:off x="6942225" y="2836800"/>
              <a:ext cx="25" cy="25"/>
            </a:xfrm>
            <a:custGeom>
              <a:avLst/>
              <a:gdLst/>
              <a:ahLst/>
              <a:cxnLst/>
              <a:rect l="l" t="t" r="r" b="b"/>
              <a:pathLst>
                <a:path w="1" h="1" extrusionOk="0">
                  <a:moveTo>
                    <a:pt x="0" y="0"/>
                  </a:moveTo>
                  <a:lnTo>
                    <a:pt x="0" y="0"/>
                  </a:ln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5" name="Google Shape;4145;p28"/>
            <p:cNvSpPr/>
            <p:nvPr/>
          </p:nvSpPr>
          <p:spPr>
            <a:xfrm>
              <a:off x="6881800" y="2836500"/>
              <a:ext cx="68775" cy="126825"/>
            </a:xfrm>
            <a:custGeom>
              <a:avLst/>
              <a:gdLst/>
              <a:ahLst/>
              <a:cxnLst/>
              <a:rect l="l" t="t" r="r" b="b"/>
              <a:pathLst>
                <a:path w="2751" h="5073" extrusionOk="0">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6" name="Google Shape;4146;p28"/>
            <p:cNvSpPr/>
            <p:nvPr/>
          </p:nvSpPr>
          <p:spPr>
            <a:xfrm>
              <a:off x="6902350" y="1492875"/>
              <a:ext cx="133950" cy="92000"/>
            </a:xfrm>
            <a:custGeom>
              <a:avLst/>
              <a:gdLst/>
              <a:ahLst/>
              <a:cxnLst/>
              <a:rect l="l" t="t" r="r" b="b"/>
              <a:pathLst>
                <a:path w="5358" h="3680" extrusionOk="0">
                  <a:moveTo>
                    <a:pt x="5358" y="0"/>
                  </a:moveTo>
                  <a:lnTo>
                    <a:pt x="0" y="3275"/>
                  </a:lnTo>
                  <a:lnTo>
                    <a:pt x="202" y="3679"/>
                  </a:lnTo>
                  <a:lnTo>
                    <a:pt x="5358" y="524"/>
                  </a:lnTo>
                  <a:lnTo>
                    <a:pt x="535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7" name="Google Shape;4147;p28"/>
            <p:cNvSpPr/>
            <p:nvPr/>
          </p:nvSpPr>
          <p:spPr>
            <a:xfrm>
              <a:off x="6839525" y="1837250"/>
              <a:ext cx="325" cy="925"/>
            </a:xfrm>
            <a:custGeom>
              <a:avLst/>
              <a:gdLst/>
              <a:ahLst/>
              <a:cxnLst/>
              <a:rect l="l" t="t" r="r" b="b"/>
              <a:pathLst>
                <a:path w="13" h="37" extrusionOk="0">
                  <a:moveTo>
                    <a:pt x="13" y="1"/>
                  </a:moveTo>
                  <a:cubicBezTo>
                    <a:pt x="1" y="1"/>
                    <a:pt x="1" y="25"/>
                    <a:pt x="1" y="37"/>
                  </a:cubicBezTo>
                  <a:cubicBezTo>
                    <a:pt x="1" y="25"/>
                    <a:pt x="1" y="13"/>
                    <a:pt x="1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8" name="Google Shape;4148;p28"/>
            <p:cNvSpPr/>
            <p:nvPr/>
          </p:nvSpPr>
          <p:spPr>
            <a:xfrm>
              <a:off x="6839525" y="1689025"/>
              <a:ext cx="97375" cy="151525"/>
            </a:xfrm>
            <a:custGeom>
              <a:avLst/>
              <a:gdLst/>
              <a:ahLst/>
              <a:cxnLst/>
              <a:rect l="l" t="t" r="r" b="b"/>
              <a:pathLst>
                <a:path w="3895" h="6061" extrusionOk="0">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9" name="Google Shape;4149;p28"/>
            <p:cNvSpPr/>
            <p:nvPr/>
          </p:nvSpPr>
          <p:spPr>
            <a:xfrm>
              <a:off x="6838950" y="1834425"/>
              <a:ext cx="124725" cy="258250"/>
            </a:xfrm>
            <a:custGeom>
              <a:avLst/>
              <a:gdLst/>
              <a:ahLst/>
              <a:cxnLst/>
              <a:rect l="l" t="t" r="r" b="b"/>
              <a:pathLst>
                <a:path w="4989" h="10330" extrusionOk="0">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0" name="Google Shape;4150;p28"/>
            <p:cNvSpPr/>
            <p:nvPr/>
          </p:nvSpPr>
          <p:spPr>
            <a:xfrm>
              <a:off x="6945800" y="1529475"/>
              <a:ext cx="90500" cy="135175"/>
            </a:xfrm>
            <a:custGeom>
              <a:avLst/>
              <a:gdLst/>
              <a:ahLst/>
              <a:cxnLst/>
              <a:rect l="l" t="t" r="r" b="b"/>
              <a:pathLst>
                <a:path w="3620" h="5407" extrusionOk="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1" name="Google Shape;4151;p28"/>
            <p:cNvSpPr/>
            <p:nvPr/>
          </p:nvSpPr>
          <p:spPr>
            <a:xfrm>
              <a:off x="6951750" y="1681000"/>
              <a:ext cx="84550" cy="169075"/>
            </a:xfrm>
            <a:custGeom>
              <a:avLst/>
              <a:gdLst/>
              <a:ahLst/>
              <a:cxnLst/>
              <a:rect l="l" t="t" r="r" b="b"/>
              <a:pathLst>
                <a:path w="3382" h="6763" extrusionOk="0">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2" name="Google Shape;4152;p28"/>
            <p:cNvSpPr/>
            <p:nvPr/>
          </p:nvSpPr>
          <p:spPr>
            <a:xfrm>
              <a:off x="6891325" y="1570800"/>
              <a:ext cx="56875" cy="90275"/>
            </a:xfrm>
            <a:custGeom>
              <a:avLst/>
              <a:gdLst/>
              <a:ahLst/>
              <a:cxnLst/>
              <a:rect l="l" t="t" r="r" b="b"/>
              <a:pathLst>
                <a:path w="2275" h="3611" extrusionOk="0">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3" name="Google Shape;4153;p28"/>
            <p:cNvSpPr/>
            <p:nvPr/>
          </p:nvSpPr>
          <p:spPr>
            <a:xfrm>
              <a:off x="6967825" y="2063475"/>
              <a:ext cx="68475" cy="40500"/>
            </a:xfrm>
            <a:custGeom>
              <a:avLst/>
              <a:gdLst/>
              <a:ahLst/>
              <a:cxnLst/>
              <a:rect l="l" t="t" r="r" b="b"/>
              <a:pathLst>
                <a:path w="2739" h="1620" extrusionOk="0">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4" name="Google Shape;4154;p28"/>
            <p:cNvSpPr/>
            <p:nvPr/>
          </p:nvSpPr>
          <p:spPr>
            <a:xfrm>
              <a:off x="6558850" y="2100100"/>
              <a:ext cx="396200" cy="178025"/>
            </a:xfrm>
            <a:custGeom>
              <a:avLst/>
              <a:gdLst/>
              <a:ahLst/>
              <a:cxnLst/>
              <a:rect l="l" t="t" r="r" b="b"/>
              <a:pathLst>
                <a:path w="15848" h="7121" extrusionOk="0">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5" name="Google Shape;4155;p28"/>
            <p:cNvSpPr/>
            <p:nvPr/>
          </p:nvSpPr>
          <p:spPr>
            <a:xfrm>
              <a:off x="6954425" y="2108725"/>
              <a:ext cx="81875" cy="207200"/>
            </a:xfrm>
            <a:custGeom>
              <a:avLst/>
              <a:gdLst/>
              <a:ahLst/>
              <a:cxnLst/>
              <a:rect l="l" t="t" r="r" b="b"/>
              <a:pathLst>
                <a:path w="3275" h="8288" extrusionOk="0">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6" name="Google Shape;4156;p28"/>
            <p:cNvSpPr/>
            <p:nvPr/>
          </p:nvSpPr>
          <p:spPr>
            <a:xfrm>
              <a:off x="6559150" y="2280175"/>
              <a:ext cx="477150" cy="150350"/>
            </a:xfrm>
            <a:custGeom>
              <a:avLst/>
              <a:gdLst/>
              <a:ahLst/>
              <a:cxnLst/>
              <a:rect l="l" t="t" r="r" b="b"/>
              <a:pathLst>
                <a:path w="19086" h="6014" extrusionOk="0">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7" name="Google Shape;4157;p28"/>
            <p:cNvSpPr/>
            <p:nvPr/>
          </p:nvSpPr>
          <p:spPr>
            <a:xfrm>
              <a:off x="6941625" y="2825775"/>
              <a:ext cx="95275" cy="19700"/>
            </a:xfrm>
            <a:custGeom>
              <a:avLst/>
              <a:gdLst/>
              <a:ahLst/>
              <a:cxnLst/>
              <a:rect l="l" t="t" r="r" b="b"/>
              <a:pathLst>
                <a:path w="3811" h="788" extrusionOk="0">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8" name="Google Shape;4158;p28"/>
            <p:cNvSpPr/>
            <p:nvPr/>
          </p:nvSpPr>
          <p:spPr>
            <a:xfrm>
              <a:off x="6649325" y="2926075"/>
              <a:ext cx="386100" cy="71175"/>
            </a:xfrm>
            <a:custGeom>
              <a:avLst/>
              <a:gdLst/>
              <a:ahLst/>
              <a:cxnLst/>
              <a:rect l="l" t="t" r="r" b="b"/>
              <a:pathLst>
                <a:path w="15444" h="2847" extrusionOk="0">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9" name="Google Shape;4159;p28"/>
            <p:cNvSpPr/>
            <p:nvPr/>
          </p:nvSpPr>
          <p:spPr>
            <a:xfrm>
              <a:off x="6909175" y="3226725"/>
              <a:ext cx="125350" cy="88725"/>
            </a:xfrm>
            <a:custGeom>
              <a:avLst/>
              <a:gdLst/>
              <a:ahLst/>
              <a:cxnLst/>
              <a:rect l="l" t="t" r="r" b="b"/>
              <a:pathLst>
                <a:path w="5014" h="3549" extrusionOk="0">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0" name="Google Shape;4160;p28"/>
            <p:cNvSpPr/>
            <p:nvPr/>
          </p:nvSpPr>
          <p:spPr>
            <a:xfrm>
              <a:off x="6638625" y="3316900"/>
              <a:ext cx="267900" cy="180400"/>
            </a:xfrm>
            <a:custGeom>
              <a:avLst/>
              <a:gdLst/>
              <a:ahLst/>
              <a:cxnLst/>
              <a:rect l="l" t="t" r="r" b="b"/>
              <a:pathLst>
                <a:path w="10716" h="7216" extrusionOk="0">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1" name="Google Shape;4161;p28"/>
            <p:cNvSpPr/>
            <p:nvPr/>
          </p:nvSpPr>
          <p:spPr>
            <a:xfrm>
              <a:off x="6965450" y="3661000"/>
              <a:ext cx="70850" cy="74725"/>
            </a:xfrm>
            <a:custGeom>
              <a:avLst/>
              <a:gdLst/>
              <a:ahLst/>
              <a:cxnLst/>
              <a:rect l="l" t="t" r="r" b="b"/>
              <a:pathLst>
                <a:path w="2834" h="2989" extrusionOk="0">
                  <a:moveTo>
                    <a:pt x="2834" y="0"/>
                  </a:moveTo>
                  <a:lnTo>
                    <a:pt x="0" y="2739"/>
                  </a:lnTo>
                  <a:lnTo>
                    <a:pt x="393" y="2989"/>
                  </a:lnTo>
                  <a:lnTo>
                    <a:pt x="2834" y="631"/>
                  </a:lnTo>
                  <a:lnTo>
                    <a:pt x="2834"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2" name="Google Shape;4162;p28"/>
            <p:cNvSpPr/>
            <p:nvPr/>
          </p:nvSpPr>
          <p:spPr>
            <a:xfrm>
              <a:off x="6647850" y="3864600"/>
              <a:ext cx="184850" cy="181875"/>
            </a:xfrm>
            <a:custGeom>
              <a:avLst/>
              <a:gdLst/>
              <a:ahLst/>
              <a:cxnLst/>
              <a:rect l="l" t="t" r="r" b="b"/>
              <a:pathLst>
                <a:path w="7394" h="7275" extrusionOk="0">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3" name="Google Shape;4163;p28"/>
            <p:cNvSpPr/>
            <p:nvPr/>
          </p:nvSpPr>
          <p:spPr>
            <a:xfrm>
              <a:off x="6835375" y="3737800"/>
              <a:ext cx="131575" cy="122050"/>
            </a:xfrm>
            <a:custGeom>
              <a:avLst/>
              <a:gdLst/>
              <a:ahLst/>
              <a:cxnLst/>
              <a:rect l="l" t="t" r="r" b="b"/>
              <a:pathLst>
                <a:path w="5263" h="4882" extrusionOk="0">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4" name="Google Shape;4164;p28"/>
            <p:cNvSpPr/>
            <p:nvPr/>
          </p:nvSpPr>
          <p:spPr>
            <a:xfrm>
              <a:off x="6647550" y="2926675"/>
              <a:ext cx="388750" cy="587000"/>
            </a:xfrm>
            <a:custGeom>
              <a:avLst/>
              <a:gdLst/>
              <a:ahLst/>
              <a:cxnLst/>
              <a:rect l="l" t="t" r="r" b="b"/>
              <a:pathLst>
                <a:path w="15550" h="23480" extrusionOk="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5" name="Google Shape;4165;p28"/>
            <p:cNvSpPr/>
            <p:nvPr/>
          </p:nvSpPr>
          <p:spPr>
            <a:xfrm>
              <a:off x="6603800" y="3495625"/>
              <a:ext cx="7450" cy="13000"/>
            </a:xfrm>
            <a:custGeom>
              <a:avLst/>
              <a:gdLst/>
              <a:ahLst/>
              <a:cxnLst/>
              <a:rect l="l" t="t" r="r" b="b"/>
              <a:pathLst>
                <a:path w="298" h="520" extrusionOk="0">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6" name="Google Shape;4166;p28"/>
            <p:cNvSpPr/>
            <p:nvPr/>
          </p:nvSpPr>
          <p:spPr>
            <a:xfrm>
              <a:off x="6640400" y="3514550"/>
              <a:ext cx="395900" cy="275350"/>
            </a:xfrm>
            <a:custGeom>
              <a:avLst/>
              <a:gdLst/>
              <a:ahLst/>
              <a:cxnLst/>
              <a:rect l="l" t="t" r="r" b="b"/>
              <a:pathLst>
                <a:path w="15836" h="11014" extrusionOk="0">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7" name="Google Shape;4167;p28"/>
            <p:cNvSpPr/>
            <p:nvPr/>
          </p:nvSpPr>
          <p:spPr>
            <a:xfrm>
              <a:off x="6841925" y="4224750"/>
              <a:ext cx="194375" cy="153025"/>
            </a:xfrm>
            <a:custGeom>
              <a:avLst/>
              <a:gdLst/>
              <a:ahLst/>
              <a:cxnLst/>
              <a:rect l="l" t="t" r="r" b="b"/>
              <a:pathLst>
                <a:path w="7775" h="6121" extrusionOk="0">
                  <a:moveTo>
                    <a:pt x="560" y="1"/>
                  </a:moveTo>
                  <a:lnTo>
                    <a:pt x="0" y="120"/>
                  </a:lnTo>
                  <a:lnTo>
                    <a:pt x="7775" y="6121"/>
                  </a:lnTo>
                  <a:lnTo>
                    <a:pt x="7775" y="5549"/>
                  </a:lnTo>
                  <a:lnTo>
                    <a:pt x="56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8" name="Google Shape;4168;p28"/>
            <p:cNvSpPr/>
            <p:nvPr/>
          </p:nvSpPr>
          <p:spPr>
            <a:xfrm>
              <a:off x="6649325" y="4070575"/>
              <a:ext cx="195300" cy="148550"/>
            </a:xfrm>
            <a:custGeom>
              <a:avLst/>
              <a:gdLst/>
              <a:ahLst/>
              <a:cxnLst/>
              <a:rect l="l" t="t" r="r" b="b"/>
              <a:pathLst>
                <a:path w="7812" h="5942" extrusionOk="0">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9" name="Google Shape;4169;p28"/>
            <p:cNvSpPr/>
            <p:nvPr/>
          </p:nvSpPr>
          <p:spPr>
            <a:xfrm>
              <a:off x="6831200" y="3872325"/>
              <a:ext cx="180400" cy="298875"/>
            </a:xfrm>
            <a:custGeom>
              <a:avLst/>
              <a:gdLst/>
              <a:ahLst/>
              <a:cxnLst/>
              <a:rect l="l" t="t" r="r" b="b"/>
              <a:pathLst>
                <a:path w="7216" h="11955" extrusionOk="0">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0" name="Google Shape;4170;p28"/>
            <p:cNvSpPr/>
            <p:nvPr/>
          </p:nvSpPr>
          <p:spPr>
            <a:xfrm>
              <a:off x="6632950" y="3514850"/>
              <a:ext cx="202450" cy="354225"/>
            </a:xfrm>
            <a:custGeom>
              <a:avLst/>
              <a:gdLst/>
              <a:ahLst/>
              <a:cxnLst/>
              <a:rect l="l" t="t" r="r" b="b"/>
              <a:pathLst>
                <a:path w="8098" h="14169" extrusionOk="0">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1" name="Google Shape;4171;p28"/>
            <p:cNvSpPr/>
            <p:nvPr/>
          </p:nvSpPr>
          <p:spPr>
            <a:xfrm>
              <a:off x="6621650" y="3519025"/>
              <a:ext cx="17000" cy="515550"/>
            </a:xfrm>
            <a:custGeom>
              <a:avLst/>
              <a:gdLst/>
              <a:ahLst/>
              <a:cxnLst/>
              <a:rect l="l" t="t" r="r" b="b"/>
              <a:pathLst>
                <a:path w="680" h="20622" extrusionOk="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2" name="Google Shape;4172;p28"/>
            <p:cNvSpPr/>
            <p:nvPr/>
          </p:nvSpPr>
          <p:spPr>
            <a:xfrm>
              <a:off x="5767375" y="3510375"/>
              <a:ext cx="852500" cy="922475"/>
            </a:xfrm>
            <a:custGeom>
              <a:avLst/>
              <a:gdLst/>
              <a:ahLst/>
              <a:cxnLst/>
              <a:rect l="l" t="t" r="r" b="b"/>
              <a:pathLst>
                <a:path w="34100" h="36899" extrusionOk="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3" name="Google Shape;4173;p28"/>
            <p:cNvSpPr/>
            <p:nvPr/>
          </p:nvSpPr>
          <p:spPr>
            <a:xfrm>
              <a:off x="6299575" y="4069975"/>
              <a:ext cx="318525" cy="244400"/>
            </a:xfrm>
            <a:custGeom>
              <a:avLst/>
              <a:gdLst/>
              <a:ahLst/>
              <a:cxnLst/>
              <a:rect l="l" t="t" r="r" b="b"/>
              <a:pathLst>
                <a:path w="12741" h="9776" extrusionOk="0">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4" name="Google Shape;4174;p28"/>
            <p:cNvSpPr/>
            <p:nvPr/>
          </p:nvSpPr>
          <p:spPr>
            <a:xfrm>
              <a:off x="6312675" y="4246175"/>
              <a:ext cx="406325" cy="101975"/>
            </a:xfrm>
            <a:custGeom>
              <a:avLst/>
              <a:gdLst/>
              <a:ahLst/>
              <a:cxnLst/>
              <a:rect l="l" t="t" r="r" b="b"/>
              <a:pathLst>
                <a:path w="16253" h="4079" extrusionOk="0">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5" name="Google Shape;4175;p28"/>
            <p:cNvSpPr/>
            <p:nvPr/>
          </p:nvSpPr>
          <p:spPr>
            <a:xfrm>
              <a:off x="6728200" y="4251550"/>
              <a:ext cx="2725" cy="2100"/>
            </a:xfrm>
            <a:custGeom>
              <a:avLst/>
              <a:gdLst/>
              <a:ahLst/>
              <a:cxnLst/>
              <a:rect l="l" t="t" r="r" b="b"/>
              <a:pathLst>
                <a:path w="109" h="84" extrusionOk="0">
                  <a:moveTo>
                    <a:pt x="72" y="0"/>
                  </a:moveTo>
                  <a:cubicBezTo>
                    <a:pt x="60" y="24"/>
                    <a:pt x="25" y="60"/>
                    <a:pt x="1" y="84"/>
                  </a:cubicBezTo>
                  <a:lnTo>
                    <a:pt x="108" y="60"/>
                  </a:lnTo>
                  <a:lnTo>
                    <a:pt x="7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6" name="Google Shape;4176;p28"/>
            <p:cNvSpPr/>
            <p:nvPr/>
          </p:nvSpPr>
          <p:spPr>
            <a:xfrm>
              <a:off x="6736250" y="4181300"/>
              <a:ext cx="261950" cy="69375"/>
            </a:xfrm>
            <a:custGeom>
              <a:avLst/>
              <a:gdLst/>
              <a:ahLst/>
              <a:cxnLst/>
              <a:rect l="l" t="t" r="r" b="b"/>
              <a:pathLst>
                <a:path w="10478" h="2775" extrusionOk="0">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7" name="Google Shape;4177;p28"/>
            <p:cNvSpPr/>
            <p:nvPr/>
          </p:nvSpPr>
          <p:spPr>
            <a:xfrm>
              <a:off x="6640400" y="4078600"/>
              <a:ext cx="213150" cy="382525"/>
            </a:xfrm>
            <a:custGeom>
              <a:avLst/>
              <a:gdLst/>
              <a:ahLst/>
              <a:cxnLst/>
              <a:rect l="l" t="t" r="r" b="b"/>
              <a:pathLst>
                <a:path w="8526" h="15301" extrusionOk="0">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8" name="Google Shape;4178;p28"/>
            <p:cNvSpPr/>
            <p:nvPr/>
          </p:nvSpPr>
          <p:spPr>
            <a:xfrm>
              <a:off x="6851450" y="4463175"/>
              <a:ext cx="184850" cy="115525"/>
            </a:xfrm>
            <a:custGeom>
              <a:avLst/>
              <a:gdLst/>
              <a:ahLst/>
              <a:cxnLst/>
              <a:rect l="l" t="t" r="r" b="b"/>
              <a:pathLst>
                <a:path w="7394" h="4621" extrusionOk="0">
                  <a:moveTo>
                    <a:pt x="488" y="1"/>
                  </a:moveTo>
                  <a:lnTo>
                    <a:pt x="60" y="108"/>
                  </a:lnTo>
                  <a:lnTo>
                    <a:pt x="0" y="227"/>
                  </a:lnTo>
                  <a:lnTo>
                    <a:pt x="7394" y="4620"/>
                  </a:lnTo>
                  <a:lnTo>
                    <a:pt x="7394" y="4096"/>
                  </a:lnTo>
                  <a:lnTo>
                    <a:pt x="48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9" name="Google Shape;4179;p28"/>
            <p:cNvSpPr/>
            <p:nvPr/>
          </p:nvSpPr>
          <p:spPr>
            <a:xfrm>
              <a:off x="6847575" y="4406025"/>
              <a:ext cx="188425" cy="60450"/>
            </a:xfrm>
            <a:custGeom>
              <a:avLst/>
              <a:gdLst/>
              <a:ahLst/>
              <a:cxnLst/>
              <a:rect l="l" t="t" r="r" b="b"/>
              <a:pathLst>
                <a:path w="7537" h="2418" extrusionOk="0">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0" name="Google Shape;4180;p28"/>
            <p:cNvSpPr/>
            <p:nvPr/>
          </p:nvSpPr>
          <p:spPr>
            <a:xfrm>
              <a:off x="6725825" y="4654575"/>
              <a:ext cx="17300" cy="9550"/>
            </a:xfrm>
            <a:custGeom>
              <a:avLst/>
              <a:gdLst/>
              <a:ahLst/>
              <a:cxnLst/>
              <a:rect l="l" t="t" r="r" b="b"/>
              <a:pathLst>
                <a:path w="692" h="382" extrusionOk="0">
                  <a:moveTo>
                    <a:pt x="227" y="0"/>
                  </a:moveTo>
                  <a:lnTo>
                    <a:pt x="1" y="381"/>
                  </a:lnTo>
                  <a:lnTo>
                    <a:pt x="525" y="381"/>
                  </a:lnTo>
                  <a:lnTo>
                    <a:pt x="691" y="84"/>
                  </a:lnTo>
                  <a:lnTo>
                    <a:pt x="227"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1" name="Google Shape;4181;p28"/>
            <p:cNvSpPr/>
            <p:nvPr/>
          </p:nvSpPr>
          <p:spPr>
            <a:xfrm>
              <a:off x="6737150" y="4455550"/>
              <a:ext cx="117875" cy="190425"/>
            </a:xfrm>
            <a:custGeom>
              <a:avLst/>
              <a:gdLst/>
              <a:ahLst/>
              <a:cxnLst/>
              <a:rect l="l" t="t" r="r" b="b"/>
              <a:pathLst>
                <a:path w="4715" h="7617" extrusionOk="0">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2" name="Google Shape;4182;p28"/>
            <p:cNvSpPr/>
            <p:nvPr/>
          </p:nvSpPr>
          <p:spPr>
            <a:xfrm>
              <a:off x="6337975" y="4576300"/>
              <a:ext cx="3900" cy="5375"/>
            </a:xfrm>
            <a:custGeom>
              <a:avLst/>
              <a:gdLst/>
              <a:ahLst/>
              <a:cxnLst/>
              <a:rect l="l" t="t" r="r" b="b"/>
              <a:pathLst>
                <a:path w="156" h="215" extrusionOk="0">
                  <a:moveTo>
                    <a:pt x="1" y="0"/>
                  </a:moveTo>
                  <a:lnTo>
                    <a:pt x="1" y="0"/>
                  </a:lnTo>
                  <a:cubicBezTo>
                    <a:pt x="13" y="95"/>
                    <a:pt x="72" y="179"/>
                    <a:pt x="156" y="214"/>
                  </a:cubicBezTo>
                  <a:lnTo>
                    <a:pt x="156" y="48"/>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3" name="Google Shape;4183;p28"/>
            <p:cNvSpPr/>
            <p:nvPr/>
          </p:nvSpPr>
          <p:spPr>
            <a:xfrm>
              <a:off x="6410025" y="4583425"/>
              <a:ext cx="434000" cy="80700"/>
            </a:xfrm>
            <a:custGeom>
              <a:avLst/>
              <a:gdLst/>
              <a:ahLst/>
              <a:cxnLst/>
              <a:rect l="l" t="t" r="r" b="b"/>
              <a:pathLst>
                <a:path w="17360" h="3228" extrusionOk="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4" name="Google Shape;4184;p28"/>
            <p:cNvSpPr/>
            <p:nvPr/>
          </p:nvSpPr>
          <p:spPr>
            <a:xfrm>
              <a:off x="5778675" y="4344125"/>
              <a:ext cx="436700" cy="105675"/>
            </a:xfrm>
            <a:custGeom>
              <a:avLst/>
              <a:gdLst/>
              <a:ahLst/>
              <a:cxnLst/>
              <a:rect l="l" t="t" r="r" b="b"/>
              <a:pathLst>
                <a:path w="17468" h="4227" extrusionOk="0">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5" name="Google Shape;4185;p28"/>
            <p:cNvSpPr/>
            <p:nvPr/>
          </p:nvSpPr>
          <p:spPr>
            <a:xfrm>
              <a:off x="5778975" y="4449775"/>
              <a:ext cx="566475" cy="127425"/>
            </a:xfrm>
            <a:custGeom>
              <a:avLst/>
              <a:gdLst/>
              <a:ahLst/>
              <a:cxnLst/>
              <a:rect l="l" t="t" r="r" b="b"/>
              <a:pathLst>
                <a:path w="22659" h="5097" extrusionOk="0">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6" name="Google Shape;4186;p28"/>
            <p:cNvSpPr/>
            <p:nvPr/>
          </p:nvSpPr>
          <p:spPr>
            <a:xfrm>
              <a:off x="6395425" y="4603375"/>
              <a:ext cx="42600" cy="60750"/>
            </a:xfrm>
            <a:custGeom>
              <a:avLst/>
              <a:gdLst/>
              <a:ahLst/>
              <a:cxnLst/>
              <a:rect l="l" t="t" r="r" b="b"/>
              <a:pathLst>
                <a:path w="1704" h="2430" extrusionOk="0">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7" name="Google Shape;4187;p28"/>
            <p:cNvSpPr/>
            <p:nvPr/>
          </p:nvSpPr>
          <p:spPr>
            <a:xfrm>
              <a:off x="6271300" y="4385800"/>
              <a:ext cx="100350" cy="163725"/>
            </a:xfrm>
            <a:custGeom>
              <a:avLst/>
              <a:gdLst/>
              <a:ahLst/>
              <a:cxnLst/>
              <a:rect l="l" t="t" r="r" b="b"/>
              <a:pathLst>
                <a:path w="4014" h="6549" extrusionOk="0">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8" name="Google Shape;4188;p28"/>
            <p:cNvSpPr/>
            <p:nvPr/>
          </p:nvSpPr>
          <p:spPr>
            <a:xfrm>
              <a:off x="5772725" y="4454250"/>
              <a:ext cx="364950" cy="209875"/>
            </a:xfrm>
            <a:custGeom>
              <a:avLst/>
              <a:gdLst/>
              <a:ahLst/>
              <a:cxnLst/>
              <a:rect l="l" t="t" r="r" b="b"/>
              <a:pathLst>
                <a:path w="14598" h="8395" extrusionOk="0">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9" name="Google Shape;4189;p28"/>
            <p:cNvSpPr/>
            <p:nvPr/>
          </p:nvSpPr>
          <p:spPr>
            <a:xfrm>
              <a:off x="6341850" y="4544475"/>
              <a:ext cx="72350" cy="71050"/>
            </a:xfrm>
            <a:custGeom>
              <a:avLst/>
              <a:gdLst/>
              <a:ahLst/>
              <a:cxnLst/>
              <a:rect l="l" t="t" r="r" b="b"/>
              <a:pathLst>
                <a:path w="2894" h="2842" extrusionOk="0">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0" name="Google Shape;4190;p28"/>
            <p:cNvSpPr/>
            <p:nvPr/>
          </p:nvSpPr>
          <p:spPr>
            <a:xfrm>
              <a:off x="6212375" y="4289200"/>
              <a:ext cx="100625" cy="100600"/>
            </a:xfrm>
            <a:custGeom>
              <a:avLst/>
              <a:gdLst/>
              <a:ahLst/>
              <a:cxnLst/>
              <a:rect l="l" t="t" r="r" b="b"/>
              <a:pathLst>
                <a:path w="4025" h="4024" extrusionOk="0">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1" name="Google Shape;4191;p28"/>
            <p:cNvSpPr/>
            <p:nvPr/>
          </p:nvSpPr>
          <p:spPr>
            <a:xfrm>
              <a:off x="6886575" y="1575550"/>
              <a:ext cx="19050" cy="17950"/>
            </a:xfrm>
            <a:custGeom>
              <a:avLst/>
              <a:gdLst/>
              <a:ahLst/>
              <a:cxnLst/>
              <a:rect l="l" t="t" r="r" b="b"/>
              <a:pathLst>
                <a:path w="762" h="718" extrusionOk="0">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2" name="Google Shape;4192;p28"/>
            <p:cNvSpPr/>
            <p:nvPr/>
          </p:nvSpPr>
          <p:spPr>
            <a:xfrm>
              <a:off x="6612725" y="2909675"/>
              <a:ext cx="36925" cy="36225"/>
            </a:xfrm>
            <a:custGeom>
              <a:avLst/>
              <a:gdLst/>
              <a:ahLst/>
              <a:cxnLst/>
              <a:rect l="l" t="t" r="r" b="b"/>
              <a:pathLst>
                <a:path w="1477" h="1449" extrusionOk="0">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3" name="Google Shape;4193;p28"/>
            <p:cNvSpPr/>
            <p:nvPr/>
          </p:nvSpPr>
          <p:spPr>
            <a:xfrm>
              <a:off x="6607950" y="4033250"/>
              <a:ext cx="50925" cy="50550"/>
            </a:xfrm>
            <a:custGeom>
              <a:avLst/>
              <a:gdLst/>
              <a:ahLst/>
              <a:cxnLst/>
              <a:rect l="l" t="t" r="r" b="b"/>
              <a:pathLst>
                <a:path w="2037" h="2022" extrusionOk="0">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4" name="Google Shape;4194;p28"/>
            <p:cNvSpPr/>
            <p:nvPr/>
          </p:nvSpPr>
          <p:spPr>
            <a:xfrm>
              <a:off x="6996400" y="4166875"/>
              <a:ext cx="36325" cy="36000"/>
            </a:xfrm>
            <a:custGeom>
              <a:avLst/>
              <a:gdLst/>
              <a:ahLst/>
              <a:cxnLst/>
              <a:rect l="l" t="t" r="r" b="b"/>
              <a:pathLst>
                <a:path w="1453" h="1440" extrusionOk="0">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5" name="Google Shape;4195;p28"/>
            <p:cNvSpPr/>
            <p:nvPr/>
          </p:nvSpPr>
          <p:spPr>
            <a:xfrm>
              <a:off x="6710350" y="4394000"/>
              <a:ext cx="37225" cy="35950"/>
            </a:xfrm>
            <a:custGeom>
              <a:avLst/>
              <a:gdLst/>
              <a:ahLst/>
              <a:cxnLst/>
              <a:rect l="l" t="t" r="r" b="b"/>
              <a:pathLst>
                <a:path w="1489" h="1438" extrusionOk="0">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6" name="Google Shape;4196;p28"/>
            <p:cNvSpPr/>
            <p:nvPr/>
          </p:nvSpPr>
          <p:spPr>
            <a:xfrm>
              <a:off x="6609750" y="3484075"/>
              <a:ext cx="35725" cy="35675"/>
            </a:xfrm>
            <a:custGeom>
              <a:avLst/>
              <a:gdLst/>
              <a:ahLst/>
              <a:cxnLst/>
              <a:rect l="l" t="t" r="r" b="b"/>
              <a:pathLst>
                <a:path w="1429" h="1427" extrusionOk="0">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7" name="Google Shape;4197;p28"/>
            <p:cNvSpPr/>
            <p:nvPr/>
          </p:nvSpPr>
          <p:spPr>
            <a:xfrm>
              <a:off x="7027050" y="3205875"/>
              <a:ext cx="8950" cy="31275"/>
            </a:xfrm>
            <a:custGeom>
              <a:avLst/>
              <a:gdLst/>
              <a:ahLst/>
              <a:cxnLst/>
              <a:rect l="l" t="t" r="r" b="b"/>
              <a:pathLst>
                <a:path w="358" h="1251" extrusionOk="0">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8" name="Google Shape;4198;p28"/>
            <p:cNvSpPr/>
            <p:nvPr/>
          </p:nvSpPr>
          <p:spPr>
            <a:xfrm>
              <a:off x="6923175" y="1659900"/>
              <a:ext cx="35750" cy="35150"/>
            </a:xfrm>
            <a:custGeom>
              <a:avLst/>
              <a:gdLst/>
              <a:ahLst/>
              <a:cxnLst/>
              <a:rect l="l" t="t" r="r" b="b"/>
              <a:pathLst>
                <a:path w="1430" h="1406" extrusionOk="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9" name="Google Shape;4199;p28"/>
            <p:cNvSpPr/>
            <p:nvPr/>
          </p:nvSpPr>
          <p:spPr>
            <a:xfrm>
              <a:off x="6526400" y="2260750"/>
              <a:ext cx="36625" cy="35900"/>
            </a:xfrm>
            <a:custGeom>
              <a:avLst/>
              <a:gdLst/>
              <a:ahLst/>
              <a:cxnLst/>
              <a:rect l="l" t="t" r="r" b="b"/>
              <a:pathLst>
                <a:path w="1465" h="1436" extrusionOk="0">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0" name="Google Shape;4200;p28"/>
            <p:cNvSpPr/>
            <p:nvPr/>
          </p:nvSpPr>
          <p:spPr>
            <a:xfrm>
              <a:off x="5728375" y="4421425"/>
              <a:ext cx="51825" cy="50475"/>
            </a:xfrm>
            <a:custGeom>
              <a:avLst/>
              <a:gdLst/>
              <a:ahLst/>
              <a:cxnLst/>
              <a:rect l="l" t="t" r="r" b="b"/>
              <a:pathLst>
                <a:path w="2073" h="2019" extrusionOk="0">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1" name="Google Shape;4201;p28"/>
            <p:cNvSpPr/>
            <p:nvPr/>
          </p:nvSpPr>
          <p:spPr>
            <a:xfrm>
              <a:off x="6710950" y="4235475"/>
              <a:ext cx="20850" cy="20600"/>
            </a:xfrm>
            <a:custGeom>
              <a:avLst/>
              <a:gdLst/>
              <a:ahLst/>
              <a:cxnLst/>
              <a:rect l="l" t="t" r="r" b="b"/>
              <a:pathLst>
                <a:path w="834" h="824" extrusionOk="0">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2" name="Google Shape;4202;p28"/>
            <p:cNvSpPr/>
            <p:nvPr/>
          </p:nvSpPr>
          <p:spPr>
            <a:xfrm>
              <a:off x="6828225" y="3855375"/>
              <a:ext cx="21150" cy="20450"/>
            </a:xfrm>
            <a:custGeom>
              <a:avLst/>
              <a:gdLst/>
              <a:ahLst/>
              <a:cxnLst/>
              <a:rect l="l" t="t" r="r" b="b"/>
              <a:pathLst>
                <a:path w="846" h="818" extrusionOk="0">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3" name="Google Shape;4203;p28"/>
            <p:cNvSpPr/>
            <p:nvPr/>
          </p:nvSpPr>
          <p:spPr>
            <a:xfrm>
              <a:off x="6930325" y="4028600"/>
              <a:ext cx="21450" cy="20575"/>
            </a:xfrm>
            <a:custGeom>
              <a:avLst/>
              <a:gdLst/>
              <a:ahLst/>
              <a:cxnLst/>
              <a:rect l="l" t="t" r="r" b="b"/>
              <a:pathLst>
                <a:path w="858" h="823" extrusionOk="0">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4" name="Google Shape;4204;p28"/>
            <p:cNvSpPr/>
            <p:nvPr/>
          </p:nvSpPr>
          <p:spPr>
            <a:xfrm>
              <a:off x="6984800" y="3178775"/>
              <a:ext cx="21450" cy="20600"/>
            </a:xfrm>
            <a:custGeom>
              <a:avLst/>
              <a:gdLst/>
              <a:ahLst/>
              <a:cxnLst/>
              <a:rect l="l" t="t" r="r" b="b"/>
              <a:pathLst>
                <a:path w="858" h="824" extrusionOk="0">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5" name="Google Shape;4205;p28"/>
            <p:cNvSpPr/>
            <p:nvPr/>
          </p:nvSpPr>
          <p:spPr>
            <a:xfrm>
              <a:off x="6950250" y="2089625"/>
              <a:ext cx="20875" cy="20600"/>
            </a:xfrm>
            <a:custGeom>
              <a:avLst/>
              <a:gdLst/>
              <a:ahLst/>
              <a:cxnLst/>
              <a:rect l="l" t="t" r="r" b="b"/>
              <a:pathLst>
                <a:path w="835" h="824" extrusionOk="0">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6" name="Google Shape;4206;p28"/>
            <p:cNvSpPr/>
            <p:nvPr/>
          </p:nvSpPr>
          <p:spPr>
            <a:xfrm>
              <a:off x="6882700" y="3304975"/>
              <a:ext cx="21450" cy="20600"/>
            </a:xfrm>
            <a:custGeom>
              <a:avLst/>
              <a:gdLst/>
              <a:ahLst/>
              <a:cxnLst/>
              <a:rect l="l" t="t" r="r" b="b"/>
              <a:pathLst>
                <a:path w="858" h="824" extrusionOk="0">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7" name="Google Shape;4207;p28"/>
            <p:cNvSpPr/>
            <p:nvPr/>
          </p:nvSpPr>
          <p:spPr>
            <a:xfrm>
              <a:off x="6801125" y="3180575"/>
              <a:ext cx="21475" cy="20600"/>
            </a:xfrm>
            <a:custGeom>
              <a:avLst/>
              <a:gdLst/>
              <a:ahLst/>
              <a:cxnLst/>
              <a:rect l="l" t="t" r="r" b="b"/>
              <a:pathLst>
                <a:path w="859" h="824" extrusionOk="0">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208" name="Google Shape;4208;p28"/>
          <p:cNvSpPr/>
          <p:nvPr/>
        </p:nvSpPr>
        <p:spPr>
          <a:xfrm>
            <a:off x="0" y="4845825"/>
            <a:ext cx="9144000" cy="297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209"/>
        <p:cNvGrpSpPr/>
        <p:nvPr/>
      </p:nvGrpSpPr>
      <p:grpSpPr>
        <a:xfrm>
          <a:off x="0" y="0"/>
          <a:ext cx="0" cy="0"/>
          <a:chOff x="0" y="0"/>
          <a:chExt cx="0" cy="0"/>
        </a:xfrm>
      </p:grpSpPr>
      <p:grpSp>
        <p:nvGrpSpPr>
          <p:cNvPr id="4210" name="Google Shape;4210;p29"/>
          <p:cNvGrpSpPr/>
          <p:nvPr/>
        </p:nvGrpSpPr>
        <p:grpSpPr>
          <a:xfrm>
            <a:off x="-4" y="-2"/>
            <a:ext cx="1262493" cy="697985"/>
            <a:chOff x="3729625" y="3808325"/>
            <a:chExt cx="470325" cy="260025"/>
          </a:xfrm>
        </p:grpSpPr>
        <p:sp>
          <p:nvSpPr>
            <p:cNvPr id="4211" name="Google Shape;4211;p29"/>
            <p:cNvSpPr/>
            <p:nvPr/>
          </p:nvSpPr>
          <p:spPr>
            <a:xfrm>
              <a:off x="4184725" y="3808325"/>
              <a:ext cx="15225" cy="20575"/>
            </a:xfrm>
            <a:custGeom>
              <a:avLst/>
              <a:gdLst/>
              <a:ahLst/>
              <a:cxnLst/>
              <a:rect l="l" t="t" r="r" b="b"/>
              <a:pathLst>
                <a:path w="609" h="823" extrusionOk="0">
                  <a:moveTo>
                    <a:pt x="346" y="1"/>
                  </a:moveTo>
                  <a:lnTo>
                    <a:pt x="1" y="727"/>
                  </a:lnTo>
                  <a:lnTo>
                    <a:pt x="227" y="822"/>
                  </a:lnTo>
                  <a:lnTo>
                    <a:pt x="60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2" name="Google Shape;4212;p29"/>
            <p:cNvSpPr/>
            <p:nvPr/>
          </p:nvSpPr>
          <p:spPr>
            <a:xfrm>
              <a:off x="40534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3" name="Google Shape;4213;p29"/>
            <p:cNvSpPr/>
            <p:nvPr/>
          </p:nvSpPr>
          <p:spPr>
            <a:xfrm>
              <a:off x="40540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4" name="Google Shape;4214;p29"/>
            <p:cNvSpPr/>
            <p:nvPr/>
          </p:nvSpPr>
          <p:spPr>
            <a:xfrm>
              <a:off x="4052575" y="3877975"/>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5" name="Google Shape;4215;p29"/>
            <p:cNvSpPr/>
            <p:nvPr/>
          </p:nvSpPr>
          <p:spPr>
            <a:xfrm>
              <a:off x="4052575" y="3877975"/>
              <a:ext cx="925" cy="25"/>
            </a:xfrm>
            <a:custGeom>
              <a:avLst/>
              <a:gdLst/>
              <a:ahLst/>
              <a:cxnLst/>
              <a:rect l="l" t="t" r="r" b="b"/>
              <a:pathLst>
                <a:path w="37" h="1" extrusionOk="0">
                  <a:moveTo>
                    <a:pt x="36"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6" name="Google Shape;4216;p29"/>
            <p:cNvSpPr/>
            <p:nvPr/>
          </p:nvSpPr>
          <p:spPr>
            <a:xfrm>
              <a:off x="4052875" y="3817575"/>
              <a:ext cx="75325" cy="60150"/>
            </a:xfrm>
            <a:custGeom>
              <a:avLst/>
              <a:gdLst/>
              <a:ahLst/>
              <a:cxnLst/>
              <a:rect l="l" t="t" r="r" b="b"/>
              <a:pathLst>
                <a:path w="3013" h="2406" extrusionOk="0">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7" name="Google Shape;4217;p29"/>
            <p:cNvSpPr/>
            <p:nvPr/>
          </p:nvSpPr>
          <p:spPr>
            <a:xfrm>
              <a:off x="4054375" y="3877700"/>
              <a:ext cx="900" cy="300"/>
            </a:xfrm>
            <a:custGeom>
              <a:avLst/>
              <a:gdLst/>
              <a:ahLst/>
              <a:cxnLst/>
              <a:rect l="l" t="t" r="r" b="b"/>
              <a:pathLst>
                <a:path w="36" h="12" extrusionOk="0">
                  <a:moveTo>
                    <a:pt x="36" y="0"/>
                  </a:moveTo>
                  <a:cubicBezTo>
                    <a:pt x="36" y="0"/>
                    <a:pt x="24" y="0"/>
                    <a:pt x="0" y="12"/>
                  </a:cubicBezTo>
                  <a:cubicBezTo>
                    <a:pt x="24" y="12"/>
                    <a:pt x="36" y="0"/>
                    <a:pt x="3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8" name="Google Shape;4218;p29"/>
            <p:cNvSpPr/>
            <p:nvPr/>
          </p:nvSpPr>
          <p:spPr>
            <a:xfrm>
              <a:off x="3913575" y="3827100"/>
              <a:ext cx="143200" cy="50900"/>
            </a:xfrm>
            <a:custGeom>
              <a:avLst/>
              <a:gdLst/>
              <a:ahLst/>
              <a:cxnLst/>
              <a:rect l="l" t="t" r="r" b="b"/>
              <a:pathLst>
                <a:path w="5728" h="2036" extrusionOk="0">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9" name="Google Shape;4219;p29"/>
            <p:cNvSpPr/>
            <p:nvPr/>
          </p:nvSpPr>
          <p:spPr>
            <a:xfrm>
              <a:off x="4141275" y="3808325"/>
              <a:ext cx="5975" cy="2725"/>
            </a:xfrm>
            <a:custGeom>
              <a:avLst/>
              <a:gdLst/>
              <a:ahLst/>
              <a:cxnLst/>
              <a:rect l="l" t="t" r="r" b="b"/>
              <a:pathLst>
                <a:path w="239" h="109" extrusionOk="0">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0" name="Google Shape;4220;p29"/>
            <p:cNvSpPr/>
            <p:nvPr/>
          </p:nvSpPr>
          <p:spPr>
            <a:xfrm>
              <a:off x="4141875" y="3809525"/>
              <a:ext cx="51525" cy="25325"/>
            </a:xfrm>
            <a:custGeom>
              <a:avLst/>
              <a:gdLst/>
              <a:ahLst/>
              <a:cxnLst/>
              <a:rect l="l" t="t" r="r" b="b"/>
              <a:pathLst>
                <a:path w="2061" h="1013" extrusionOk="0">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1" name="Google Shape;4221;p29"/>
            <p:cNvSpPr/>
            <p:nvPr/>
          </p:nvSpPr>
          <p:spPr>
            <a:xfrm>
              <a:off x="4122525" y="3808325"/>
              <a:ext cx="3900" cy="1225"/>
            </a:xfrm>
            <a:custGeom>
              <a:avLst/>
              <a:gdLst/>
              <a:ahLst/>
              <a:cxnLst/>
              <a:rect l="l" t="t" r="r" b="b"/>
              <a:pathLst>
                <a:path w="156" h="49" extrusionOk="0">
                  <a:moveTo>
                    <a:pt x="1" y="1"/>
                  </a:moveTo>
                  <a:lnTo>
                    <a:pt x="120" y="49"/>
                  </a:lnTo>
                  <a:cubicBezTo>
                    <a:pt x="132" y="37"/>
                    <a:pt x="132" y="13"/>
                    <a:pt x="15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2" name="Google Shape;4222;p29"/>
            <p:cNvSpPr/>
            <p:nvPr/>
          </p:nvSpPr>
          <p:spPr>
            <a:xfrm>
              <a:off x="3906425" y="3808325"/>
              <a:ext cx="10750" cy="16400"/>
            </a:xfrm>
            <a:custGeom>
              <a:avLst/>
              <a:gdLst/>
              <a:ahLst/>
              <a:cxnLst/>
              <a:rect l="l" t="t" r="r" b="b"/>
              <a:pathLst>
                <a:path w="430" h="656" extrusionOk="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3" name="Google Shape;4223;p29"/>
            <p:cNvSpPr/>
            <p:nvPr/>
          </p:nvSpPr>
          <p:spPr>
            <a:xfrm>
              <a:off x="3838275" y="3832450"/>
              <a:ext cx="71150" cy="218800"/>
            </a:xfrm>
            <a:custGeom>
              <a:avLst/>
              <a:gdLst/>
              <a:ahLst/>
              <a:cxnLst/>
              <a:rect l="l" t="t" r="r" b="b"/>
              <a:pathLst>
                <a:path w="2846" h="8752" extrusionOk="0">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4" name="Google Shape;4224;p29"/>
            <p:cNvSpPr/>
            <p:nvPr/>
          </p:nvSpPr>
          <p:spPr>
            <a:xfrm>
              <a:off x="3813250" y="3808325"/>
              <a:ext cx="91425" cy="24750"/>
            </a:xfrm>
            <a:custGeom>
              <a:avLst/>
              <a:gdLst/>
              <a:ahLst/>
              <a:cxnLst/>
              <a:rect l="l" t="t" r="r" b="b"/>
              <a:pathLst>
                <a:path w="3657" h="990" extrusionOk="0">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5" name="Google Shape;4225;p29"/>
            <p:cNvSpPr/>
            <p:nvPr/>
          </p:nvSpPr>
          <p:spPr>
            <a:xfrm>
              <a:off x="3729625" y="3808325"/>
              <a:ext cx="107475" cy="244125"/>
            </a:xfrm>
            <a:custGeom>
              <a:avLst/>
              <a:gdLst/>
              <a:ahLst/>
              <a:cxnLst/>
              <a:rect l="l" t="t" r="r" b="b"/>
              <a:pathLst>
                <a:path w="4299" h="9765" extrusionOk="0">
                  <a:moveTo>
                    <a:pt x="0" y="1"/>
                  </a:moveTo>
                  <a:lnTo>
                    <a:pt x="4108" y="9764"/>
                  </a:lnTo>
                  <a:cubicBezTo>
                    <a:pt x="4156" y="9716"/>
                    <a:pt x="4215" y="9681"/>
                    <a:pt x="4298" y="965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6" name="Google Shape;4226;p29"/>
            <p:cNvSpPr/>
            <p:nvPr/>
          </p:nvSpPr>
          <p:spPr>
            <a:xfrm>
              <a:off x="4180275" y="3827875"/>
              <a:ext cx="10150" cy="9700"/>
            </a:xfrm>
            <a:custGeom>
              <a:avLst/>
              <a:gdLst/>
              <a:ahLst/>
              <a:cxnLst/>
              <a:rect l="l" t="t" r="r" b="b"/>
              <a:pathLst>
                <a:path w="406" h="388" extrusionOk="0">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7" name="Google Shape;4227;p29"/>
            <p:cNvSpPr/>
            <p:nvPr/>
          </p:nvSpPr>
          <p:spPr>
            <a:xfrm>
              <a:off x="4124025" y="3808325"/>
              <a:ext cx="19075" cy="15750"/>
            </a:xfrm>
            <a:custGeom>
              <a:avLst/>
              <a:gdLst/>
              <a:ahLst/>
              <a:cxnLst/>
              <a:rect l="l" t="t" r="r" b="b"/>
              <a:pathLst>
                <a:path w="763" h="630" extrusionOk="0">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8" name="Google Shape;4228;p29"/>
            <p:cNvSpPr/>
            <p:nvPr/>
          </p:nvSpPr>
          <p:spPr>
            <a:xfrm>
              <a:off x="3828750" y="4049725"/>
              <a:ext cx="20250" cy="18625"/>
            </a:xfrm>
            <a:custGeom>
              <a:avLst/>
              <a:gdLst/>
              <a:ahLst/>
              <a:cxnLst/>
              <a:rect l="l" t="t" r="r" b="b"/>
              <a:pathLst>
                <a:path w="810" h="745" extrusionOk="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29" name="Google Shape;4229;p29"/>
            <p:cNvSpPr/>
            <p:nvPr/>
          </p:nvSpPr>
          <p:spPr>
            <a:xfrm>
              <a:off x="3903450" y="3823400"/>
              <a:ext cx="11625" cy="11450"/>
            </a:xfrm>
            <a:custGeom>
              <a:avLst/>
              <a:gdLst/>
              <a:ahLst/>
              <a:cxnLst/>
              <a:rect l="l" t="t" r="r" b="b"/>
              <a:pathLst>
                <a:path w="465" h="458" extrusionOk="0">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230" name="Google Shape;4230;p29"/>
          <p:cNvGrpSpPr/>
          <p:nvPr/>
        </p:nvGrpSpPr>
        <p:grpSpPr>
          <a:xfrm flipH="1">
            <a:off x="7881496" y="-2"/>
            <a:ext cx="1262493" cy="697985"/>
            <a:chOff x="3729625" y="3808325"/>
            <a:chExt cx="470325" cy="260025"/>
          </a:xfrm>
        </p:grpSpPr>
        <p:sp>
          <p:nvSpPr>
            <p:cNvPr id="4231" name="Google Shape;4231;p29"/>
            <p:cNvSpPr/>
            <p:nvPr/>
          </p:nvSpPr>
          <p:spPr>
            <a:xfrm>
              <a:off x="4184725" y="3808325"/>
              <a:ext cx="15225" cy="20575"/>
            </a:xfrm>
            <a:custGeom>
              <a:avLst/>
              <a:gdLst/>
              <a:ahLst/>
              <a:cxnLst/>
              <a:rect l="l" t="t" r="r" b="b"/>
              <a:pathLst>
                <a:path w="609" h="823" extrusionOk="0">
                  <a:moveTo>
                    <a:pt x="346" y="1"/>
                  </a:moveTo>
                  <a:lnTo>
                    <a:pt x="1" y="727"/>
                  </a:lnTo>
                  <a:lnTo>
                    <a:pt x="227" y="822"/>
                  </a:lnTo>
                  <a:lnTo>
                    <a:pt x="608"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2" name="Google Shape;4232;p29"/>
            <p:cNvSpPr/>
            <p:nvPr/>
          </p:nvSpPr>
          <p:spPr>
            <a:xfrm>
              <a:off x="40534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3" name="Google Shape;4233;p29"/>
            <p:cNvSpPr/>
            <p:nvPr/>
          </p:nvSpPr>
          <p:spPr>
            <a:xfrm>
              <a:off x="4054075" y="3877975"/>
              <a:ext cx="325" cy="25"/>
            </a:xfrm>
            <a:custGeom>
              <a:avLst/>
              <a:gdLst/>
              <a:ahLst/>
              <a:cxnLst/>
              <a:rect l="l" t="t" r="r" b="b"/>
              <a:pathLst>
                <a:path w="13" h="1" extrusionOk="0">
                  <a:moveTo>
                    <a:pt x="12" y="1"/>
                  </a:move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4" name="Google Shape;4234;p29"/>
            <p:cNvSpPr/>
            <p:nvPr/>
          </p:nvSpPr>
          <p:spPr>
            <a:xfrm>
              <a:off x="4052575" y="3877975"/>
              <a:ext cx="25" cy="25"/>
            </a:xfrm>
            <a:custGeom>
              <a:avLst/>
              <a:gdLst/>
              <a:ahLst/>
              <a:cxnLst/>
              <a:rect l="l" t="t" r="r" b="b"/>
              <a:pathLst>
                <a:path w="1" h="1" extrusionOk="0">
                  <a:moveTo>
                    <a:pt x="1"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5" name="Google Shape;4235;p29"/>
            <p:cNvSpPr/>
            <p:nvPr/>
          </p:nvSpPr>
          <p:spPr>
            <a:xfrm>
              <a:off x="4052575" y="3877975"/>
              <a:ext cx="925" cy="25"/>
            </a:xfrm>
            <a:custGeom>
              <a:avLst/>
              <a:gdLst/>
              <a:ahLst/>
              <a:cxnLst/>
              <a:rect l="l" t="t" r="r" b="b"/>
              <a:pathLst>
                <a:path w="37" h="1" extrusionOk="0">
                  <a:moveTo>
                    <a:pt x="36" y="1"/>
                  </a:move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6" name="Google Shape;4236;p29"/>
            <p:cNvSpPr/>
            <p:nvPr/>
          </p:nvSpPr>
          <p:spPr>
            <a:xfrm>
              <a:off x="4052875" y="3817575"/>
              <a:ext cx="75325" cy="60150"/>
            </a:xfrm>
            <a:custGeom>
              <a:avLst/>
              <a:gdLst/>
              <a:ahLst/>
              <a:cxnLst/>
              <a:rect l="l" t="t" r="r" b="b"/>
              <a:pathLst>
                <a:path w="3013" h="2406" extrusionOk="0">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7" name="Google Shape;4237;p29"/>
            <p:cNvSpPr/>
            <p:nvPr/>
          </p:nvSpPr>
          <p:spPr>
            <a:xfrm>
              <a:off x="4054375" y="3877700"/>
              <a:ext cx="900" cy="300"/>
            </a:xfrm>
            <a:custGeom>
              <a:avLst/>
              <a:gdLst/>
              <a:ahLst/>
              <a:cxnLst/>
              <a:rect l="l" t="t" r="r" b="b"/>
              <a:pathLst>
                <a:path w="36" h="12" extrusionOk="0">
                  <a:moveTo>
                    <a:pt x="36" y="0"/>
                  </a:moveTo>
                  <a:cubicBezTo>
                    <a:pt x="36" y="0"/>
                    <a:pt x="24" y="0"/>
                    <a:pt x="0" y="12"/>
                  </a:cubicBezTo>
                  <a:cubicBezTo>
                    <a:pt x="24" y="12"/>
                    <a:pt x="36" y="0"/>
                    <a:pt x="36"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8" name="Google Shape;4238;p29"/>
            <p:cNvSpPr/>
            <p:nvPr/>
          </p:nvSpPr>
          <p:spPr>
            <a:xfrm>
              <a:off x="3913575" y="3827100"/>
              <a:ext cx="143200" cy="50900"/>
            </a:xfrm>
            <a:custGeom>
              <a:avLst/>
              <a:gdLst/>
              <a:ahLst/>
              <a:cxnLst/>
              <a:rect l="l" t="t" r="r" b="b"/>
              <a:pathLst>
                <a:path w="5728" h="2036" extrusionOk="0">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39" name="Google Shape;4239;p29"/>
            <p:cNvSpPr/>
            <p:nvPr/>
          </p:nvSpPr>
          <p:spPr>
            <a:xfrm>
              <a:off x="4141275" y="3808325"/>
              <a:ext cx="5975" cy="2725"/>
            </a:xfrm>
            <a:custGeom>
              <a:avLst/>
              <a:gdLst/>
              <a:ahLst/>
              <a:cxnLst/>
              <a:rect l="l" t="t" r="r" b="b"/>
              <a:pathLst>
                <a:path w="239" h="109" extrusionOk="0">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0" name="Google Shape;4240;p29"/>
            <p:cNvSpPr/>
            <p:nvPr/>
          </p:nvSpPr>
          <p:spPr>
            <a:xfrm>
              <a:off x="4141875" y="3809525"/>
              <a:ext cx="51525" cy="25325"/>
            </a:xfrm>
            <a:custGeom>
              <a:avLst/>
              <a:gdLst/>
              <a:ahLst/>
              <a:cxnLst/>
              <a:rect l="l" t="t" r="r" b="b"/>
              <a:pathLst>
                <a:path w="2061" h="1013" extrusionOk="0">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1" name="Google Shape;4241;p29"/>
            <p:cNvSpPr/>
            <p:nvPr/>
          </p:nvSpPr>
          <p:spPr>
            <a:xfrm>
              <a:off x="4122525" y="3808325"/>
              <a:ext cx="3900" cy="1225"/>
            </a:xfrm>
            <a:custGeom>
              <a:avLst/>
              <a:gdLst/>
              <a:ahLst/>
              <a:cxnLst/>
              <a:rect l="l" t="t" r="r" b="b"/>
              <a:pathLst>
                <a:path w="156" h="49" extrusionOk="0">
                  <a:moveTo>
                    <a:pt x="1" y="1"/>
                  </a:moveTo>
                  <a:lnTo>
                    <a:pt x="120" y="49"/>
                  </a:lnTo>
                  <a:cubicBezTo>
                    <a:pt x="132" y="37"/>
                    <a:pt x="132" y="13"/>
                    <a:pt x="155"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2" name="Google Shape;4242;p29"/>
            <p:cNvSpPr/>
            <p:nvPr/>
          </p:nvSpPr>
          <p:spPr>
            <a:xfrm>
              <a:off x="3906425" y="3808325"/>
              <a:ext cx="10750" cy="16400"/>
            </a:xfrm>
            <a:custGeom>
              <a:avLst/>
              <a:gdLst/>
              <a:ahLst/>
              <a:cxnLst/>
              <a:rect l="l" t="t" r="r" b="b"/>
              <a:pathLst>
                <a:path w="430" h="656" extrusionOk="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3" name="Google Shape;4243;p29"/>
            <p:cNvSpPr/>
            <p:nvPr/>
          </p:nvSpPr>
          <p:spPr>
            <a:xfrm>
              <a:off x="3838275" y="3832450"/>
              <a:ext cx="71150" cy="218800"/>
            </a:xfrm>
            <a:custGeom>
              <a:avLst/>
              <a:gdLst/>
              <a:ahLst/>
              <a:cxnLst/>
              <a:rect l="l" t="t" r="r" b="b"/>
              <a:pathLst>
                <a:path w="2846" h="8752" extrusionOk="0">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4" name="Google Shape;4244;p29"/>
            <p:cNvSpPr/>
            <p:nvPr/>
          </p:nvSpPr>
          <p:spPr>
            <a:xfrm>
              <a:off x="3813250" y="3808325"/>
              <a:ext cx="91425" cy="24750"/>
            </a:xfrm>
            <a:custGeom>
              <a:avLst/>
              <a:gdLst/>
              <a:ahLst/>
              <a:cxnLst/>
              <a:rect l="l" t="t" r="r" b="b"/>
              <a:pathLst>
                <a:path w="3657" h="990" extrusionOk="0">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5" name="Google Shape;4245;p29"/>
            <p:cNvSpPr/>
            <p:nvPr/>
          </p:nvSpPr>
          <p:spPr>
            <a:xfrm>
              <a:off x="3729625" y="3808325"/>
              <a:ext cx="107475" cy="244125"/>
            </a:xfrm>
            <a:custGeom>
              <a:avLst/>
              <a:gdLst/>
              <a:ahLst/>
              <a:cxnLst/>
              <a:rect l="l" t="t" r="r" b="b"/>
              <a:pathLst>
                <a:path w="4299" h="9765" extrusionOk="0">
                  <a:moveTo>
                    <a:pt x="0" y="1"/>
                  </a:moveTo>
                  <a:lnTo>
                    <a:pt x="4108" y="9764"/>
                  </a:lnTo>
                  <a:cubicBezTo>
                    <a:pt x="4156" y="9716"/>
                    <a:pt x="4215" y="9681"/>
                    <a:pt x="4298" y="965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6" name="Google Shape;4246;p29"/>
            <p:cNvSpPr/>
            <p:nvPr/>
          </p:nvSpPr>
          <p:spPr>
            <a:xfrm>
              <a:off x="4180275" y="3827875"/>
              <a:ext cx="10150" cy="9700"/>
            </a:xfrm>
            <a:custGeom>
              <a:avLst/>
              <a:gdLst/>
              <a:ahLst/>
              <a:cxnLst/>
              <a:rect l="l" t="t" r="r" b="b"/>
              <a:pathLst>
                <a:path w="406" h="388" extrusionOk="0">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7" name="Google Shape;4247;p29"/>
            <p:cNvSpPr/>
            <p:nvPr/>
          </p:nvSpPr>
          <p:spPr>
            <a:xfrm>
              <a:off x="4124025" y="3808325"/>
              <a:ext cx="19075" cy="15750"/>
            </a:xfrm>
            <a:custGeom>
              <a:avLst/>
              <a:gdLst/>
              <a:ahLst/>
              <a:cxnLst/>
              <a:rect l="l" t="t" r="r" b="b"/>
              <a:pathLst>
                <a:path w="763" h="630" extrusionOk="0">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8" name="Google Shape;4248;p29"/>
            <p:cNvSpPr/>
            <p:nvPr/>
          </p:nvSpPr>
          <p:spPr>
            <a:xfrm>
              <a:off x="3828750" y="4049725"/>
              <a:ext cx="20250" cy="18625"/>
            </a:xfrm>
            <a:custGeom>
              <a:avLst/>
              <a:gdLst/>
              <a:ahLst/>
              <a:cxnLst/>
              <a:rect l="l" t="t" r="r" b="b"/>
              <a:pathLst>
                <a:path w="810" h="745" extrusionOk="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9" name="Google Shape;4249;p29"/>
            <p:cNvSpPr/>
            <p:nvPr/>
          </p:nvSpPr>
          <p:spPr>
            <a:xfrm>
              <a:off x="3903450" y="3823400"/>
              <a:ext cx="11625" cy="11450"/>
            </a:xfrm>
            <a:custGeom>
              <a:avLst/>
              <a:gdLst/>
              <a:ahLst/>
              <a:cxnLst/>
              <a:rect l="l" t="t" r="r" b="b"/>
              <a:pathLst>
                <a:path w="465" h="458" extrusionOk="0">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250" name="Google Shape;4250;p29"/>
          <p:cNvGrpSpPr/>
          <p:nvPr/>
        </p:nvGrpSpPr>
        <p:grpSpPr>
          <a:xfrm rot="10800000" flipH="1">
            <a:off x="-5825" y="2616294"/>
            <a:ext cx="1451646" cy="2527204"/>
            <a:chOff x="1083450" y="1318750"/>
            <a:chExt cx="624525" cy="1087250"/>
          </a:xfrm>
        </p:grpSpPr>
        <p:sp>
          <p:nvSpPr>
            <p:cNvPr id="4251" name="Google Shape;4251;p29"/>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2" name="Google Shape;4252;p29"/>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3" name="Google Shape;4253;p29"/>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4" name="Google Shape;4254;p29"/>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5" name="Google Shape;4255;p29"/>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6" name="Google Shape;4256;p29"/>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7" name="Google Shape;4257;p29"/>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8" name="Google Shape;4258;p29"/>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9" name="Google Shape;4259;p29"/>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0" name="Google Shape;4260;p29"/>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1" name="Google Shape;4261;p29"/>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2" name="Google Shape;4262;p29"/>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3" name="Google Shape;4263;p29"/>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4" name="Google Shape;4264;p29"/>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5" name="Google Shape;4265;p29"/>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6" name="Google Shape;4266;p29"/>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7" name="Google Shape;4267;p29"/>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8" name="Google Shape;4268;p29"/>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9" name="Google Shape;4269;p29"/>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0" name="Google Shape;4270;p29"/>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1" name="Google Shape;4271;p29"/>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2" name="Google Shape;4272;p29"/>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3" name="Google Shape;4273;p29"/>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4" name="Google Shape;4274;p29"/>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5" name="Google Shape;4275;p29"/>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6" name="Google Shape;4276;p29"/>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7" name="Google Shape;4277;p29"/>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8" name="Google Shape;4278;p29"/>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9" name="Google Shape;4279;p29"/>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0" name="Google Shape;4280;p29"/>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1" name="Google Shape;4281;p29"/>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2" name="Google Shape;4282;p29"/>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3" name="Google Shape;4283;p29"/>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4" name="Google Shape;4284;p29"/>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5" name="Google Shape;4285;p29"/>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6" name="Google Shape;4286;p29"/>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7" name="Google Shape;4287;p29"/>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288" name="Google Shape;4288;p29"/>
          <p:cNvGrpSpPr/>
          <p:nvPr/>
        </p:nvGrpSpPr>
        <p:grpSpPr>
          <a:xfrm rot="10800000">
            <a:off x="7698175" y="2616294"/>
            <a:ext cx="1451646" cy="2527204"/>
            <a:chOff x="1083450" y="1318750"/>
            <a:chExt cx="624525" cy="1087250"/>
          </a:xfrm>
        </p:grpSpPr>
        <p:sp>
          <p:nvSpPr>
            <p:cNvPr id="4289" name="Google Shape;4289;p29"/>
            <p:cNvSpPr/>
            <p:nvPr/>
          </p:nvSpPr>
          <p:spPr>
            <a:xfrm>
              <a:off x="1083450" y="2340600"/>
              <a:ext cx="215525" cy="50325"/>
            </a:xfrm>
            <a:custGeom>
              <a:avLst/>
              <a:gdLst/>
              <a:ahLst/>
              <a:cxnLst/>
              <a:rect l="l" t="t" r="r" b="b"/>
              <a:pathLst>
                <a:path w="8621" h="2013" extrusionOk="0">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0" name="Google Shape;4290;p29"/>
            <p:cNvSpPr/>
            <p:nvPr/>
          </p:nvSpPr>
          <p:spPr>
            <a:xfrm>
              <a:off x="1083450" y="2130450"/>
              <a:ext cx="25" cy="25"/>
            </a:xfrm>
            <a:custGeom>
              <a:avLst/>
              <a:gdLst/>
              <a:ahLst/>
              <a:cxnLst/>
              <a:rect l="l" t="t" r="r" b="b"/>
              <a:pathLst>
                <a:path w="1" h="1" extrusionOk="0">
                  <a:moveTo>
                    <a:pt x="1" y="1"/>
                  </a:moveTo>
                  <a:lnTo>
                    <a:pt x="1" y="1"/>
                  </a:lnTo>
                  <a:lnTo>
                    <a:pt x="1"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1" name="Google Shape;4291;p29"/>
            <p:cNvSpPr/>
            <p:nvPr/>
          </p:nvSpPr>
          <p:spPr>
            <a:xfrm>
              <a:off x="1083450" y="1806900"/>
              <a:ext cx="20275" cy="7475"/>
            </a:xfrm>
            <a:custGeom>
              <a:avLst/>
              <a:gdLst/>
              <a:ahLst/>
              <a:cxnLst/>
              <a:rect l="l" t="t" r="r" b="b"/>
              <a:pathLst>
                <a:path w="811" h="299" extrusionOk="0">
                  <a:moveTo>
                    <a:pt x="703" y="0"/>
                  </a:moveTo>
                  <a:lnTo>
                    <a:pt x="1" y="24"/>
                  </a:lnTo>
                  <a:lnTo>
                    <a:pt x="1" y="298"/>
                  </a:lnTo>
                  <a:lnTo>
                    <a:pt x="810" y="274"/>
                  </a:lnTo>
                  <a:lnTo>
                    <a:pt x="7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2" name="Google Shape;4292;p29"/>
            <p:cNvSpPr/>
            <p:nvPr/>
          </p:nvSpPr>
          <p:spPr>
            <a:xfrm>
              <a:off x="1108150" y="1802425"/>
              <a:ext cx="180125" cy="11350"/>
            </a:xfrm>
            <a:custGeom>
              <a:avLst/>
              <a:gdLst/>
              <a:ahLst/>
              <a:cxnLst/>
              <a:rect l="l" t="t" r="r" b="b"/>
              <a:pathLst>
                <a:path w="7205" h="454" extrusionOk="0">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3" name="Google Shape;4293;p29"/>
            <p:cNvSpPr/>
            <p:nvPr/>
          </p:nvSpPr>
          <p:spPr>
            <a:xfrm>
              <a:off x="1194475" y="2040550"/>
              <a:ext cx="2425" cy="3600"/>
            </a:xfrm>
            <a:custGeom>
              <a:avLst/>
              <a:gdLst/>
              <a:ahLst/>
              <a:cxnLst/>
              <a:rect l="l" t="t" r="r" b="b"/>
              <a:pathLst>
                <a:path w="97" h="144" extrusionOk="0">
                  <a:moveTo>
                    <a:pt x="84" y="1"/>
                  </a:moveTo>
                  <a:lnTo>
                    <a:pt x="1" y="48"/>
                  </a:lnTo>
                  <a:lnTo>
                    <a:pt x="25" y="144"/>
                  </a:lnTo>
                  <a:cubicBezTo>
                    <a:pt x="72" y="108"/>
                    <a:pt x="96" y="48"/>
                    <a:pt x="84"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4" name="Google Shape;4294;p29"/>
            <p:cNvSpPr/>
            <p:nvPr/>
          </p:nvSpPr>
          <p:spPr>
            <a:xfrm>
              <a:off x="1083450" y="1741425"/>
              <a:ext cx="98250" cy="261650"/>
            </a:xfrm>
            <a:custGeom>
              <a:avLst/>
              <a:gdLst/>
              <a:ahLst/>
              <a:cxnLst/>
              <a:rect l="l" t="t" r="r" b="b"/>
              <a:pathLst>
                <a:path w="3930" h="10466" extrusionOk="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5" name="Google Shape;4295;p29"/>
            <p:cNvSpPr/>
            <p:nvPr/>
          </p:nvSpPr>
          <p:spPr>
            <a:xfrm>
              <a:off x="1113525" y="2178975"/>
              <a:ext cx="193200" cy="201825"/>
            </a:xfrm>
            <a:custGeom>
              <a:avLst/>
              <a:gdLst/>
              <a:ahLst/>
              <a:cxnLst/>
              <a:rect l="l" t="t" r="r" b="b"/>
              <a:pathLst>
                <a:path w="7728" h="8073" extrusionOk="0">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6" name="Google Shape;4296;p29"/>
            <p:cNvSpPr/>
            <p:nvPr/>
          </p:nvSpPr>
          <p:spPr>
            <a:xfrm>
              <a:off x="1187625" y="2041750"/>
              <a:ext cx="121175" cy="334600"/>
            </a:xfrm>
            <a:custGeom>
              <a:avLst/>
              <a:gdLst/>
              <a:ahLst/>
              <a:cxnLst/>
              <a:rect l="l" t="t" r="r" b="b"/>
              <a:pathLst>
                <a:path w="4847" h="13384" extrusionOk="0">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7" name="Google Shape;4297;p29"/>
            <p:cNvSpPr/>
            <p:nvPr/>
          </p:nvSpPr>
          <p:spPr>
            <a:xfrm>
              <a:off x="1188525" y="1816725"/>
              <a:ext cx="109275" cy="186650"/>
            </a:xfrm>
            <a:custGeom>
              <a:avLst/>
              <a:gdLst/>
              <a:ahLst/>
              <a:cxnLst/>
              <a:rect l="l" t="t" r="r" b="b"/>
              <a:pathLst>
                <a:path w="4371" h="7466" extrusionOk="0">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8" name="Google Shape;4298;p29"/>
            <p:cNvSpPr/>
            <p:nvPr/>
          </p:nvSpPr>
          <p:spPr>
            <a:xfrm>
              <a:off x="1113225" y="2036700"/>
              <a:ext cx="60750" cy="102100"/>
            </a:xfrm>
            <a:custGeom>
              <a:avLst/>
              <a:gdLst/>
              <a:ahLst/>
              <a:cxnLst/>
              <a:rect l="l" t="t" r="r" b="b"/>
              <a:pathLst>
                <a:path w="2430" h="4084" extrusionOk="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9" name="Google Shape;4299;p29"/>
            <p:cNvSpPr/>
            <p:nvPr/>
          </p:nvSpPr>
          <p:spPr>
            <a:xfrm>
              <a:off x="1299250" y="1820900"/>
              <a:ext cx="16700" cy="554550"/>
            </a:xfrm>
            <a:custGeom>
              <a:avLst/>
              <a:gdLst/>
              <a:ahLst/>
              <a:cxnLst/>
              <a:rect l="l" t="t" r="r" b="b"/>
              <a:pathLst>
                <a:path w="668" h="22182" extrusionOk="0">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0" name="Google Shape;4300;p29"/>
            <p:cNvSpPr/>
            <p:nvPr/>
          </p:nvSpPr>
          <p:spPr>
            <a:xfrm>
              <a:off x="1293600" y="1501500"/>
              <a:ext cx="11925" cy="289650"/>
            </a:xfrm>
            <a:custGeom>
              <a:avLst/>
              <a:gdLst/>
              <a:ahLst/>
              <a:cxnLst/>
              <a:rect l="l" t="t" r="r" b="b"/>
              <a:pathLst>
                <a:path w="477" h="11586" extrusionOk="0">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1" name="Google Shape;4301;p29"/>
            <p:cNvSpPr/>
            <p:nvPr/>
          </p:nvSpPr>
          <p:spPr>
            <a:xfrm>
              <a:off x="1418325" y="1523825"/>
              <a:ext cx="47050" cy="166425"/>
            </a:xfrm>
            <a:custGeom>
              <a:avLst/>
              <a:gdLst/>
              <a:ahLst/>
              <a:cxnLst/>
              <a:rect l="l" t="t" r="r" b="b"/>
              <a:pathLst>
                <a:path w="1882" h="6657" extrusionOk="0">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2" name="Google Shape;4302;p29"/>
            <p:cNvSpPr/>
            <p:nvPr/>
          </p:nvSpPr>
          <p:spPr>
            <a:xfrm>
              <a:off x="1083450" y="1458350"/>
              <a:ext cx="203625" cy="33050"/>
            </a:xfrm>
            <a:custGeom>
              <a:avLst/>
              <a:gdLst/>
              <a:ahLst/>
              <a:cxnLst/>
              <a:rect l="l" t="t" r="r" b="b"/>
              <a:pathLst>
                <a:path w="8145" h="1322" extrusionOk="0">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3" name="Google Shape;4303;p29"/>
            <p:cNvSpPr/>
            <p:nvPr/>
          </p:nvSpPr>
          <p:spPr>
            <a:xfrm>
              <a:off x="1291825" y="1342550"/>
              <a:ext cx="8050" cy="136050"/>
            </a:xfrm>
            <a:custGeom>
              <a:avLst/>
              <a:gdLst/>
              <a:ahLst/>
              <a:cxnLst/>
              <a:rect l="l" t="t" r="r" b="b"/>
              <a:pathLst>
                <a:path w="322" h="5442" extrusionOk="0">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4" name="Google Shape;4304;p29"/>
            <p:cNvSpPr/>
            <p:nvPr/>
          </p:nvSpPr>
          <p:spPr>
            <a:xfrm>
              <a:off x="1688000" y="1544675"/>
              <a:ext cx="25" cy="25"/>
            </a:xfrm>
            <a:custGeom>
              <a:avLst/>
              <a:gdLst/>
              <a:ahLst/>
              <a:cxnLst/>
              <a:rect l="l" t="t" r="r" b="b"/>
              <a:pathLst>
                <a:path w="1" h="1" extrusionOk="0">
                  <a:moveTo>
                    <a:pt x="0" y="0"/>
                  </a:moveTo>
                  <a:lnTo>
                    <a:pt x="0"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5" name="Google Shape;4305;p29"/>
            <p:cNvSpPr/>
            <p:nvPr/>
          </p:nvSpPr>
          <p:spPr>
            <a:xfrm>
              <a:off x="1309675" y="1487525"/>
              <a:ext cx="94675" cy="19650"/>
            </a:xfrm>
            <a:custGeom>
              <a:avLst/>
              <a:gdLst/>
              <a:ahLst/>
              <a:cxnLst/>
              <a:rect l="l" t="t" r="r" b="b"/>
              <a:pathLst>
                <a:path w="3787" h="786" extrusionOk="0">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6" name="Google Shape;4306;p29"/>
            <p:cNvSpPr/>
            <p:nvPr/>
          </p:nvSpPr>
          <p:spPr>
            <a:xfrm>
              <a:off x="1687700" y="15458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7" name="Google Shape;4307;p29"/>
            <p:cNvSpPr/>
            <p:nvPr/>
          </p:nvSpPr>
          <p:spPr>
            <a:xfrm>
              <a:off x="1430825" y="1504475"/>
              <a:ext cx="247675" cy="41700"/>
            </a:xfrm>
            <a:custGeom>
              <a:avLst/>
              <a:gdLst/>
              <a:ahLst/>
              <a:cxnLst/>
              <a:rect l="l" t="t" r="r" b="b"/>
              <a:pathLst>
                <a:path w="9907" h="1668" extrusionOk="0">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8" name="Google Shape;4308;p29"/>
            <p:cNvSpPr/>
            <p:nvPr/>
          </p:nvSpPr>
          <p:spPr>
            <a:xfrm>
              <a:off x="1687100" y="1546450"/>
              <a:ext cx="25" cy="625"/>
            </a:xfrm>
            <a:custGeom>
              <a:avLst/>
              <a:gdLst/>
              <a:ahLst/>
              <a:cxnLst/>
              <a:rect l="l" t="t" r="r" b="b"/>
              <a:pathLst>
                <a:path w="1" h="25" extrusionOk="0">
                  <a:moveTo>
                    <a:pt x="1" y="24"/>
                  </a:moveTo>
                  <a:lnTo>
                    <a:pt x="1" y="24"/>
                  </a:lnTo>
                  <a:cubicBezTo>
                    <a:pt x="1" y="1"/>
                    <a:pt x="1" y="24"/>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9" name="Google Shape;4309;p29"/>
            <p:cNvSpPr/>
            <p:nvPr/>
          </p:nvSpPr>
          <p:spPr>
            <a:xfrm>
              <a:off x="1687700" y="1545550"/>
              <a:ext cx="25" cy="25"/>
            </a:xfrm>
            <a:custGeom>
              <a:avLst/>
              <a:gdLst/>
              <a:ahLst/>
              <a:cxnLst/>
              <a:rect l="l" t="t" r="r" b="b"/>
              <a:pathLst>
                <a:path w="1" h="1" extrusionOk="0">
                  <a:moveTo>
                    <a:pt x="0" y="1"/>
                  </a:moveTo>
                  <a:lnTo>
                    <a:pt x="0" y="1"/>
                  </a:lnTo>
                  <a:lnTo>
                    <a:pt x="0"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0" name="Google Shape;4310;p29"/>
            <p:cNvSpPr/>
            <p:nvPr/>
          </p:nvSpPr>
          <p:spPr>
            <a:xfrm>
              <a:off x="1476075" y="1544675"/>
              <a:ext cx="211050" cy="154800"/>
            </a:xfrm>
            <a:custGeom>
              <a:avLst/>
              <a:gdLst/>
              <a:ahLst/>
              <a:cxnLst/>
              <a:rect l="l" t="t" r="r" b="b"/>
              <a:pathLst>
                <a:path w="8442" h="6192" extrusionOk="0">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1" name="Google Shape;4311;p29"/>
            <p:cNvSpPr/>
            <p:nvPr/>
          </p:nvSpPr>
          <p:spPr>
            <a:xfrm>
              <a:off x="1688000" y="1544675"/>
              <a:ext cx="25" cy="325"/>
            </a:xfrm>
            <a:custGeom>
              <a:avLst/>
              <a:gdLst/>
              <a:ahLst/>
              <a:cxnLst/>
              <a:rect l="l" t="t" r="r" b="b"/>
              <a:pathLst>
                <a:path w="1" h="13" extrusionOk="0">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2" name="Google Shape;4312;p29"/>
            <p:cNvSpPr/>
            <p:nvPr/>
          </p:nvSpPr>
          <p:spPr>
            <a:xfrm>
              <a:off x="1681750" y="1319350"/>
              <a:ext cx="26225" cy="225050"/>
            </a:xfrm>
            <a:custGeom>
              <a:avLst/>
              <a:gdLst/>
              <a:ahLst/>
              <a:cxnLst/>
              <a:rect l="l" t="t" r="r" b="b"/>
              <a:pathLst>
                <a:path w="1049" h="9002" extrusionOk="0">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3" name="Google Shape;4313;p29"/>
            <p:cNvSpPr/>
            <p:nvPr/>
          </p:nvSpPr>
          <p:spPr>
            <a:xfrm>
              <a:off x="1687100" y="1546450"/>
              <a:ext cx="25" cy="625"/>
            </a:xfrm>
            <a:custGeom>
              <a:avLst/>
              <a:gdLst/>
              <a:ahLst/>
              <a:cxnLst/>
              <a:rect l="l" t="t" r="r" b="b"/>
              <a:pathLst>
                <a:path w="1" h="25" extrusionOk="0">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4" name="Google Shape;4314;p29"/>
            <p:cNvSpPr/>
            <p:nvPr/>
          </p:nvSpPr>
          <p:spPr>
            <a:xfrm>
              <a:off x="1684125" y="1547650"/>
              <a:ext cx="625" cy="25"/>
            </a:xfrm>
            <a:custGeom>
              <a:avLst/>
              <a:gdLst/>
              <a:ahLst/>
              <a:cxnLst/>
              <a:rect l="l" t="t" r="r" b="b"/>
              <a:pathLst>
                <a:path w="25" h="1" extrusionOk="0">
                  <a:moveTo>
                    <a:pt x="24" y="0"/>
                  </a:moveTo>
                  <a:lnTo>
                    <a:pt x="1" y="0"/>
                  </a:lnTo>
                  <a:lnTo>
                    <a:pt x="24" y="0"/>
                  </a:lnTo>
                  <a:cubicBezTo>
                    <a:pt x="12" y="0"/>
                    <a:pt x="24" y="0"/>
                    <a:pt x="24" y="0"/>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5" name="Google Shape;4315;p29"/>
            <p:cNvSpPr/>
            <p:nvPr/>
          </p:nvSpPr>
          <p:spPr>
            <a:xfrm>
              <a:off x="1687700" y="1545550"/>
              <a:ext cx="25" cy="325"/>
            </a:xfrm>
            <a:custGeom>
              <a:avLst/>
              <a:gdLst/>
              <a:ahLst/>
              <a:cxnLst/>
              <a:rect l="l" t="t" r="r" b="b"/>
              <a:pathLst>
                <a:path w="1" h="13" extrusionOk="0">
                  <a:moveTo>
                    <a:pt x="0" y="13"/>
                  </a:moveTo>
                  <a:lnTo>
                    <a:pt x="0" y="13"/>
                  </a:lnTo>
                  <a:lnTo>
                    <a:pt x="0" y="13"/>
                  </a:lnTo>
                  <a:cubicBezTo>
                    <a:pt x="0" y="1"/>
                    <a:pt x="0" y="1"/>
                    <a:pt x="0" y="13"/>
                  </a:cubicBez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6" name="Google Shape;4316;p29"/>
            <p:cNvSpPr/>
            <p:nvPr/>
          </p:nvSpPr>
          <p:spPr>
            <a:xfrm>
              <a:off x="1684725" y="1547650"/>
              <a:ext cx="25" cy="25"/>
            </a:xfrm>
            <a:custGeom>
              <a:avLst/>
              <a:gdLst/>
              <a:ahLst/>
              <a:cxnLst/>
              <a:rect l="l" t="t" r="r" b="b"/>
              <a:pathLst>
                <a:path w="1" h="1" extrusionOk="0">
                  <a:moveTo>
                    <a:pt x="0" y="0"/>
                  </a:move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7" name="Google Shape;4317;p29"/>
            <p:cNvSpPr/>
            <p:nvPr/>
          </p:nvSpPr>
          <p:spPr>
            <a:xfrm>
              <a:off x="1323375" y="1333625"/>
              <a:ext cx="364650" cy="214350"/>
            </a:xfrm>
            <a:custGeom>
              <a:avLst/>
              <a:gdLst/>
              <a:ahLst/>
              <a:cxnLst/>
              <a:rect l="l" t="t" r="r" b="b"/>
              <a:pathLst>
                <a:path w="14586" h="8574" extrusionOk="0">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8" name="Google Shape;4318;p29"/>
            <p:cNvSpPr/>
            <p:nvPr/>
          </p:nvSpPr>
          <p:spPr>
            <a:xfrm>
              <a:off x="1273950" y="1318750"/>
              <a:ext cx="60750" cy="26600"/>
            </a:xfrm>
            <a:custGeom>
              <a:avLst/>
              <a:gdLst/>
              <a:ahLst/>
              <a:cxnLst/>
              <a:rect l="l" t="t" r="r" b="b"/>
              <a:pathLst>
                <a:path w="2430" h="1064" extrusionOk="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9" name="Google Shape;4319;p29"/>
            <p:cNvSpPr/>
            <p:nvPr/>
          </p:nvSpPr>
          <p:spPr>
            <a:xfrm>
              <a:off x="1159350" y="2001350"/>
              <a:ext cx="50050" cy="42850"/>
            </a:xfrm>
            <a:custGeom>
              <a:avLst/>
              <a:gdLst/>
              <a:ahLst/>
              <a:cxnLst/>
              <a:rect l="l" t="t" r="r" b="b"/>
              <a:pathLst>
                <a:path w="2002" h="1714" extrusionOk="0">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0" name="Google Shape;4320;p29"/>
            <p:cNvSpPr/>
            <p:nvPr/>
          </p:nvSpPr>
          <p:spPr>
            <a:xfrm>
              <a:off x="1083450" y="2128475"/>
              <a:ext cx="44675" cy="61325"/>
            </a:xfrm>
            <a:custGeom>
              <a:avLst/>
              <a:gdLst/>
              <a:ahLst/>
              <a:cxnLst/>
              <a:rect l="l" t="t" r="r" b="b"/>
              <a:pathLst>
                <a:path w="1787" h="2453" extrusionOk="0">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1" name="Google Shape;4321;p29"/>
            <p:cNvSpPr/>
            <p:nvPr/>
          </p:nvSpPr>
          <p:spPr>
            <a:xfrm>
              <a:off x="1288250" y="1790575"/>
              <a:ext cx="32175" cy="31125"/>
            </a:xfrm>
            <a:custGeom>
              <a:avLst/>
              <a:gdLst/>
              <a:ahLst/>
              <a:cxnLst/>
              <a:rect l="l" t="t" r="r" b="b"/>
              <a:pathLst>
                <a:path w="1287" h="1245" extrusionOk="0">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2" name="Google Shape;4322;p29"/>
            <p:cNvSpPr/>
            <p:nvPr/>
          </p:nvSpPr>
          <p:spPr>
            <a:xfrm>
              <a:off x="1297475" y="2375200"/>
              <a:ext cx="32775" cy="30800"/>
            </a:xfrm>
            <a:custGeom>
              <a:avLst/>
              <a:gdLst/>
              <a:ahLst/>
              <a:cxnLst/>
              <a:rect l="l" t="t" r="r" b="b"/>
              <a:pathLst>
                <a:path w="1311" h="1232" extrusionOk="0">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3" name="Google Shape;4323;p29"/>
            <p:cNvSpPr/>
            <p:nvPr/>
          </p:nvSpPr>
          <p:spPr>
            <a:xfrm>
              <a:off x="1445100" y="1689025"/>
              <a:ext cx="39025" cy="34575"/>
            </a:xfrm>
            <a:custGeom>
              <a:avLst/>
              <a:gdLst/>
              <a:ahLst/>
              <a:cxnLst/>
              <a:rect l="l" t="t" r="r" b="b"/>
              <a:pathLst>
                <a:path w="1561" h="1383" extrusionOk="0">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4" name="Google Shape;4324;p29"/>
            <p:cNvSpPr/>
            <p:nvPr/>
          </p:nvSpPr>
          <p:spPr>
            <a:xfrm>
              <a:off x="1285875" y="1477700"/>
              <a:ext cx="24725" cy="24425"/>
            </a:xfrm>
            <a:custGeom>
              <a:avLst/>
              <a:gdLst/>
              <a:ahLst/>
              <a:cxnLst/>
              <a:rect l="l" t="t" r="r" b="b"/>
              <a:pathLst>
                <a:path w="989" h="977" extrusionOk="0">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5" name="Google Shape;4325;p29"/>
            <p:cNvSpPr/>
            <p:nvPr/>
          </p:nvSpPr>
          <p:spPr>
            <a:xfrm>
              <a:off x="1400175" y="1494100"/>
              <a:ext cx="32750" cy="31300"/>
            </a:xfrm>
            <a:custGeom>
              <a:avLst/>
              <a:gdLst/>
              <a:ahLst/>
              <a:cxnLst/>
              <a:rect l="l" t="t" r="r" b="b"/>
              <a:pathLst>
                <a:path w="1310" h="1252" extrusionOk="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9F9F9"/>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1pPr>
            <a:lvl2pPr lvl="1"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2pPr>
            <a:lvl3pPr lvl="2"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3pPr>
            <a:lvl4pPr lvl="3"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4pPr>
            <a:lvl5pPr lvl="4"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5pPr>
            <a:lvl6pPr lvl="5"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6pPr>
            <a:lvl7pPr lvl="6"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7pPr>
            <a:lvl8pPr lvl="7"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8pPr>
            <a:lvl9pPr lvl="8" algn="ctr" rtl="0">
              <a:spcBef>
                <a:spcPts val="0"/>
              </a:spcBef>
              <a:spcAft>
                <a:spcPts val="0"/>
              </a:spcAft>
              <a:buClr>
                <a:schemeClr val="lt2"/>
              </a:buClr>
              <a:buSzPts val="3500"/>
              <a:buFont typeface="Black Han Sans"/>
              <a:buNone/>
              <a:defRPr sz="3500">
                <a:solidFill>
                  <a:schemeClr val="lt2"/>
                </a:solidFill>
                <a:latin typeface="Black Han Sans"/>
                <a:ea typeface="Black Han Sans"/>
                <a:cs typeface="Black Han Sans"/>
                <a:sym typeface="Black Han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30200">
              <a:lnSpc>
                <a:spcPct val="115000"/>
              </a:lnSpc>
              <a:spcBef>
                <a:spcPts val="0"/>
              </a:spcBef>
              <a:spcAft>
                <a:spcPts val="0"/>
              </a:spcAft>
              <a:buClr>
                <a:schemeClr val="dk1"/>
              </a:buClr>
              <a:buSzPts val="1600"/>
              <a:buFont typeface="ABeeZee"/>
              <a:buChar char="●"/>
              <a:defRPr sz="1600">
                <a:solidFill>
                  <a:schemeClr val="dk1"/>
                </a:solidFill>
                <a:latin typeface="ABeeZee"/>
                <a:ea typeface="ABeeZee"/>
                <a:cs typeface="ABeeZee"/>
                <a:sym typeface="ABeeZee"/>
              </a:defRPr>
            </a:lvl1pPr>
            <a:lvl2pPr marL="914400" lvl="1" indent="-330200">
              <a:lnSpc>
                <a:spcPct val="115000"/>
              </a:lnSpc>
              <a:spcBef>
                <a:spcPts val="1600"/>
              </a:spcBef>
              <a:spcAft>
                <a:spcPts val="0"/>
              </a:spcAft>
              <a:buClr>
                <a:schemeClr val="dk1"/>
              </a:buClr>
              <a:buSzPts val="1600"/>
              <a:buFont typeface="ABeeZee"/>
              <a:buChar char="○"/>
              <a:defRPr sz="1600">
                <a:solidFill>
                  <a:schemeClr val="dk1"/>
                </a:solidFill>
                <a:latin typeface="ABeeZee"/>
                <a:ea typeface="ABeeZee"/>
                <a:cs typeface="ABeeZee"/>
                <a:sym typeface="ABeeZee"/>
              </a:defRPr>
            </a:lvl2pPr>
            <a:lvl3pPr marL="1371600" lvl="2" indent="-330200">
              <a:lnSpc>
                <a:spcPct val="115000"/>
              </a:lnSpc>
              <a:spcBef>
                <a:spcPts val="1600"/>
              </a:spcBef>
              <a:spcAft>
                <a:spcPts val="0"/>
              </a:spcAft>
              <a:buClr>
                <a:schemeClr val="dk1"/>
              </a:buClr>
              <a:buSzPts val="1600"/>
              <a:buFont typeface="ABeeZee"/>
              <a:buChar char="■"/>
              <a:defRPr sz="1600">
                <a:solidFill>
                  <a:schemeClr val="dk1"/>
                </a:solidFill>
                <a:latin typeface="ABeeZee"/>
                <a:ea typeface="ABeeZee"/>
                <a:cs typeface="ABeeZee"/>
                <a:sym typeface="ABeeZee"/>
              </a:defRPr>
            </a:lvl3pPr>
            <a:lvl4pPr marL="1828800" lvl="3" indent="-330200">
              <a:lnSpc>
                <a:spcPct val="115000"/>
              </a:lnSpc>
              <a:spcBef>
                <a:spcPts val="1600"/>
              </a:spcBef>
              <a:spcAft>
                <a:spcPts val="0"/>
              </a:spcAft>
              <a:buClr>
                <a:schemeClr val="dk1"/>
              </a:buClr>
              <a:buSzPts val="1600"/>
              <a:buFont typeface="ABeeZee"/>
              <a:buChar char="●"/>
              <a:defRPr sz="1600">
                <a:solidFill>
                  <a:schemeClr val="dk1"/>
                </a:solidFill>
                <a:latin typeface="ABeeZee"/>
                <a:ea typeface="ABeeZee"/>
                <a:cs typeface="ABeeZee"/>
                <a:sym typeface="ABeeZee"/>
              </a:defRPr>
            </a:lvl4pPr>
            <a:lvl5pPr marL="2286000" lvl="4" indent="-330200">
              <a:lnSpc>
                <a:spcPct val="115000"/>
              </a:lnSpc>
              <a:spcBef>
                <a:spcPts val="1600"/>
              </a:spcBef>
              <a:spcAft>
                <a:spcPts val="0"/>
              </a:spcAft>
              <a:buClr>
                <a:schemeClr val="dk1"/>
              </a:buClr>
              <a:buSzPts val="1600"/>
              <a:buFont typeface="ABeeZee"/>
              <a:buChar char="○"/>
              <a:defRPr sz="1600">
                <a:solidFill>
                  <a:schemeClr val="dk1"/>
                </a:solidFill>
                <a:latin typeface="ABeeZee"/>
                <a:ea typeface="ABeeZee"/>
                <a:cs typeface="ABeeZee"/>
                <a:sym typeface="ABeeZee"/>
              </a:defRPr>
            </a:lvl5pPr>
            <a:lvl6pPr marL="2743200" lvl="5" indent="-330200">
              <a:lnSpc>
                <a:spcPct val="115000"/>
              </a:lnSpc>
              <a:spcBef>
                <a:spcPts val="1600"/>
              </a:spcBef>
              <a:spcAft>
                <a:spcPts val="0"/>
              </a:spcAft>
              <a:buClr>
                <a:schemeClr val="dk1"/>
              </a:buClr>
              <a:buSzPts val="1600"/>
              <a:buFont typeface="ABeeZee"/>
              <a:buChar char="■"/>
              <a:defRPr sz="1600">
                <a:solidFill>
                  <a:schemeClr val="dk1"/>
                </a:solidFill>
                <a:latin typeface="ABeeZee"/>
                <a:ea typeface="ABeeZee"/>
                <a:cs typeface="ABeeZee"/>
                <a:sym typeface="ABeeZee"/>
              </a:defRPr>
            </a:lvl6pPr>
            <a:lvl7pPr marL="3200400" lvl="6" indent="-330200">
              <a:lnSpc>
                <a:spcPct val="115000"/>
              </a:lnSpc>
              <a:spcBef>
                <a:spcPts val="1600"/>
              </a:spcBef>
              <a:spcAft>
                <a:spcPts val="0"/>
              </a:spcAft>
              <a:buClr>
                <a:schemeClr val="dk1"/>
              </a:buClr>
              <a:buSzPts val="1600"/>
              <a:buFont typeface="ABeeZee"/>
              <a:buChar char="●"/>
              <a:defRPr sz="1600">
                <a:solidFill>
                  <a:schemeClr val="dk1"/>
                </a:solidFill>
                <a:latin typeface="ABeeZee"/>
                <a:ea typeface="ABeeZee"/>
                <a:cs typeface="ABeeZee"/>
                <a:sym typeface="ABeeZee"/>
              </a:defRPr>
            </a:lvl7pPr>
            <a:lvl8pPr marL="3657600" lvl="7" indent="-330200">
              <a:lnSpc>
                <a:spcPct val="115000"/>
              </a:lnSpc>
              <a:spcBef>
                <a:spcPts val="1600"/>
              </a:spcBef>
              <a:spcAft>
                <a:spcPts val="0"/>
              </a:spcAft>
              <a:buClr>
                <a:schemeClr val="dk1"/>
              </a:buClr>
              <a:buSzPts val="1600"/>
              <a:buFont typeface="ABeeZee"/>
              <a:buChar char="○"/>
              <a:defRPr sz="1600">
                <a:solidFill>
                  <a:schemeClr val="dk1"/>
                </a:solidFill>
                <a:latin typeface="ABeeZee"/>
                <a:ea typeface="ABeeZee"/>
                <a:cs typeface="ABeeZee"/>
                <a:sym typeface="ABeeZee"/>
              </a:defRPr>
            </a:lvl8pPr>
            <a:lvl9pPr marL="4114800" lvl="8" indent="-330200">
              <a:lnSpc>
                <a:spcPct val="115000"/>
              </a:lnSpc>
              <a:spcBef>
                <a:spcPts val="1600"/>
              </a:spcBef>
              <a:spcAft>
                <a:spcPts val="1600"/>
              </a:spcAft>
              <a:buClr>
                <a:schemeClr val="dk1"/>
              </a:buClr>
              <a:buSzPts val="1600"/>
              <a:buFont typeface="ABeeZee"/>
              <a:buChar char="■"/>
              <a:defRPr sz="1600">
                <a:solidFill>
                  <a:schemeClr val="dk1"/>
                </a:solidFill>
                <a:latin typeface="ABeeZee"/>
                <a:ea typeface="ABeeZee"/>
                <a:cs typeface="ABeeZee"/>
                <a:sym typeface="ABeeZe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8" r:id="rId4"/>
    <p:sldLayoutId id="2147483659" r:id="rId5"/>
    <p:sldLayoutId id="2147483660" r:id="rId6"/>
    <p:sldLayoutId id="2147483661" r:id="rId7"/>
    <p:sldLayoutId id="2147483662" r:id="rId8"/>
    <p:sldLayoutId id="2147483665" r:id="rId9"/>
    <p:sldLayoutId id="2147483666" r:id="rId10"/>
    <p:sldLayoutId id="2147483674" r:id="rId11"/>
    <p:sldLayoutId id="2147483675"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5"/>
        <p:cNvGrpSpPr/>
        <p:nvPr/>
      </p:nvGrpSpPr>
      <p:grpSpPr>
        <a:xfrm>
          <a:off x="0" y="0"/>
          <a:ext cx="0" cy="0"/>
          <a:chOff x="0" y="0"/>
          <a:chExt cx="0" cy="0"/>
        </a:xfrm>
      </p:grpSpPr>
      <p:sp>
        <p:nvSpPr>
          <p:cNvPr id="4336" name="Google Shape;4336;p33"/>
          <p:cNvSpPr txBox="1">
            <a:spLocks noGrp="1"/>
          </p:cNvSpPr>
          <p:nvPr>
            <p:ph type="ctrTitle"/>
          </p:nvPr>
        </p:nvSpPr>
        <p:spPr>
          <a:xfrm>
            <a:off x="3661440" y="1337100"/>
            <a:ext cx="5221302" cy="24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t>Chap.6 Frequent Itemsets</a:t>
            </a:r>
            <a:br>
              <a:rPr lang="en-US" sz="3000" dirty="0"/>
            </a:br>
            <a:r>
              <a:rPr lang="en-US" sz="3000" dirty="0"/>
              <a:t>-</a:t>
            </a:r>
            <a:br>
              <a:rPr lang="en-US" sz="3000" dirty="0"/>
            </a:br>
            <a:r>
              <a:rPr lang="en-US" sz="3000" dirty="0"/>
              <a:t>Market Baskets and the A-Priori Algorithm</a:t>
            </a:r>
            <a:endParaRPr lang="fr-FR" sz="3000" dirty="0"/>
          </a:p>
        </p:txBody>
      </p:sp>
      <p:sp>
        <p:nvSpPr>
          <p:cNvPr id="4337" name="Google Shape;4337;p33"/>
          <p:cNvSpPr txBox="1">
            <a:spLocks noGrp="1"/>
          </p:cNvSpPr>
          <p:nvPr>
            <p:ph type="subTitle" idx="1"/>
          </p:nvPr>
        </p:nvSpPr>
        <p:spPr>
          <a:xfrm>
            <a:off x="2147250" y="4371757"/>
            <a:ext cx="48495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Mathis Merle</a:t>
            </a:r>
            <a:endParaRPr dirty="0"/>
          </a:p>
        </p:txBody>
      </p:sp>
      <p:pic>
        <p:nvPicPr>
          <p:cNvPr id="4338" name="Google Shape;4338;p33"/>
          <p:cNvPicPr preferRelativeResize="0"/>
          <p:nvPr/>
        </p:nvPicPr>
        <p:blipFill rotWithShape="1">
          <a:blip r:embed="rId3"/>
          <a:srcRect l="26717" r="26717"/>
          <a:stretch/>
        </p:blipFill>
        <p:spPr>
          <a:xfrm>
            <a:off x="735794" y="1361458"/>
            <a:ext cx="2539800" cy="2537700"/>
          </a:xfrm>
          <a:prstGeom prst="ellipse">
            <a:avLst/>
          </a:prstGeom>
          <a:noFill/>
          <a:ln>
            <a:noFill/>
          </a:ln>
        </p:spPr>
      </p:pic>
      <p:sp>
        <p:nvSpPr>
          <p:cNvPr id="4339" name="Google Shape;4339;p33"/>
          <p:cNvSpPr/>
          <p:nvPr/>
        </p:nvSpPr>
        <p:spPr>
          <a:xfrm>
            <a:off x="654831" y="1206458"/>
            <a:ext cx="2807100" cy="2807100"/>
          </a:xfrm>
          <a:prstGeom prst="arc">
            <a:avLst>
              <a:gd name="adj1" fmla="val 16200000"/>
              <a:gd name="adj2" fmla="val 0"/>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49"/>
        <p:cNvGrpSpPr/>
        <p:nvPr/>
      </p:nvGrpSpPr>
      <p:grpSpPr>
        <a:xfrm>
          <a:off x="0" y="0"/>
          <a:ext cx="0" cy="0"/>
          <a:chOff x="0" y="0"/>
          <a:chExt cx="0" cy="0"/>
        </a:xfrm>
      </p:grpSpPr>
      <p:sp>
        <p:nvSpPr>
          <p:cNvPr id="4350" name="Google Shape;4350;p35"/>
          <p:cNvSpPr txBox="1">
            <a:spLocks noGrp="1"/>
          </p:cNvSpPr>
          <p:nvPr>
            <p:ph type="title"/>
          </p:nvPr>
        </p:nvSpPr>
        <p:spPr>
          <a:xfrm>
            <a:off x="720000" y="22005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4351" name="Google Shape;4351;p35"/>
          <p:cNvSpPr txBox="1">
            <a:spLocks noGrp="1"/>
          </p:cNvSpPr>
          <p:nvPr>
            <p:ph type="title" idx="2"/>
          </p:nvPr>
        </p:nvSpPr>
        <p:spPr>
          <a:xfrm>
            <a:off x="1311128" y="1318225"/>
            <a:ext cx="2970600" cy="101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000" dirty="0"/>
              <a:t>REPRESENTATION OF MARKET-BASKET DATA</a:t>
            </a:r>
            <a:endParaRPr dirty="0"/>
          </a:p>
        </p:txBody>
      </p:sp>
      <p:sp>
        <p:nvSpPr>
          <p:cNvPr id="4353" name="Google Shape;4353;p35"/>
          <p:cNvSpPr txBox="1">
            <a:spLocks noGrp="1"/>
          </p:cNvSpPr>
          <p:nvPr>
            <p:ph type="title" idx="3"/>
          </p:nvPr>
        </p:nvSpPr>
        <p:spPr>
          <a:xfrm>
            <a:off x="3633247" y="3553849"/>
            <a:ext cx="2626500" cy="1144625"/>
          </a:xfrm>
          <a:prstGeom prst="rect">
            <a:avLst/>
          </a:prstGeom>
          <a:noFill/>
          <a:ln>
            <a:noFill/>
          </a:ln>
        </p:spPr>
        <p:txBody>
          <a:bodyPr spcFirstLastPara="1" wrap="square" lIns="91425" tIns="91425" rIns="91425" bIns="91425" anchor="ctr" anchorCtr="0">
            <a:noAutofit/>
          </a:bodyPr>
          <a:lstStyle/>
          <a:p>
            <a:r>
              <a:rPr lang="en-US" dirty="0"/>
              <a:t>A-PRIORI FOR ALL FREQUENT ITEMSETS</a:t>
            </a:r>
          </a:p>
        </p:txBody>
      </p:sp>
      <p:sp>
        <p:nvSpPr>
          <p:cNvPr id="4355" name="Google Shape;4355;p35"/>
          <p:cNvSpPr txBox="1">
            <a:spLocks noGrp="1"/>
          </p:cNvSpPr>
          <p:nvPr>
            <p:ph type="title" idx="5"/>
          </p:nvPr>
        </p:nvSpPr>
        <p:spPr>
          <a:xfrm>
            <a:off x="1311163" y="2436024"/>
            <a:ext cx="3434100" cy="1117825"/>
          </a:xfrm>
          <a:prstGeom prst="rect">
            <a:avLst/>
          </a:prstGeom>
          <a:noFill/>
          <a:ln>
            <a:noFill/>
          </a:ln>
        </p:spPr>
        <p:txBody>
          <a:bodyPr spcFirstLastPara="1" wrap="square" lIns="91425" tIns="91425" rIns="91425" bIns="91425" anchor="ctr" anchorCtr="0">
            <a:noAutofit/>
          </a:bodyPr>
          <a:lstStyle/>
          <a:p>
            <a:r>
              <a:rPr lang="en-US" dirty="0"/>
              <a:t>USE OF MAIN MEMORY FOR ITEMSET COUNTING</a:t>
            </a:r>
          </a:p>
        </p:txBody>
      </p:sp>
      <p:sp>
        <p:nvSpPr>
          <p:cNvPr id="4357" name="Google Shape;4357;p35"/>
          <p:cNvSpPr txBox="1">
            <a:spLocks noGrp="1"/>
          </p:cNvSpPr>
          <p:nvPr>
            <p:ph type="title" idx="7"/>
          </p:nvPr>
        </p:nvSpPr>
        <p:spPr>
          <a:xfrm>
            <a:off x="5924266" y="1337024"/>
            <a:ext cx="2626500" cy="94267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MONOTONICITY OF ITEMSETS </a:t>
            </a:r>
          </a:p>
        </p:txBody>
      </p:sp>
      <p:sp>
        <p:nvSpPr>
          <p:cNvPr id="4359" name="Google Shape;4359;p35"/>
          <p:cNvSpPr txBox="1">
            <a:spLocks noGrp="1"/>
          </p:cNvSpPr>
          <p:nvPr>
            <p:ph type="title" idx="9"/>
          </p:nvPr>
        </p:nvSpPr>
        <p:spPr>
          <a:xfrm>
            <a:off x="476969" y="1481275"/>
            <a:ext cx="834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01</a:t>
            </a:r>
            <a:endParaRPr dirty="0"/>
          </a:p>
        </p:txBody>
      </p:sp>
      <p:sp>
        <p:nvSpPr>
          <p:cNvPr id="4360" name="Google Shape;4360;p35"/>
          <p:cNvSpPr txBox="1">
            <a:spLocks noGrp="1"/>
          </p:cNvSpPr>
          <p:nvPr>
            <p:ph type="title" idx="13"/>
          </p:nvPr>
        </p:nvSpPr>
        <p:spPr>
          <a:xfrm>
            <a:off x="2799247" y="3716900"/>
            <a:ext cx="834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05</a:t>
            </a:r>
            <a:endParaRPr dirty="0"/>
          </a:p>
        </p:txBody>
      </p:sp>
      <p:sp>
        <p:nvSpPr>
          <p:cNvPr id="4361" name="Google Shape;4361;p35"/>
          <p:cNvSpPr txBox="1">
            <a:spLocks noGrp="1"/>
          </p:cNvSpPr>
          <p:nvPr>
            <p:ph type="title" idx="14"/>
          </p:nvPr>
        </p:nvSpPr>
        <p:spPr>
          <a:xfrm>
            <a:off x="476969" y="2599075"/>
            <a:ext cx="834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dirty="0"/>
          </a:p>
        </p:txBody>
      </p:sp>
      <p:sp>
        <p:nvSpPr>
          <p:cNvPr id="4362" name="Google Shape;4362;p35"/>
          <p:cNvSpPr txBox="1">
            <a:spLocks noGrp="1"/>
          </p:cNvSpPr>
          <p:nvPr>
            <p:ph type="title" idx="15"/>
          </p:nvPr>
        </p:nvSpPr>
        <p:spPr>
          <a:xfrm>
            <a:off x="5090256" y="1500063"/>
            <a:ext cx="834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a:t>
            </a:r>
            <a:endParaRPr dirty="0"/>
          </a:p>
        </p:txBody>
      </p:sp>
      <p:sp>
        <p:nvSpPr>
          <p:cNvPr id="4365" name="Google Shape;4365;p35"/>
          <p:cNvSpPr txBox="1">
            <a:spLocks noGrp="1"/>
          </p:cNvSpPr>
          <p:nvPr>
            <p:ph type="title" idx="18"/>
          </p:nvPr>
        </p:nvSpPr>
        <p:spPr>
          <a:xfrm>
            <a:off x="5924404" y="2436031"/>
            <a:ext cx="3067196" cy="106191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THE A-PRIORI ALGORITHM</a:t>
            </a:r>
          </a:p>
        </p:txBody>
      </p:sp>
      <p:sp>
        <p:nvSpPr>
          <p:cNvPr id="4368" name="Google Shape;4368;p35"/>
          <p:cNvSpPr txBox="1">
            <a:spLocks noGrp="1"/>
          </p:cNvSpPr>
          <p:nvPr>
            <p:ph type="title" idx="21"/>
          </p:nvPr>
        </p:nvSpPr>
        <p:spPr>
          <a:xfrm>
            <a:off x="5090256" y="2599075"/>
            <a:ext cx="8340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04</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80"/>
        <p:cNvGrpSpPr/>
        <p:nvPr/>
      </p:nvGrpSpPr>
      <p:grpSpPr>
        <a:xfrm>
          <a:off x="0" y="0"/>
          <a:ext cx="0" cy="0"/>
          <a:chOff x="0" y="0"/>
          <a:chExt cx="0" cy="0"/>
        </a:xfrm>
      </p:grpSpPr>
      <p:sp>
        <p:nvSpPr>
          <p:cNvPr id="4381" name="Google Shape;4381;p37"/>
          <p:cNvSpPr txBox="1">
            <a:spLocks noGrp="1"/>
          </p:cNvSpPr>
          <p:nvPr>
            <p:ph type="title"/>
          </p:nvPr>
        </p:nvSpPr>
        <p:spPr>
          <a:xfrm>
            <a:off x="622250" y="1934525"/>
            <a:ext cx="3949800" cy="15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3500" dirty="0"/>
              <a:t>REPRESENTATION OF MARKET-BASKET DATA</a:t>
            </a:r>
            <a:endParaRPr sz="3500" dirty="0"/>
          </a:p>
        </p:txBody>
      </p:sp>
      <p:sp>
        <p:nvSpPr>
          <p:cNvPr id="4382" name="Google Shape;4382;p37"/>
          <p:cNvSpPr txBox="1">
            <a:spLocks noGrp="1"/>
          </p:cNvSpPr>
          <p:nvPr>
            <p:ph type="title" idx="2"/>
          </p:nvPr>
        </p:nvSpPr>
        <p:spPr>
          <a:xfrm>
            <a:off x="622250" y="953225"/>
            <a:ext cx="5039400" cy="98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dirty="0"/>
          </a:p>
        </p:txBody>
      </p:sp>
      <p:pic>
        <p:nvPicPr>
          <p:cNvPr id="4384" name="Google Shape;4384;p37"/>
          <p:cNvPicPr preferRelativeResize="0"/>
          <p:nvPr/>
        </p:nvPicPr>
        <p:blipFill rotWithShape="1">
          <a:blip r:embed="rId3"/>
          <a:srcRect l="21849" r="21849"/>
          <a:stretch/>
        </p:blipFill>
        <p:spPr>
          <a:xfrm>
            <a:off x="5610355" y="1291787"/>
            <a:ext cx="2589000" cy="2586600"/>
          </a:xfrm>
          <a:prstGeom prst="ellipse">
            <a:avLst/>
          </a:prstGeom>
          <a:noFill/>
          <a:ln>
            <a:noFill/>
          </a:ln>
        </p:spPr>
      </p:pic>
      <p:sp>
        <p:nvSpPr>
          <p:cNvPr id="4385" name="Google Shape;4385;p37"/>
          <p:cNvSpPr/>
          <p:nvPr/>
        </p:nvSpPr>
        <p:spPr>
          <a:xfrm>
            <a:off x="5449675" y="1131075"/>
            <a:ext cx="2910600" cy="2910600"/>
          </a:xfrm>
          <a:prstGeom prst="arc">
            <a:avLst>
              <a:gd name="adj1" fmla="val 16200000"/>
              <a:gd name="adj2" fmla="val 0"/>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Google Shape;4359;p35">
            <a:extLst>
              <a:ext uri="{FF2B5EF4-FFF2-40B4-BE49-F238E27FC236}">
                <a16:creationId xmlns:a16="http://schemas.microsoft.com/office/drawing/2014/main" id="{793291F7-17AB-AA6E-4018-B4F39ABAE421}"/>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solidFill>
                  <a:schemeClr val="bg1"/>
                </a:solidFill>
              </a:rPr>
              <a:t>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78">
          <a:extLst>
            <a:ext uri="{FF2B5EF4-FFF2-40B4-BE49-F238E27FC236}">
              <a16:creationId xmlns:a16="http://schemas.microsoft.com/office/drawing/2014/main" id="{F157D12A-D77E-8D70-6394-E4C6376EB81F}"/>
            </a:ext>
          </a:extLst>
        </p:cNvPr>
        <p:cNvGrpSpPr/>
        <p:nvPr/>
      </p:nvGrpSpPr>
      <p:grpSpPr>
        <a:xfrm>
          <a:off x="0" y="0"/>
          <a:ext cx="0" cy="0"/>
          <a:chOff x="0" y="0"/>
          <a:chExt cx="0" cy="0"/>
        </a:xfrm>
      </p:grpSpPr>
      <p:grpSp>
        <p:nvGrpSpPr>
          <p:cNvPr id="62" name="Google Shape;16312;p79">
            <a:extLst>
              <a:ext uri="{FF2B5EF4-FFF2-40B4-BE49-F238E27FC236}">
                <a16:creationId xmlns:a16="http://schemas.microsoft.com/office/drawing/2014/main" id="{6B6B4E2E-8729-EE8A-33A1-DD36C8631786}"/>
              </a:ext>
            </a:extLst>
          </p:cNvPr>
          <p:cNvGrpSpPr>
            <a:grpSpLocks noChangeAspect="1"/>
          </p:cNvGrpSpPr>
          <p:nvPr/>
        </p:nvGrpSpPr>
        <p:grpSpPr>
          <a:xfrm>
            <a:off x="1821818" y="2254817"/>
            <a:ext cx="457200" cy="454519"/>
            <a:chOff x="4667216" y="2915382"/>
            <a:chExt cx="320273" cy="318395"/>
          </a:xfrm>
          <a:solidFill>
            <a:srgbClr val="7A0C0C"/>
          </a:solidFill>
        </p:grpSpPr>
        <p:sp>
          <p:nvSpPr>
            <p:cNvPr id="63" name="Google Shape;16313;p79">
              <a:extLst>
                <a:ext uri="{FF2B5EF4-FFF2-40B4-BE49-F238E27FC236}">
                  <a16:creationId xmlns:a16="http://schemas.microsoft.com/office/drawing/2014/main" id="{1BF2702F-F48D-B897-D1C9-E639E7DB7A8C}"/>
                </a:ext>
              </a:extLst>
            </p:cNvPr>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16314;p79">
              <a:extLst>
                <a:ext uri="{FF2B5EF4-FFF2-40B4-BE49-F238E27FC236}">
                  <a16:creationId xmlns:a16="http://schemas.microsoft.com/office/drawing/2014/main" id="{C9D111E2-BC42-2EC6-B3F6-50211ECCC08C}"/>
                </a:ext>
              </a:extLst>
            </p:cNvPr>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16315;p79">
              <a:extLst>
                <a:ext uri="{FF2B5EF4-FFF2-40B4-BE49-F238E27FC236}">
                  <a16:creationId xmlns:a16="http://schemas.microsoft.com/office/drawing/2014/main" id="{D3626898-1AD1-F412-F513-2C31646236AB}"/>
                </a:ext>
              </a:extLst>
            </p:cNvPr>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16316;p79">
              <a:extLst>
                <a:ext uri="{FF2B5EF4-FFF2-40B4-BE49-F238E27FC236}">
                  <a16:creationId xmlns:a16="http://schemas.microsoft.com/office/drawing/2014/main" id="{FC4D0389-59E5-34A0-2A17-7E42FF3416F7}"/>
                </a:ext>
              </a:extLst>
            </p:cNvPr>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399;p38">
            <a:extLst>
              <a:ext uri="{FF2B5EF4-FFF2-40B4-BE49-F238E27FC236}">
                <a16:creationId xmlns:a16="http://schemas.microsoft.com/office/drawing/2014/main" id="{4BC30984-E956-D080-018C-2AA5E0956BB2}"/>
              </a:ext>
            </a:extLst>
          </p:cNvPr>
          <p:cNvSpPr txBox="1">
            <a:spLocks/>
          </p:cNvSpPr>
          <p:nvPr/>
        </p:nvSpPr>
        <p:spPr>
          <a:xfrm>
            <a:off x="0" y="181429"/>
            <a:ext cx="4434114"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REPRESENTATION OF MARKET-BASKET DATA</a:t>
            </a:r>
            <a:endParaRPr lang="en-US" sz="5400" dirty="0"/>
          </a:p>
        </p:txBody>
      </p:sp>
      <mc:AlternateContent xmlns:mc="http://schemas.openxmlformats.org/markup-compatibility/2006" xmlns:a14="http://schemas.microsoft.com/office/drawing/2010/main">
        <mc:Choice Requires="a14">
          <p:sp>
            <p:nvSpPr>
              <p:cNvPr id="7" name="Google Shape;4403;p38">
                <a:extLst>
                  <a:ext uri="{FF2B5EF4-FFF2-40B4-BE49-F238E27FC236}">
                    <a16:creationId xmlns:a16="http://schemas.microsoft.com/office/drawing/2014/main" id="{90A45636-0EA1-6321-CB52-7FE5D6F0BEAF}"/>
                  </a:ext>
                </a:extLst>
              </p:cNvPr>
              <p:cNvSpPr txBox="1">
                <a:spLocks/>
              </p:cNvSpPr>
              <p:nvPr/>
            </p:nvSpPr>
            <p:spPr>
              <a:xfrm>
                <a:off x="780141" y="1162195"/>
                <a:ext cx="7293429" cy="650704"/>
              </a:xfrm>
              <a:prstGeom prst="rect">
                <a:avLst/>
              </a:prstGeom>
              <a:solidFill>
                <a:srgbClr val="F9F9F9"/>
              </a:solidFill>
              <a:ln w="12700">
                <a:solidFill>
                  <a:srgbClr val="7A0C0C"/>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14:m>
                  <m:oMathPara xmlns:m="http://schemas.openxmlformats.org/officeDocument/2006/math">
                    <m:oMathParaPr>
                      <m:jc m:val="centerGroup"/>
                    </m:oMathParaPr>
                    <m:oMath xmlns:m="http://schemas.openxmlformats.org/officeDocument/2006/math">
                      <m:limLow>
                        <m:limLowPr>
                          <m:ctrlPr>
                            <a:rPr lang="en-US" i="1" smtClean="0">
                              <a:latin typeface="Cambria Math" panose="02040503050406030204" pitchFamily="18" charset="0"/>
                              <a:ea typeface="Cambria Math" panose="02040503050406030204" pitchFamily="18" charset="0"/>
                            </a:rPr>
                          </m:ctrlPr>
                        </m:limLowPr>
                        <m:e>
                          <m:groupChr>
                            <m:groupChrPr>
                              <m:chr m:val="⏟"/>
                              <m:ctrlPr>
                                <a:rPr lang="en-US" i="1">
                                  <a:latin typeface="Cambria Math" panose="02040503050406030204" pitchFamily="18" charset="0"/>
                                  <a:ea typeface="Cambria Math" panose="02040503050406030204" pitchFamily="18" charset="0"/>
                                </a:rPr>
                              </m:ctrlPr>
                            </m:groupChrPr>
                            <m:e>
                              <m:d>
                                <m:dPr>
                                  <m:begChr m:val="{"/>
                                  <m:endChr m:val="}"/>
                                  <m:ctrlPr>
                                    <a:rPr lang="fr-FR" i="1">
                                      <a:latin typeface="Cambria Math" panose="02040503050406030204" pitchFamily="18" charset="0"/>
                                      <a:ea typeface="Cambria Math" panose="02040503050406030204" pitchFamily="18" charset="0"/>
                                    </a:rPr>
                                  </m:ctrlPr>
                                </m:dPr>
                                <m:e>
                                  <m:r>
                                    <m:rPr>
                                      <m:nor/>
                                    </m:rPr>
                                    <a:rPr lang="en-US" i="1" dirty="0">
                                      <a:latin typeface="Cambria Math" panose="02040503050406030204" pitchFamily="18" charset="0"/>
                                      <a:ea typeface="Cambria Math" panose="02040503050406030204" pitchFamily="18" charset="0"/>
                                    </a:rPr>
                                    <m:t>milk</m:t>
                                  </m:r>
                                  <m:r>
                                    <m:rPr>
                                      <m:nor/>
                                    </m:rPr>
                                    <a:rPr lang="en-US" i="1" dirty="0">
                                      <a:latin typeface="Cambria Math" panose="02040503050406030204" pitchFamily="18" charset="0"/>
                                      <a:ea typeface="Cambria Math" panose="02040503050406030204" pitchFamily="18" charset="0"/>
                                    </a:rPr>
                                    <m:t>, </m:t>
                                  </m:r>
                                  <m:r>
                                    <m:rPr>
                                      <m:nor/>
                                    </m:rPr>
                                    <a:rPr lang="en-US" i="1" dirty="0">
                                      <a:latin typeface="Cambria Math" panose="02040503050406030204" pitchFamily="18" charset="0"/>
                                      <a:ea typeface="Cambria Math" panose="02040503050406030204" pitchFamily="18" charset="0"/>
                                    </a:rPr>
                                    <m:t>apple</m:t>
                                  </m:r>
                                  <m:r>
                                    <m:rPr>
                                      <m:nor/>
                                    </m:rPr>
                                    <a:rPr lang="fr-FR" i="1" dirty="0">
                                      <a:latin typeface="Cambria Math" panose="02040503050406030204" pitchFamily="18" charset="0"/>
                                      <a:ea typeface="Cambria Math" panose="02040503050406030204" pitchFamily="18" charset="0"/>
                                    </a:rPr>
                                    <m:t>, …, </m:t>
                                  </m:r>
                                  <m:r>
                                    <m:rPr>
                                      <m:nor/>
                                    </m:rPr>
                                    <a:rPr lang="fr-FR" i="1" dirty="0">
                                      <a:latin typeface="Cambria Math" panose="02040503050406030204" pitchFamily="18" charset="0"/>
                                      <a:ea typeface="Cambria Math" panose="02040503050406030204" pitchFamily="18" charset="0"/>
                                    </a:rPr>
                                    <m:t>banana</m:t>
                                  </m:r>
                                  <m:r>
                                    <m:rPr>
                                      <m:nor/>
                                    </m:rPr>
                                    <a:rPr lang="fr-FR" i="1" dirty="0">
                                      <a:latin typeface="Cambria Math" panose="02040503050406030204" pitchFamily="18" charset="0"/>
                                      <a:ea typeface="Cambria Math" panose="02040503050406030204" pitchFamily="18" charset="0"/>
                                    </a:rPr>
                                    <m:t>, </m:t>
                                  </m:r>
                                  <m:r>
                                    <m:rPr>
                                      <m:nor/>
                                    </m:rPr>
                                    <a:rPr lang="en-US" i="1" dirty="0">
                                      <a:latin typeface="Cambria Math" panose="02040503050406030204" pitchFamily="18" charset="0"/>
                                      <a:ea typeface="Cambria Math" panose="02040503050406030204" pitchFamily="18" charset="0"/>
                                    </a:rPr>
                                    <m:t>carrot</m:t>
                                  </m:r>
                                  <m:r>
                                    <a:rPr lang="fr-FR" b="0" i="1" dirty="0" smtClean="0">
                                      <a:latin typeface="Cambria Math" panose="02040503050406030204" pitchFamily="18" charset="0"/>
                                      <a:ea typeface="Cambria Math" panose="02040503050406030204" pitchFamily="18" charset="0"/>
                                    </a:rPr>
                                    <m:t> </m:t>
                                  </m:r>
                                </m:e>
                              </m:d>
                            </m:e>
                          </m:groupChr>
                        </m:e>
                        <m:lim>
                          <m:r>
                            <m:rPr>
                              <m:nor/>
                            </m:rPr>
                            <a:rPr lang="fr-FR" i="1">
                              <a:latin typeface="Cambria Math" panose="02040503050406030204" pitchFamily="18" charset="0"/>
                              <a:ea typeface="Cambria Math" panose="02040503050406030204" pitchFamily="18" charset="0"/>
                            </a:rPr>
                            <m:t>basket</m:t>
                          </m:r>
                          <m:r>
                            <m:rPr>
                              <m:nor/>
                            </m:rPr>
                            <a:rPr lang="fr-FR" i="1">
                              <a:latin typeface="Cambria Math" panose="02040503050406030204" pitchFamily="18" charset="0"/>
                              <a:ea typeface="Cambria Math" panose="02040503050406030204" pitchFamily="18" charset="0"/>
                            </a:rPr>
                            <m:t> </m:t>
                          </m:r>
                          <m:r>
                            <m:rPr>
                              <m:nor/>
                            </m:rPr>
                            <a:rPr lang="fr-FR" i="1">
                              <a:latin typeface="Cambria Math" panose="02040503050406030204" pitchFamily="18" charset="0"/>
                              <a:ea typeface="Cambria Math" panose="02040503050406030204" pitchFamily="18" charset="0"/>
                            </a:rPr>
                            <m:t>with</m:t>
                          </m:r>
                          <m:r>
                            <m:rPr>
                              <m:nor/>
                            </m:rPr>
                            <a:rPr lang="fr-FR" i="1">
                              <a:latin typeface="Cambria Math" panose="02040503050406030204" pitchFamily="18" charset="0"/>
                              <a:ea typeface="Cambria Math" panose="02040503050406030204" pitchFamily="18" charset="0"/>
                            </a:rPr>
                            <m:t> </m:t>
                          </m:r>
                          <m:r>
                            <m:rPr>
                              <m:nor/>
                            </m:rPr>
                            <a:rPr lang="fr-FR" i="1">
                              <a:latin typeface="Cambria Math" panose="02040503050406030204" pitchFamily="18" charset="0"/>
                              <a:ea typeface="Cambria Math" panose="02040503050406030204" pitchFamily="18" charset="0"/>
                            </a:rPr>
                            <m:t>items</m:t>
                          </m:r>
                          <m:r>
                            <m:rPr>
                              <m:nor/>
                            </m:rPr>
                            <a:rPr lang="fr-FR" i="1">
                              <a:latin typeface="Cambria Math" panose="02040503050406030204" pitchFamily="18" charset="0"/>
                              <a:ea typeface="Cambria Math" panose="02040503050406030204" pitchFamily="18" charset="0"/>
                            </a:rPr>
                            <m:t> </m:t>
                          </m:r>
                        </m:lim>
                      </m:limLow>
                      <m:r>
                        <a:rPr lang="fr-FR" i="1">
                          <a:latin typeface="Cambria Math" panose="02040503050406030204" pitchFamily="18" charset="0"/>
                          <a:ea typeface="Cambria Math" panose="02040503050406030204" pitchFamily="18" charset="0"/>
                        </a:rPr>
                        <m:t>; </m:t>
                      </m:r>
                      <m:d>
                        <m:dPr>
                          <m:begChr m:val="{"/>
                          <m:endChr m:val="}"/>
                          <m:ctrlPr>
                            <a:rPr lang="fr-FR" i="1">
                              <a:latin typeface="Cambria Math" panose="02040503050406030204" pitchFamily="18" charset="0"/>
                              <a:ea typeface="Cambria Math" panose="02040503050406030204" pitchFamily="18" charset="0"/>
                            </a:rPr>
                          </m:ctrlPr>
                        </m:dPr>
                        <m:e>
                          <m:r>
                            <m:rPr>
                              <m:nor/>
                            </m:rPr>
                            <a:rPr lang="fr-FR" i="1" dirty="0">
                              <a:latin typeface="Cambria Math" panose="02040503050406030204" pitchFamily="18" charset="0"/>
                              <a:ea typeface="Cambria Math" panose="02040503050406030204" pitchFamily="18" charset="0"/>
                            </a:rPr>
                            <m:t>coca</m:t>
                          </m:r>
                          <m:r>
                            <m:rPr>
                              <m:nor/>
                            </m:rPr>
                            <a:rPr lang="en-US" i="1" dirty="0">
                              <a:latin typeface="Cambria Math" panose="02040503050406030204" pitchFamily="18" charset="0"/>
                              <a:ea typeface="Cambria Math" panose="02040503050406030204" pitchFamily="18" charset="0"/>
                            </a:rPr>
                            <m:t>,</m:t>
                          </m:r>
                          <m:r>
                            <m:rPr>
                              <m:nor/>
                            </m:rPr>
                            <a:rPr lang="fr-FR" b="0" i="1" dirty="0" smtClean="0">
                              <a:latin typeface="Cambria Math" panose="02040503050406030204" pitchFamily="18" charset="0"/>
                              <a:ea typeface="Cambria Math" panose="02040503050406030204" pitchFamily="18" charset="0"/>
                            </a:rPr>
                            <m:t> </m:t>
                          </m:r>
                          <m:r>
                            <m:rPr>
                              <m:nor/>
                            </m:rPr>
                            <a:rPr lang="fr-FR" i="1" dirty="0">
                              <a:latin typeface="Cambria Math" panose="02040503050406030204" pitchFamily="18" charset="0"/>
                              <a:ea typeface="Cambria Math" panose="02040503050406030204" pitchFamily="18" charset="0"/>
                            </a:rPr>
                            <m:t>fish</m:t>
                          </m:r>
                          <m:r>
                            <m:rPr>
                              <m:nor/>
                            </m:rPr>
                            <a:rPr lang="fr-FR" i="1" dirty="0">
                              <a:latin typeface="Cambria Math" panose="02040503050406030204" pitchFamily="18" charset="0"/>
                              <a:ea typeface="Cambria Math" panose="02040503050406030204" pitchFamily="18" charset="0"/>
                            </a:rPr>
                            <m:t>, …, </m:t>
                          </m:r>
                          <m:r>
                            <m:rPr>
                              <m:nor/>
                            </m:rPr>
                            <a:rPr lang="fr-FR" i="1" dirty="0">
                              <a:latin typeface="Cambria Math" panose="02040503050406030204" pitchFamily="18" charset="0"/>
                              <a:ea typeface="Cambria Math" panose="02040503050406030204" pitchFamily="18" charset="0"/>
                            </a:rPr>
                            <m:t>cake</m:t>
                          </m:r>
                          <m:r>
                            <m:rPr>
                              <m:nor/>
                            </m:rPr>
                            <a:rPr lang="fr-FR" i="1" dirty="0">
                              <a:latin typeface="Cambria Math" panose="02040503050406030204" pitchFamily="18" charset="0"/>
                              <a:ea typeface="Cambria Math" panose="02040503050406030204" pitchFamily="18" charset="0"/>
                            </a:rPr>
                            <m:t>, </m:t>
                          </m:r>
                          <m:r>
                            <m:rPr>
                              <m:nor/>
                            </m:rPr>
                            <a:rPr lang="fr-FR" i="1" dirty="0">
                              <a:latin typeface="Cambria Math" panose="02040503050406030204" pitchFamily="18" charset="0"/>
                              <a:ea typeface="Cambria Math" panose="02040503050406030204" pitchFamily="18" charset="0"/>
                            </a:rPr>
                            <m:t>peer</m:t>
                          </m:r>
                          <m:r>
                            <a:rPr lang="fr-FR" b="0" i="1" dirty="0" smtClean="0">
                              <a:latin typeface="Cambria Math" panose="02040503050406030204" pitchFamily="18" charset="0"/>
                              <a:ea typeface="Cambria Math" panose="02040503050406030204" pitchFamily="18" charset="0"/>
                            </a:rPr>
                            <m:t> </m:t>
                          </m:r>
                        </m:e>
                      </m:d>
                      <m:r>
                        <a:rPr lang="fr-FR" i="1" dirty="0">
                          <a:latin typeface="Cambria Math" panose="02040503050406030204" pitchFamily="18" charset="0"/>
                          <a:ea typeface="Cambria Math" panose="02040503050406030204" pitchFamily="18" charset="0"/>
                        </a:rPr>
                        <m:t>; …; </m:t>
                      </m:r>
                      <m:d>
                        <m:dPr>
                          <m:begChr m:val="{"/>
                          <m:endChr m:val="}"/>
                          <m:ctrlPr>
                            <a:rPr lang="fr-FR" i="1">
                              <a:latin typeface="Cambria Math" panose="02040503050406030204" pitchFamily="18" charset="0"/>
                              <a:ea typeface="Cambria Math" panose="02040503050406030204" pitchFamily="18" charset="0"/>
                            </a:rPr>
                          </m:ctrlPr>
                        </m:dPr>
                        <m:e>
                          <m:r>
                            <m:rPr>
                              <m:nor/>
                            </m:rPr>
                            <a:rPr lang="fr-FR" i="1" dirty="0">
                              <a:latin typeface="Cambria Math" panose="02040503050406030204" pitchFamily="18" charset="0"/>
                              <a:ea typeface="Cambria Math" panose="02040503050406030204" pitchFamily="18" charset="0"/>
                            </a:rPr>
                            <m:t>meat</m:t>
                          </m:r>
                          <m:r>
                            <m:rPr>
                              <m:nor/>
                            </m:rPr>
                            <a:rPr lang="en-US" i="1" dirty="0">
                              <a:latin typeface="Cambria Math" panose="02040503050406030204" pitchFamily="18" charset="0"/>
                              <a:ea typeface="Cambria Math" panose="02040503050406030204" pitchFamily="18" charset="0"/>
                            </a:rPr>
                            <m:t>, </m:t>
                          </m:r>
                          <m:r>
                            <m:rPr>
                              <m:nor/>
                            </m:rPr>
                            <a:rPr lang="en-US" i="1" dirty="0">
                              <a:latin typeface="Cambria Math" panose="02040503050406030204" pitchFamily="18" charset="0"/>
                              <a:ea typeface="Cambria Math" panose="02040503050406030204" pitchFamily="18" charset="0"/>
                            </a:rPr>
                            <m:t>apple</m:t>
                          </m:r>
                          <m:r>
                            <m:rPr>
                              <m:nor/>
                            </m:rPr>
                            <a:rPr lang="fr-FR" i="1" dirty="0">
                              <a:latin typeface="Cambria Math" panose="02040503050406030204" pitchFamily="18" charset="0"/>
                              <a:ea typeface="Cambria Math" panose="02040503050406030204" pitchFamily="18" charset="0"/>
                            </a:rPr>
                            <m:t>, …, </m:t>
                          </m:r>
                          <m:r>
                            <m:rPr>
                              <m:nor/>
                            </m:rPr>
                            <a:rPr lang="fr-FR" i="1" dirty="0">
                              <a:latin typeface="Cambria Math" panose="02040503050406030204" pitchFamily="18" charset="0"/>
                              <a:ea typeface="Cambria Math" panose="02040503050406030204" pitchFamily="18" charset="0"/>
                            </a:rPr>
                            <m:t>fish</m:t>
                          </m:r>
                          <m:r>
                            <m:rPr>
                              <m:nor/>
                            </m:rPr>
                            <a:rPr lang="fr-FR" i="1" dirty="0">
                              <a:latin typeface="Cambria Math" panose="02040503050406030204" pitchFamily="18" charset="0"/>
                              <a:ea typeface="Cambria Math" panose="02040503050406030204" pitchFamily="18" charset="0"/>
                            </a:rPr>
                            <m:t>, </m:t>
                          </m:r>
                          <m:r>
                            <m:rPr>
                              <m:nor/>
                            </m:rPr>
                            <a:rPr lang="fr-FR" b="0" i="1" dirty="0" smtClean="0">
                              <a:latin typeface="Cambria Math" panose="02040503050406030204" pitchFamily="18" charset="0"/>
                              <a:ea typeface="Cambria Math" panose="02040503050406030204" pitchFamily="18" charset="0"/>
                            </a:rPr>
                            <m:t>egg</m:t>
                          </m:r>
                          <m:r>
                            <m:rPr>
                              <m:nor/>
                            </m:rPr>
                            <a:rPr lang="fr-FR" b="0" i="1" dirty="0" smtClean="0">
                              <a:latin typeface="Cambria Math" panose="02040503050406030204" pitchFamily="18" charset="0"/>
                              <a:ea typeface="Cambria Math" panose="02040503050406030204" pitchFamily="18" charset="0"/>
                            </a:rPr>
                            <m:t> </m:t>
                          </m:r>
                        </m:e>
                      </m:d>
                    </m:oMath>
                  </m:oMathPara>
                </a14:m>
                <a:endParaRPr lang="en-US" i="1" dirty="0">
                  <a:solidFill>
                    <a:srgbClr val="FF0000"/>
                  </a:solidFill>
                  <a:latin typeface="Cambria Math" panose="02040503050406030204" pitchFamily="18" charset="0"/>
                  <a:ea typeface="Cambria Math" panose="02040503050406030204" pitchFamily="18" charset="0"/>
                </a:endParaRPr>
              </a:p>
              <a:p>
                <a:pPr algn="ctr"/>
                <a:endParaRPr lang="en-US" dirty="0">
                  <a:latin typeface="Cambria Math" panose="02040503050406030204" pitchFamily="18" charset="0"/>
                  <a:ea typeface="Cambria Math" panose="02040503050406030204" pitchFamily="18" charset="0"/>
                </a:endParaRPr>
              </a:p>
            </p:txBody>
          </p:sp>
        </mc:Choice>
        <mc:Fallback xmlns="">
          <p:sp>
            <p:nvSpPr>
              <p:cNvPr id="7" name="Google Shape;4403;p38">
                <a:extLst>
                  <a:ext uri="{FF2B5EF4-FFF2-40B4-BE49-F238E27FC236}">
                    <a16:creationId xmlns:a16="http://schemas.microsoft.com/office/drawing/2014/main" id="{90A45636-0EA1-6321-CB52-7FE5D6F0BEAF}"/>
                  </a:ext>
                </a:extLst>
              </p:cNvPr>
              <p:cNvSpPr txBox="1">
                <a:spLocks noRot="1" noChangeAspect="1" noMove="1" noResize="1" noEditPoints="1" noAdjustHandles="1" noChangeArrowheads="1" noChangeShapeType="1" noTextEdit="1"/>
              </p:cNvSpPr>
              <p:nvPr/>
            </p:nvSpPr>
            <p:spPr>
              <a:xfrm>
                <a:off x="780141" y="1162195"/>
                <a:ext cx="7293429" cy="650704"/>
              </a:xfrm>
              <a:prstGeom prst="rect">
                <a:avLst/>
              </a:prstGeom>
              <a:blipFill>
                <a:blip r:embed="rId3"/>
                <a:stretch>
                  <a:fillRect/>
                </a:stretch>
              </a:blipFill>
              <a:ln w="12700">
                <a:solidFill>
                  <a:srgbClr val="7A0C0C"/>
                </a:solidFill>
              </a:ln>
            </p:spPr>
            <p:txBody>
              <a:bodyPr/>
              <a:lstStyle/>
              <a:p>
                <a:r>
                  <a:rPr lang="en-US">
                    <a:noFill/>
                  </a:rPr>
                  <a:t> </a:t>
                </a:r>
              </a:p>
            </p:txBody>
          </p:sp>
        </mc:Fallback>
      </mc:AlternateContent>
      <p:sp>
        <p:nvSpPr>
          <p:cNvPr id="17" name="Google Shape;4400;p38">
            <a:extLst>
              <a:ext uri="{FF2B5EF4-FFF2-40B4-BE49-F238E27FC236}">
                <a16:creationId xmlns:a16="http://schemas.microsoft.com/office/drawing/2014/main" id="{A94F7957-F421-7A16-4622-0336A00818D0}"/>
              </a:ext>
            </a:extLst>
          </p:cNvPr>
          <p:cNvSpPr txBox="1">
            <a:spLocks/>
          </p:cNvSpPr>
          <p:nvPr/>
        </p:nvSpPr>
        <p:spPr>
          <a:xfrm>
            <a:off x="588953" y="2670228"/>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Problem</a:t>
            </a:r>
          </a:p>
        </p:txBody>
      </p:sp>
      <p:sp>
        <p:nvSpPr>
          <p:cNvPr id="20" name="Google Shape;4403;p38">
            <a:extLst>
              <a:ext uri="{FF2B5EF4-FFF2-40B4-BE49-F238E27FC236}">
                <a16:creationId xmlns:a16="http://schemas.microsoft.com/office/drawing/2014/main" id="{156FCE45-3B6E-04E2-AD06-C30578D9E7BA}"/>
              </a:ext>
            </a:extLst>
          </p:cNvPr>
          <p:cNvSpPr txBox="1">
            <a:spLocks/>
          </p:cNvSpPr>
          <p:nvPr/>
        </p:nvSpPr>
        <p:spPr>
          <a:xfrm>
            <a:off x="607568" y="3273854"/>
            <a:ext cx="2885700" cy="10107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The size of the file of baskets is sufficiently large that it does not fit in main memory.</a:t>
            </a:r>
            <a:endParaRPr lang="en-US" sz="1200" dirty="0">
              <a:solidFill>
                <a:schemeClr val="bg1">
                  <a:lumMod val="10000"/>
                </a:schemeClr>
              </a:solidFill>
            </a:endParaRPr>
          </a:p>
        </p:txBody>
      </p:sp>
      <p:cxnSp>
        <p:nvCxnSpPr>
          <p:cNvPr id="44" name="Connecteur droit 43">
            <a:extLst>
              <a:ext uri="{FF2B5EF4-FFF2-40B4-BE49-F238E27FC236}">
                <a16:creationId xmlns:a16="http://schemas.microsoft.com/office/drawing/2014/main" id="{D07DABAB-B5EB-63D9-5F63-B6C1662E1B34}"/>
              </a:ext>
            </a:extLst>
          </p:cNvPr>
          <p:cNvCxnSpPr/>
          <p:nvPr/>
        </p:nvCxnSpPr>
        <p:spPr>
          <a:xfrm flipV="1">
            <a:off x="-72570" y="2111829"/>
            <a:ext cx="9324000" cy="0"/>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cxnSp>
        <p:nvCxnSpPr>
          <p:cNvPr id="46" name="Connecteur droit 45">
            <a:extLst>
              <a:ext uri="{FF2B5EF4-FFF2-40B4-BE49-F238E27FC236}">
                <a16:creationId xmlns:a16="http://schemas.microsoft.com/office/drawing/2014/main" id="{E009E24E-66CF-293B-7320-15EBB9D4574B}"/>
              </a:ext>
            </a:extLst>
          </p:cNvPr>
          <p:cNvCxnSpPr/>
          <p:nvPr/>
        </p:nvCxnSpPr>
        <p:spPr>
          <a:xfrm>
            <a:off x="4426856" y="2110144"/>
            <a:ext cx="0" cy="3084285"/>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sp>
        <p:nvSpPr>
          <p:cNvPr id="55" name="Google Shape;4400;p38">
            <a:extLst>
              <a:ext uri="{FF2B5EF4-FFF2-40B4-BE49-F238E27FC236}">
                <a16:creationId xmlns:a16="http://schemas.microsoft.com/office/drawing/2014/main" id="{E7C563A9-B060-1261-2CFA-31617FDC2D21}"/>
              </a:ext>
            </a:extLst>
          </p:cNvPr>
          <p:cNvSpPr txBox="1">
            <a:spLocks/>
          </p:cNvSpPr>
          <p:nvPr/>
        </p:nvSpPr>
        <p:spPr>
          <a:xfrm>
            <a:off x="5466150" y="2670228"/>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Solution</a:t>
            </a:r>
          </a:p>
        </p:txBody>
      </p:sp>
      <p:sp>
        <p:nvSpPr>
          <p:cNvPr id="56" name="Google Shape;4403;p38">
            <a:extLst>
              <a:ext uri="{FF2B5EF4-FFF2-40B4-BE49-F238E27FC236}">
                <a16:creationId xmlns:a16="http://schemas.microsoft.com/office/drawing/2014/main" id="{74C81852-D8D5-6A6E-31AC-9E0AAAE02F6C}"/>
              </a:ext>
            </a:extLst>
          </p:cNvPr>
          <p:cNvSpPr txBox="1">
            <a:spLocks/>
          </p:cNvSpPr>
          <p:nvPr/>
        </p:nvSpPr>
        <p:spPr>
          <a:xfrm>
            <a:off x="5000171" y="3161147"/>
            <a:ext cx="3898951" cy="69600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Block-by-block processing where only small blocks of data are read into memory at a time. We assume that the frequency will be proportional to the size of the file.</a:t>
            </a:r>
            <a:endParaRPr lang="en-US" sz="1200" dirty="0">
              <a:solidFill>
                <a:schemeClr val="bg1">
                  <a:lumMod val="10000"/>
                </a:schemeClr>
              </a:solidFill>
            </a:endParaRPr>
          </a:p>
        </p:txBody>
      </p:sp>
      <p:grpSp>
        <p:nvGrpSpPr>
          <p:cNvPr id="4547" name="Google Shape;15342;p77">
            <a:extLst>
              <a:ext uri="{FF2B5EF4-FFF2-40B4-BE49-F238E27FC236}">
                <a16:creationId xmlns:a16="http://schemas.microsoft.com/office/drawing/2014/main" id="{7E098B5A-AE66-078E-E5EC-C084F8E5D558}"/>
              </a:ext>
            </a:extLst>
          </p:cNvPr>
          <p:cNvGrpSpPr>
            <a:grpSpLocks noChangeAspect="1"/>
          </p:cNvGrpSpPr>
          <p:nvPr/>
        </p:nvGrpSpPr>
        <p:grpSpPr>
          <a:xfrm>
            <a:off x="6745020" y="2208405"/>
            <a:ext cx="346930" cy="453600"/>
            <a:chOff x="1367060" y="2422129"/>
            <a:chExt cx="269261" cy="352050"/>
          </a:xfrm>
          <a:solidFill>
            <a:srgbClr val="7A0C0C"/>
          </a:solidFill>
        </p:grpSpPr>
        <p:sp>
          <p:nvSpPr>
            <p:cNvPr id="4548" name="Google Shape;15343;p77">
              <a:extLst>
                <a:ext uri="{FF2B5EF4-FFF2-40B4-BE49-F238E27FC236}">
                  <a16:creationId xmlns:a16="http://schemas.microsoft.com/office/drawing/2014/main" id="{26918A7E-5BD5-2A0D-5F9C-FE47446CCBBE}"/>
                </a:ext>
              </a:extLst>
            </p:cNvPr>
            <p:cNvSpPr/>
            <p:nvPr/>
          </p:nvSpPr>
          <p:spPr>
            <a:xfrm>
              <a:off x="1392059" y="2651857"/>
              <a:ext cx="129160" cy="122322"/>
            </a:xfrm>
            <a:custGeom>
              <a:avLst/>
              <a:gdLst/>
              <a:ahLst/>
              <a:cxnLst/>
              <a:rect l="l" t="t" r="r" b="b"/>
              <a:pathLst>
                <a:path w="4061" h="3846" extrusionOk="0">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15344;p77">
              <a:extLst>
                <a:ext uri="{FF2B5EF4-FFF2-40B4-BE49-F238E27FC236}">
                  <a16:creationId xmlns:a16="http://schemas.microsoft.com/office/drawing/2014/main" id="{26AB3A8C-C9BE-9148-AC40-9E087AEAB963}"/>
                </a:ext>
              </a:extLst>
            </p:cNvPr>
            <p:cNvSpPr/>
            <p:nvPr/>
          </p:nvSpPr>
          <p:spPr>
            <a:xfrm>
              <a:off x="1367060" y="2441912"/>
              <a:ext cx="82184" cy="212139"/>
            </a:xfrm>
            <a:custGeom>
              <a:avLst/>
              <a:gdLst/>
              <a:ahLst/>
              <a:cxnLst/>
              <a:rect l="l" t="t" r="r" b="b"/>
              <a:pathLst>
                <a:path w="2584" h="6670" extrusionOk="0">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15345;p77">
              <a:extLst>
                <a:ext uri="{FF2B5EF4-FFF2-40B4-BE49-F238E27FC236}">
                  <a16:creationId xmlns:a16="http://schemas.microsoft.com/office/drawing/2014/main" id="{11DCE146-FB67-3F30-7B68-5B63CB9DFB4C}"/>
                </a:ext>
              </a:extLst>
            </p:cNvPr>
            <p:cNvSpPr/>
            <p:nvPr/>
          </p:nvSpPr>
          <p:spPr>
            <a:xfrm>
              <a:off x="1456051" y="2422129"/>
              <a:ext cx="180271" cy="162937"/>
            </a:xfrm>
            <a:custGeom>
              <a:avLst/>
              <a:gdLst/>
              <a:ahLst/>
              <a:cxnLst/>
              <a:rect l="l" t="t" r="r" b="b"/>
              <a:pathLst>
                <a:path w="5668" h="5123" extrusionOk="0">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15346;p77">
              <a:extLst>
                <a:ext uri="{FF2B5EF4-FFF2-40B4-BE49-F238E27FC236}">
                  <a16:creationId xmlns:a16="http://schemas.microsoft.com/office/drawing/2014/main" id="{E45C942B-8A14-592E-E598-44D3A723682B}"/>
                </a:ext>
              </a:extLst>
            </p:cNvPr>
            <p:cNvSpPr/>
            <p:nvPr/>
          </p:nvSpPr>
          <p:spPr>
            <a:xfrm>
              <a:off x="1532160" y="2593590"/>
              <a:ext cx="81834" cy="180207"/>
            </a:xfrm>
            <a:custGeom>
              <a:avLst/>
              <a:gdLst/>
              <a:ahLst/>
              <a:cxnLst/>
              <a:rect l="l" t="t" r="r" b="b"/>
              <a:pathLst>
                <a:path w="2573" h="5666" extrusionOk="0">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15347;p77">
              <a:extLst>
                <a:ext uri="{FF2B5EF4-FFF2-40B4-BE49-F238E27FC236}">
                  <a16:creationId xmlns:a16="http://schemas.microsoft.com/office/drawing/2014/main" id="{4E3D964B-F166-7A4E-E7CD-39A5A5C0A756}"/>
                </a:ext>
              </a:extLst>
            </p:cNvPr>
            <p:cNvSpPr/>
            <p:nvPr/>
          </p:nvSpPr>
          <p:spPr>
            <a:xfrm>
              <a:off x="1425359" y="2572313"/>
              <a:ext cx="24267" cy="17843"/>
            </a:xfrm>
            <a:custGeom>
              <a:avLst/>
              <a:gdLst/>
              <a:ahLst/>
              <a:cxnLst/>
              <a:rect l="l" t="t" r="r" b="b"/>
              <a:pathLst>
                <a:path w="763" h="561" extrusionOk="0">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15348;p77">
              <a:extLst>
                <a:ext uri="{FF2B5EF4-FFF2-40B4-BE49-F238E27FC236}">
                  <a16:creationId xmlns:a16="http://schemas.microsoft.com/office/drawing/2014/main" id="{31FF7FF5-162F-C2DE-BF1D-263B9B43463C}"/>
                </a:ext>
              </a:extLst>
            </p:cNvPr>
            <p:cNvSpPr/>
            <p:nvPr/>
          </p:nvSpPr>
          <p:spPr>
            <a:xfrm>
              <a:off x="1562820" y="2573680"/>
              <a:ext cx="26176" cy="17620"/>
            </a:xfrm>
            <a:custGeom>
              <a:avLst/>
              <a:gdLst/>
              <a:ahLst/>
              <a:cxnLst/>
              <a:rect l="l" t="t" r="r" b="b"/>
              <a:pathLst>
                <a:path w="823" h="554" extrusionOk="0">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15349;p77">
              <a:extLst>
                <a:ext uri="{FF2B5EF4-FFF2-40B4-BE49-F238E27FC236}">
                  <a16:creationId xmlns:a16="http://schemas.microsoft.com/office/drawing/2014/main" id="{9936B468-105E-E6D0-9AD9-0C35FFC29CD7}"/>
                </a:ext>
              </a:extLst>
            </p:cNvPr>
            <p:cNvSpPr/>
            <p:nvPr/>
          </p:nvSpPr>
          <p:spPr>
            <a:xfrm>
              <a:off x="1448100" y="2481414"/>
              <a:ext cx="125375" cy="191275"/>
            </a:xfrm>
            <a:custGeom>
              <a:avLst/>
              <a:gdLst/>
              <a:ahLst/>
              <a:cxnLst/>
              <a:rect l="l" t="t" r="r" b="b"/>
              <a:pathLst>
                <a:path w="3942" h="6014" extrusionOk="0">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15350;p77">
              <a:extLst>
                <a:ext uri="{FF2B5EF4-FFF2-40B4-BE49-F238E27FC236}">
                  <a16:creationId xmlns:a16="http://schemas.microsoft.com/office/drawing/2014/main" id="{23A4DD63-8E49-2045-B9E2-75E84F74B51B}"/>
                </a:ext>
              </a:extLst>
            </p:cNvPr>
            <p:cNvSpPr/>
            <p:nvPr/>
          </p:nvSpPr>
          <p:spPr>
            <a:xfrm>
              <a:off x="1502232" y="2449259"/>
              <a:ext cx="10655" cy="25380"/>
            </a:xfrm>
            <a:custGeom>
              <a:avLst/>
              <a:gdLst/>
              <a:ahLst/>
              <a:cxnLst/>
              <a:rect l="l" t="t" r="r" b="b"/>
              <a:pathLst>
                <a:path w="335" h="798" extrusionOk="0">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15351;p77">
              <a:extLst>
                <a:ext uri="{FF2B5EF4-FFF2-40B4-BE49-F238E27FC236}">
                  <a16:creationId xmlns:a16="http://schemas.microsoft.com/office/drawing/2014/main" id="{7037C7C1-70E1-EC23-5ED5-640B1E6D6745}"/>
                </a:ext>
              </a:extLst>
            </p:cNvPr>
            <p:cNvSpPr/>
            <p:nvPr/>
          </p:nvSpPr>
          <p:spPr>
            <a:xfrm>
              <a:off x="1458309" y="2460582"/>
              <a:ext cx="18988" cy="23090"/>
            </a:xfrm>
            <a:custGeom>
              <a:avLst/>
              <a:gdLst/>
              <a:ahLst/>
              <a:cxnLst/>
              <a:rect l="l" t="t" r="r" b="b"/>
              <a:pathLst>
                <a:path w="597" h="726" extrusionOk="0">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15352;p77">
              <a:extLst>
                <a:ext uri="{FF2B5EF4-FFF2-40B4-BE49-F238E27FC236}">
                  <a16:creationId xmlns:a16="http://schemas.microsoft.com/office/drawing/2014/main" id="{7F1E9B58-339B-244F-B85C-01014A57E2B0}"/>
                </a:ext>
              </a:extLst>
            </p:cNvPr>
            <p:cNvSpPr/>
            <p:nvPr/>
          </p:nvSpPr>
          <p:spPr>
            <a:xfrm>
              <a:off x="1425741" y="2492768"/>
              <a:ext cx="25031" cy="17874"/>
            </a:xfrm>
            <a:custGeom>
              <a:avLst/>
              <a:gdLst/>
              <a:ahLst/>
              <a:cxnLst/>
              <a:rect l="l" t="t" r="r" b="b"/>
              <a:pathLst>
                <a:path w="787" h="562" extrusionOk="0">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15353;p77">
              <a:extLst>
                <a:ext uri="{FF2B5EF4-FFF2-40B4-BE49-F238E27FC236}">
                  <a16:creationId xmlns:a16="http://schemas.microsoft.com/office/drawing/2014/main" id="{8CF5D6FA-1A31-EFE2-756D-FB301F0EF5CB}"/>
                </a:ext>
              </a:extLst>
            </p:cNvPr>
            <p:cNvSpPr/>
            <p:nvPr/>
          </p:nvSpPr>
          <p:spPr>
            <a:xfrm>
              <a:off x="1414768" y="2535959"/>
              <a:ext cx="25031" cy="10655"/>
            </a:xfrm>
            <a:custGeom>
              <a:avLst/>
              <a:gdLst/>
              <a:ahLst/>
              <a:cxnLst/>
              <a:rect l="l" t="t" r="r" b="b"/>
              <a:pathLst>
                <a:path w="787" h="335" extrusionOk="0">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15354;p77">
              <a:extLst>
                <a:ext uri="{FF2B5EF4-FFF2-40B4-BE49-F238E27FC236}">
                  <a16:creationId xmlns:a16="http://schemas.microsoft.com/office/drawing/2014/main" id="{9535C047-8B7B-780A-63CC-BF6FFD25B656}"/>
                </a:ext>
              </a:extLst>
            </p:cNvPr>
            <p:cNvSpPr/>
            <p:nvPr/>
          </p:nvSpPr>
          <p:spPr>
            <a:xfrm>
              <a:off x="1573825" y="2537104"/>
              <a:ext cx="24999" cy="10241"/>
            </a:xfrm>
            <a:custGeom>
              <a:avLst/>
              <a:gdLst/>
              <a:ahLst/>
              <a:cxnLst/>
              <a:rect l="l" t="t" r="r" b="b"/>
              <a:pathLst>
                <a:path w="786" h="322" extrusionOk="0">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15355;p77">
              <a:extLst>
                <a:ext uri="{FF2B5EF4-FFF2-40B4-BE49-F238E27FC236}">
                  <a16:creationId xmlns:a16="http://schemas.microsoft.com/office/drawing/2014/main" id="{DF509D68-4C82-6DDB-B25A-ED5D54471556}"/>
                </a:ext>
              </a:extLst>
            </p:cNvPr>
            <p:cNvSpPr/>
            <p:nvPr/>
          </p:nvSpPr>
          <p:spPr>
            <a:xfrm>
              <a:off x="1563965" y="2493627"/>
              <a:ext cx="24649" cy="17525"/>
            </a:xfrm>
            <a:custGeom>
              <a:avLst/>
              <a:gdLst/>
              <a:ahLst/>
              <a:cxnLst/>
              <a:rect l="l" t="t" r="r" b="b"/>
              <a:pathLst>
                <a:path w="775" h="551" extrusionOk="0">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15356;p77">
              <a:extLst>
                <a:ext uri="{FF2B5EF4-FFF2-40B4-BE49-F238E27FC236}">
                  <a16:creationId xmlns:a16="http://schemas.microsoft.com/office/drawing/2014/main" id="{1608BD8C-113A-AE5C-CA1C-BAD7756D78BA}"/>
                </a:ext>
              </a:extLst>
            </p:cNvPr>
            <p:cNvSpPr/>
            <p:nvPr/>
          </p:nvSpPr>
          <p:spPr>
            <a:xfrm>
              <a:off x="1537853" y="2461440"/>
              <a:ext cx="18956" cy="23090"/>
            </a:xfrm>
            <a:custGeom>
              <a:avLst/>
              <a:gdLst/>
              <a:ahLst/>
              <a:cxnLst/>
              <a:rect l="l" t="t" r="r" b="b"/>
              <a:pathLst>
                <a:path w="596" h="726" extrusionOk="0">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 name="Connecteur droit avec flèche 2">
            <a:extLst>
              <a:ext uri="{FF2B5EF4-FFF2-40B4-BE49-F238E27FC236}">
                <a16:creationId xmlns:a16="http://schemas.microsoft.com/office/drawing/2014/main" id="{DB5988F8-F984-0774-C0B4-7C35CF06B588}"/>
              </a:ext>
            </a:extLst>
          </p:cNvPr>
          <p:cNvCxnSpPr>
            <a:cxnSpLocks/>
            <a:stCxn id="56" idx="2"/>
            <a:endCxn id="4" idx="0"/>
          </p:cNvCxnSpPr>
          <p:nvPr/>
        </p:nvCxnSpPr>
        <p:spPr>
          <a:xfrm flipH="1">
            <a:off x="6948217" y="3857148"/>
            <a:ext cx="1430" cy="360261"/>
          </a:xfrm>
          <a:prstGeom prst="straightConnector1">
            <a:avLst/>
          </a:prstGeom>
          <a:ln>
            <a:solidFill>
              <a:srgbClr val="7A0C0C"/>
            </a:solidFill>
            <a:tailEnd type="triangle"/>
          </a:ln>
        </p:spPr>
        <p:style>
          <a:lnRef idx="1">
            <a:schemeClr val="dk1"/>
          </a:lnRef>
          <a:fillRef idx="0">
            <a:schemeClr val="dk1"/>
          </a:fillRef>
          <a:effectRef idx="0">
            <a:schemeClr val="dk1"/>
          </a:effectRef>
          <a:fontRef idx="minor">
            <a:schemeClr val="tx1"/>
          </a:fontRef>
        </p:style>
      </p:cxnSp>
      <p:sp>
        <p:nvSpPr>
          <p:cNvPr id="4" name="Google Shape;4403;p38">
            <a:extLst>
              <a:ext uri="{FF2B5EF4-FFF2-40B4-BE49-F238E27FC236}">
                <a16:creationId xmlns:a16="http://schemas.microsoft.com/office/drawing/2014/main" id="{F2012735-86E9-E329-38B0-9D1EAC2DED92}"/>
              </a:ext>
            </a:extLst>
          </p:cNvPr>
          <p:cNvSpPr txBox="1">
            <a:spLocks/>
          </p:cNvSpPr>
          <p:nvPr/>
        </p:nvSpPr>
        <p:spPr>
          <a:xfrm>
            <a:off x="5029266" y="4217409"/>
            <a:ext cx="3837902" cy="40539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200" dirty="0"/>
              <a:t>No </a:t>
            </a:r>
            <a:r>
              <a:rPr lang="en-US" sz="1200" dirty="0"/>
              <a:t>overwhelming</a:t>
            </a:r>
            <a:r>
              <a:rPr lang="fr-FR" sz="1200" dirty="0"/>
              <a:t> memory</a:t>
            </a:r>
            <a:endParaRPr lang="en-US" sz="1050" dirty="0">
              <a:solidFill>
                <a:schemeClr val="bg1">
                  <a:lumMod val="10000"/>
                </a:schemeClr>
              </a:solidFill>
            </a:endParaRPr>
          </a:p>
        </p:txBody>
      </p:sp>
      <p:sp>
        <p:nvSpPr>
          <p:cNvPr id="15" name="Google Shape;4359;p35">
            <a:extLst>
              <a:ext uri="{FF2B5EF4-FFF2-40B4-BE49-F238E27FC236}">
                <a16:creationId xmlns:a16="http://schemas.microsoft.com/office/drawing/2014/main" id="{C909E3A3-1E8A-2AF7-CF14-65C7D3D676AB}"/>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04</a:t>
            </a:r>
          </a:p>
        </p:txBody>
      </p:sp>
    </p:spTree>
    <p:extLst>
      <p:ext uri="{BB962C8B-B14F-4D97-AF65-F5344CB8AC3E}">
        <p14:creationId xmlns:p14="http://schemas.microsoft.com/office/powerpoint/2010/main" val="1704270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78">
          <a:extLst>
            <a:ext uri="{FF2B5EF4-FFF2-40B4-BE49-F238E27FC236}">
              <a16:creationId xmlns:a16="http://schemas.microsoft.com/office/drawing/2014/main" id="{80AAFF81-1D35-49FF-6A5B-68BD44A05D11}"/>
            </a:ext>
          </a:extLst>
        </p:cNvPr>
        <p:cNvGrpSpPr/>
        <p:nvPr/>
      </p:nvGrpSpPr>
      <p:grpSpPr>
        <a:xfrm>
          <a:off x="0" y="0"/>
          <a:ext cx="0" cy="0"/>
          <a:chOff x="0" y="0"/>
          <a:chExt cx="0" cy="0"/>
        </a:xfrm>
      </p:grpSpPr>
      <p:grpSp>
        <p:nvGrpSpPr>
          <p:cNvPr id="62" name="Google Shape;16312;p79">
            <a:extLst>
              <a:ext uri="{FF2B5EF4-FFF2-40B4-BE49-F238E27FC236}">
                <a16:creationId xmlns:a16="http://schemas.microsoft.com/office/drawing/2014/main" id="{FF0859D4-3943-D62A-C51B-154505048B42}"/>
              </a:ext>
            </a:extLst>
          </p:cNvPr>
          <p:cNvGrpSpPr>
            <a:grpSpLocks noChangeAspect="1"/>
          </p:cNvGrpSpPr>
          <p:nvPr/>
        </p:nvGrpSpPr>
        <p:grpSpPr>
          <a:xfrm>
            <a:off x="1821818" y="2254817"/>
            <a:ext cx="457200" cy="454519"/>
            <a:chOff x="4667216" y="2915382"/>
            <a:chExt cx="320273" cy="318395"/>
          </a:xfrm>
          <a:solidFill>
            <a:srgbClr val="7A0C0C"/>
          </a:solidFill>
        </p:grpSpPr>
        <p:sp>
          <p:nvSpPr>
            <p:cNvPr id="63" name="Google Shape;16313;p79">
              <a:extLst>
                <a:ext uri="{FF2B5EF4-FFF2-40B4-BE49-F238E27FC236}">
                  <a16:creationId xmlns:a16="http://schemas.microsoft.com/office/drawing/2014/main" id="{75BA69CB-A4B1-46D1-6F72-CBDB52160558}"/>
                </a:ext>
              </a:extLst>
            </p:cNvPr>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16314;p79">
              <a:extLst>
                <a:ext uri="{FF2B5EF4-FFF2-40B4-BE49-F238E27FC236}">
                  <a16:creationId xmlns:a16="http://schemas.microsoft.com/office/drawing/2014/main" id="{3CE8440C-3754-D219-A34A-B8FE60D6E742}"/>
                </a:ext>
              </a:extLst>
            </p:cNvPr>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16315;p79">
              <a:extLst>
                <a:ext uri="{FF2B5EF4-FFF2-40B4-BE49-F238E27FC236}">
                  <a16:creationId xmlns:a16="http://schemas.microsoft.com/office/drawing/2014/main" id="{7C9B7261-DBCD-EB49-3DDE-1769B22741E6}"/>
                </a:ext>
              </a:extLst>
            </p:cNvPr>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16316;p79">
              <a:extLst>
                <a:ext uri="{FF2B5EF4-FFF2-40B4-BE49-F238E27FC236}">
                  <a16:creationId xmlns:a16="http://schemas.microsoft.com/office/drawing/2014/main" id="{E4798CD3-119E-5470-2475-F5A9376EA678}"/>
                </a:ext>
              </a:extLst>
            </p:cNvPr>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4399;p38">
            <a:extLst>
              <a:ext uri="{FF2B5EF4-FFF2-40B4-BE49-F238E27FC236}">
                <a16:creationId xmlns:a16="http://schemas.microsoft.com/office/drawing/2014/main" id="{A5F42E7B-361D-1199-85E4-C977100CAC6F}"/>
              </a:ext>
            </a:extLst>
          </p:cNvPr>
          <p:cNvSpPr txBox="1">
            <a:spLocks/>
          </p:cNvSpPr>
          <p:nvPr/>
        </p:nvSpPr>
        <p:spPr>
          <a:xfrm>
            <a:off x="0" y="181429"/>
            <a:ext cx="4434114"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REPRESENTATION OF MARKET-BASKET DATA</a:t>
            </a:r>
            <a:endParaRPr lang="en-US" sz="5400" dirty="0"/>
          </a:p>
        </p:txBody>
      </p:sp>
      <mc:AlternateContent xmlns:mc="http://schemas.openxmlformats.org/markup-compatibility/2006" xmlns:a14="http://schemas.microsoft.com/office/drawing/2010/main">
        <mc:Choice Requires="a14">
          <p:sp>
            <p:nvSpPr>
              <p:cNvPr id="7" name="Google Shape;4403;p38">
                <a:extLst>
                  <a:ext uri="{FF2B5EF4-FFF2-40B4-BE49-F238E27FC236}">
                    <a16:creationId xmlns:a16="http://schemas.microsoft.com/office/drawing/2014/main" id="{12B138AC-65CD-2CF0-8115-54E22D8DCF91}"/>
                  </a:ext>
                </a:extLst>
              </p:cNvPr>
              <p:cNvSpPr txBox="1">
                <a:spLocks/>
              </p:cNvSpPr>
              <p:nvPr/>
            </p:nvSpPr>
            <p:spPr>
              <a:xfrm>
                <a:off x="780141" y="1162195"/>
                <a:ext cx="7293429" cy="650704"/>
              </a:xfrm>
              <a:prstGeom prst="rect">
                <a:avLst/>
              </a:prstGeom>
              <a:solidFill>
                <a:srgbClr val="F9F9F9"/>
              </a:solidFill>
              <a:ln w="12700">
                <a:solidFill>
                  <a:srgbClr val="7A0C0C"/>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14:m>
                  <m:oMathPara xmlns:m="http://schemas.openxmlformats.org/officeDocument/2006/math">
                    <m:oMathParaPr>
                      <m:jc m:val="centerGroup"/>
                    </m:oMathParaPr>
                    <m:oMath xmlns:m="http://schemas.openxmlformats.org/officeDocument/2006/math">
                      <m:limLow>
                        <m:limLowPr>
                          <m:ctrlPr>
                            <a:rPr lang="en-US" i="1" smtClean="0">
                              <a:latin typeface="Cambria Math" panose="02040503050406030204" pitchFamily="18" charset="0"/>
                              <a:ea typeface="Cambria Math" panose="02040503050406030204" pitchFamily="18" charset="0"/>
                            </a:rPr>
                          </m:ctrlPr>
                        </m:limLowPr>
                        <m:e>
                          <m:groupChr>
                            <m:groupChrPr>
                              <m:chr m:val="⏟"/>
                              <m:ctrlPr>
                                <a:rPr lang="en-US" i="1">
                                  <a:latin typeface="Cambria Math" panose="02040503050406030204" pitchFamily="18" charset="0"/>
                                  <a:ea typeface="Cambria Math" panose="02040503050406030204" pitchFamily="18" charset="0"/>
                                </a:rPr>
                              </m:ctrlPr>
                            </m:groupChrPr>
                            <m:e>
                              <m:d>
                                <m:dPr>
                                  <m:begChr m:val="{"/>
                                  <m:endChr m:val="}"/>
                                  <m:ctrlPr>
                                    <a:rPr lang="fr-FR" i="1">
                                      <a:latin typeface="Cambria Math" panose="02040503050406030204" pitchFamily="18" charset="0"/>
                                      <a:ea typeface="Cambria Math" panose="02040503050406030204" pitchFamily="18" charset="0"/>
                                    </a:rPr>
                                  </m:ctrlPr>
                                </m:dPr>
                                <m:e>
                                  <m:r>
                                    <m:rPr>
                                      <m:nor/>
                                    </m:rPr>
                                    <a:rPr lang="en-US" i="1" dirty="0">
                                      <a:latin typeface="Cambria Math" panose="02040503050406030204" pitchFamily="18" charset="0"/>
                                      <a:ea typeface="Cambria Math" panose="02040503050406030204" pitchFamily="18" charset="0"/>
                                    </a:rPr>
                                    <m:t>milk</m:t>
                                  </m:r>
                                  <m:r>
                                    <m:rPr>
                                      <m:nor/>
                                    </m:rPr>
                                    <a:rPr lang="en-US" i="1" dirty="0">
                                      <a:latin typeface="Cambria Math" panose="02040503050406030204" pitchFamily="18" charset="0"/>
                                      <a:ea typeface="Cambria Math" panose="02040503050406030204" pitchFamily="18" charset="0"/>
                                    </a:rPr>
                                    <m:t>, </m:t>
                                  </m:r>
                                  <m:r>
                                    <m:rPr>
                                      <m:nor/>
                                    </m:rPr>
                                    <a:rPr lang="en-US" i="1" dirty="0">
                                      <a:latin typeface="Cambria Math" panose="02040503050406030204" pitchFamily="18" charset="0"/>
                                      <a:ea typeface="Cambria Math" panose="02040503050406030204" pitchFamily="18" charset="0"/>
                                    </a:rPr>
                                    <m:t>apple</m:t>
                                  </m:r>
                                  <m:r>
                                    <m:rPr>
                                      <m:nor/>
                                    </m:rPr>
                                    <a:rPr lang="fr-FR" i="1" dirty="0">
                                      <a:latin typeface="Cambria Math" panose="02040503050406030204" pitchFamily="18" charset="0"/>
                                      <a:ea typeface="Cambria Math" panose="02040503050406030204" pitchFamily="18" charset="0"/>
                                    </a:rPr>
                                    <m:t>, …, </m:t>
                                  </m:r>
                                  <m:r>
                                    <m:rPr>
                                      <m:nor/>
                                    </m:rPr>
                                    <a:rPr lang="fr-FR" i="1" dirty="0">
                                      <a:latin typeface="Cambria Math" panose="02040503050406030204" pitchFamily="18" charset="0"/>
                                      <a:ea typeface="Cambria Math" panose="02040503050406030204" pitchFamily="18" charset="0"/>
                                    </a:rPr>
                                    <m:t>banana</m:t>
                                  </m:r>
                                  <m:r>
                                    <m:rPr>
                                      <m:nor/>
                                    </m:rPr>
                                    <a:rPr lang="fr-FR" i="1" dirty="0">
                                      <a:latin typeface="Cambria Math" panose="02040503050406030204" pitchFamily="18" charset="0"/>
                                      <a:ea typeface="Cambria Math" panose="02040503050406030204" pitchFamily="18" charset="0"/>
                                    </a:rPr>
                                    <m:t>, </m:t>
                                  </m:r>
                                  <m:r>
                                    <m:rPr>
                                      <m:nor/>
                                    </m:rPr>
                                    <a:rPr lang="en-US" i="1" dirty="0">
                                      <a:latin typeface="Cambria Math" panose="02040503050406030204" pitchFamily="18" charset="0"/>
                                      <a:ea typeface="Cambria Math" panose="02040503050406030204" pitchFamily="18" charset="0"/>
                                    </a:rPr>
                                    <m:t>carrot</m:t>
                                  </m:r>
                                  <m:r>
                                    <a:rPr lang="fr-FR" b="0" i="1" dirty="0" smtClean="0">
                                      <a:latin typeface="Cambria Math" panose="02040503050406030204" pitchFamily="18" charset="0"/>
                                      <a:ea typeface="Cambria Math" panose="02040503050406030204" pitchFamily="18" charset="0"/>
                                    </a:rPr>
                                    <m:t> </m:t>
                                  </m:r>
                                </m:e>
                              </m:d>
                            </m:e>
                          </m:groupChr>
                        </m:e>
                        <m:lim>
                          <m:r>
                            <m:rPr>
                              <m:nor/>
                            </m:rPr>
                            <a:rPr lang="fr-FR" i="1">
                              <a:latin typeface="Cambria Math" panose="02040503050406030204" pitchFamily="18" charset="0"/>
                              <a:ea typeface="Cambria Math" panose="02040503050406030204" pitchFamily="18" charset="0"/>
                            </a:rPr>
                            <m:t>basket</m:t>
                          </m:r>
                          <m:r>
                            <m:rPr>
                              <m:nor/>
                            </m:rPr>
                            <a:rPr lang="fr-FR" i="1">
                              <a:latin typeface="Cambria Math" panose="02040503050406030204" pitchFamily="18" charset="0"/>
                              <a:ea typeface="Cambria Math" panose="02040503050406030204" pitchFamily="18" charset="0"/>
                            </a:rPr>
                            <m:t> </m:t>
                          </m:r>
                          <m:r>
                            <m:rPr>
                              <m:nor/>
                            </m:rPr>
                            <a:rPr lang="fr-FR" i="1">
                              <a:latin typeface="Cambria Math" panose="02040503050406030204" pitchFamily="18" charset="0"/>
                              <a:ea typeface="Cambria Math" panose="02040503050406030204" pitchFamily="18" charset="0"/>
                            </a:rPr>
                            <m:t>with</m:t>
                          </m:r>
                          <m:r>
                            <m:rPr>
                              <m:nor/>
                            </m:rPr>
                            <a:rPr lang="fr-FR" i="1">
                              <a:latin typeface="Cambria Math" panose="02040503050406030204" pitchFamily="18" charset="0"/>
                              <a:ea typeface="Cambria Math" panose="02040503050406030204" pitchFamily="18" charset="0"/>
                            </a:rPr>
                            <m:t> </m:t>
                          </m:r>
                          <m:r>
                            <m:rPr>
                              <m:nor/>
                            </m:rPr>
                            <a:rPr lang="fr-FR" i="1">
                              <a:latin typeface="Cambria Math" panose="02040503050406030204" pitchFamily="18" charset="0"/>
                              <a:ea typeface="Cambria Math" panose="02040503050406030204" pitchFamily="18" charset="0"/>
                            </a:rPr>
                            <m:t>items</m:t>
                          </m:r>
                          <m:r>
                            <m:rPr>
                              <m:nor/>
                            </m:rPr>
                            <a:rPr lang="fr-FR" i="1">
                              <a:latin typeface="Cambria Math" panose="02040503050406030204" pitchFamily="18" charset="0"/>
                              <a:ea typeface="Cambria Math" panose="02040503050406030204" pitchFamily="18" charset="0"/>
                            </a:rPr>
                            <m:t> </m:t>
                          </m:r>
                        </m:lim>
                      </m:limLow>
                      <m:r>
                        <a:rPr lang="fr-FR" i="1">
                          <a:latin typeface="Cambria Math" panose="02040503050406030204" pitchFamily="18" charset="0"/>
                          <a:ea typeface="Cambria Math" panose="02040503050406030204" pitchFamily="18" charset="0"/>
                        </a:rPr>
                        <m:t>; </m:t>
                      </m:r>
                      <m:d>
                        <m:dPr>
                          <m:begChr m:val="{"/>
                          <m:endChr m:val="}"/>
                          <m:ctrlPr>
                            <a:rPr lang="fr-FR" i="1">
                              <a:latin typeface="Cambria Math" panose="02040503050406030204" pitchFamily="18" charset="0"/>
                              <a:ea typeface="Cambria Math" panose="02040503050406030204" pitchFamily="18" charset="0"/>
                            </a:rPr>
                          </m:ctrlPr>
                        </m:dPr>
                        <m:e>
                          <m:r>
                            <m:rPr>
                              <m:nor/>
                            </m:rPr>
                            <a:rPr lang="fr-FR" i="1" dirty="0">
                              <a:latin typeface="Cambria Math" panose="02040503050406030204" pitchFamily="18" charset="0"/>
                              <a:ea typeface="Cambria Math" panose="02040503050406030204" pitchFamily="18" charset="0"/>
                            </a:rPr>
                            <m:t>coca</m:t>
                          </m:r>
                          <m:r>
                            <m:rPr>
                              <m:nor/>
                            </m:rPr>
                            <a:rPr lang="en-US" i="1" dirty="0">
                              <a:latin typeface="Cambria Math" panose="02040503050406030204" pitchFamily="18" charset="0"/>
                              <a:ea typeface="Cambria Math" panose="02040503050406030204" pitchFamily="18" charset="0"/>
                            </a:rPr>
                            <m:t>,</m:t>
                          </m:r>
                          <m:r>
                            <m:rPr>
                              <m:nor/>
                            </m:rPr>
                            <a:rPr lang="fr-FR" b="0" i="1" dirty="0" smtClean="0">
                              <a:latin typeface="Cambria Math" panose="02040503050406030204" pitchFamily="18" charset="0"/>
                              <a:ea typeface="Cambria Math" panose="02040503050406030204" pitchFamily="18" charset="0"/>
                            </a:rPr>
                            <m:t> </m:t>
                          </m:r>
                          <m:r>
                            <m:rPr>
                              <m:nor/>
                            </m:rPr>
                            <a:rPr lang="fr-FR" i="1" dirty="0">
                              <a:latin typeface="Cambria Math" panose="02040503050406030204" pitchFamily="18" charset="0"/>
                              <a:ea typeface="Cambria Math" panose="02040503050406030204" pitchFamily="18" charset="0"/>
                            </a:rPr>
                            <m:t>fish</m:t>
                          </m:r>
                          <m:r>
                            <m:rPr>
                              <m:nor/>
                            </m:rPr>
                            <a:rPr lang="fr-FR" i="1" dirty="0">
                              <a:latin typeface="Cambria Math" panose="02040503050406030204" pitchFamily="18" charset="0"/>
                              <a:ea typeface="Cambria Math" panose="02040503050406030204" pitchFamily="18" charset="0"/>
                            </a:rPr>
                            <m:t>, …, </m:t>
                          </m:r>
                          <m:r>
                            <m:rPr>
                              <m:nor/>
                            </m:rPr>
                            <a:rPr lang="fr-FR" i="1" dirty="0">
                              <a:latin typeface="Cambria Math" panose="02040503050406030204" pitchFamily="18" charset="0"/>
                              <a:ea typeface="Cambria Math" panose="02040503050406030204" pitchFamily="18" charset="0"/>
                            </a:rPr>
                            <m:t>cake</m:t>
                          </m:r>
                          <m:r>
                            <m:rPr>
                              <m:nor/>
                            </m:rPr>
                            <a:rPr lang="fr-FR" i="1" dirty="0">
                              <a:latin typeface="Cambria Math" panose="02040503050406030204" pitchFamily="18" charset="0"/>
                              <a:ea typeface="Cambria Math" panose="02040503050406030204" pitchFamily="18" charset="0"/>
                            </a:rPr>
                            <m:t>, </m:t>
                          </m:r>
                          <m:r>
                            <m:rPr>
                              <m:nor/>
                            </m:rPr>
                            <a:rPr lang="fr-FR" i="1" dirty="0">
                              <a:latin typeface="Cambria Math" panose="02040503050406030204" pitchFamily="18" charset="0"/>
                              <a:ea typeface="Cambria Math" panose="02040503050406030204" pitchFamily="18" charset="0"/>
                            </a:rPr>
                            <m:t>peer</m:t>
                          </m:r>
                          <m:r>
                            <a:rPr lang="fr-FR" b="0" i="1" dirty="0" smtClean="0">
                              <a:latin typeface="Cambria Math" panose="02040503050406030204" pitchFamily="18" charset="0"/>
                              <a:ea typeface="Cambria Math" panose="02040503050406030204" pitchFamily="18" charset="0"/>
                            </a:rPr>
                            <m:t> </m:t>
                          </m:r>
                        </m:e>
                      </m:d>
                      <m:r>
                        <a:rPr lang="fr-FR" i="1" dirty="0">
                          <a:latin typeface="Cambria Math" panose="02040503050406030204" pitchFamily="18" charset="0"/>
                          <a:ea typeface="Cambria Math" panose="02040503050406030204" pitchFamily="18" charset="0"/>
                        </a:rPr>
                        <m:t>; …; </m:t>
                      </m:r>
                      <m:d>
                        <m:dPr>
                          <m:begChr m:val="{"/>
                          <m:endChr m:val="}"/>
                          <m:ctrlPr>
                            <a:rPr lang="fr-FR" i="1">
                              <a:latin typeface="Cambria Math" panose="02040503050406030204" pitchFamily="18" charset="0"/>
                              <a:ea typeface="Cambria Math" panose="02040503050406030204" pitchFamily="18" charset="0"/>
                            </a:rPr>
                          </m:ctrlPr>
                        </m:dPr>
                        <m:e>
                          <m:r>
                            <m:rPr>
                              <m:nor/>
                            </m:rPr>
                            <a:rPr lang="fr-FR" i="1" dirty="0">
                              <a:latin typeface="Cambria Math" panose="02040503050406030204" pitchFamily="18" charset="0"/>
                              <a:ea typeface="Cambria Math" panose="02040503050406030204" pitchFamily="18" charset="0"/>
                            </a:rPr>
                            <m:t>meat</m:t>
                          </m:r>
                          <m:r>
                            <m:rPr>
                              <m:nor/>
                            </m:rPr>
                            <a:rPr lang="en-US" i="1" dirty="0">
                              <a:latin typeface="Cambria Math" panose="02040503050406030204" pitchFamily="18" charset="0"/>
                              <a:ea typeface="Cambria Math" panose="02040503050406030204" pitchFamily="18" charset="0"/>
                            </a:rPr>
                            <m:t>, </m:t>
                          </m:r>
                          <m:r>
                            <m:rPr>
                              <m:nor/>
                            </m:rPr>
                            <a:rPr lang="en-US" i="1" dirty="0">
                              <a:latin typeface="Cambria Math" panose="02040503050406030204" pitchFamily="18" charset="0"/>
                              <a:ea typeface="Cambria Math" panose="02040503050406030204" pitchFamily="18" charset="0"/>
                            </a:rPr>
                            <m:t>apple</m:t>
                          </m:r>
                          <m:r>
                            <m:rPr>
                              <m:nor/>
                            </m:rPr>
                            <a:rPr lang="fr-FR" i="1" dirty="0">
                              <a:latin typeface="Cambria Math" panose="02040503050406030204" pitchFamily="18" charset="0"/>
                              <a:ea typeface="Cambria Math" panose="02040503050406030204" pitchFamily="18" charset="0"/>
                            </a:rPr>
                            <m:t>, …, </m:t>
                          </m:r>
                          <m:r>
                            <m:rPr>
                              <m:nor/>
                            </m:rPr>
                            <a:rPr lang="fr-FR" i="1" dirty="0">
                              <a:latin typeface="Cambria Math" panose="02040503050406030204" pitchFamily="18" charset="0"/>
                              <a:ea typeface="Cambria Math" panose="02040503050406030204" pitchFamily="18" charset="0"/>
                            </a:rPr>
                            <m:t>fish</m:t>
                          </m:r>
                          <m:r>
                            <m:rPr>
                              <m:nor/>
                            </m:rPr>
                            <a:rPr lang="fr-FR" i="1" dirty="0">
                              <a:latin typeface="Cambria Math" panose="02040503050406030204" pitchFamily="18" charset="0"/>
                              <a:ea typeface="Cambria Math" panose="02040503050406030204" pitchFamily="18" charset="0"/>
                            </a:rPr>
                            <m:t>, </m:t>
                          </m:r>
                          <m:r>
                            <m:rPr>
                              <m:nor/>
                            </m:rPr>
                            <a:rPr lang="fr-FR" b="0" i="1" dirty="0" smtClean="0">
                              <a:latin typeface="Cambria Math" panose="02040503050406030204" pitchFamily="18" charset="0"/>
                              <a:ea typeface="Cambria Math" panose="02040503050406030204" pitchFamily="18" charset="0"/>
                            </a:rPr>
                            <m:t>egg</m:t>
                          </m:r>
                          <m:r>
                            <m:rPr>
                              <m:nor/>
                            </m:rPr>
                            <a:rPr lang="fr-FR" b="0" i="1" dirty="0" smtClean="0">
                              <a:latin typeface="Cambria Math" panose="02040503050406030204" pitchFamily="18" charset="0"/>
                              <a:ea typeface="Cambria Math" panose="02040503050406030204" pitchFamily="18" charset="0"/>
                            </a:rPr>
                            <m:t> </m:t>
                          </m:r>
                        </m:e>
                      </m:d>
                    </m:oMath>
                  </m:oMathPara>
                </a14:m>
                <a:endParaRPr lang="en-US" i="1" dirty="0">
                  <a:solidFill>
                    <a:srgbClr val="FF0000"/>
                  </a:solidFill>
                  <a:latin typeface="Cambria Math" panose="02040503050406030204" pitchFamily="18" charset="0"/>
                  <a:ea typeface="Cambria Math" panose="02040503050406030204" pitchFamily="18" charset="0"/>
                </a:endParaRPr>
              </a:p>
              <a:p>
                <a:pPr algn="ctr"/>
                <a:endParaRPr lang="en-US" dirty="0">
                  <a:latin typeface="Cambria Math" panose="02040503050406030204" pitchFamily="18" charset="0"/>
                  <a:ea typeface="Cambria Math" panose="02040503050406030204" pitchFamily="18" charset="0"/>
                </a:endParaRPr>
              </a:p>
            </p:txBody>
          </p:sp>
        </mc:Choice>
        <mc:Fallback xmlns="">
          <p:sp>
            <p:nvSpPr>
              <p:cNvPr id="7" name="Google Shape;4403;p38">
                <a:extLst>
                  <a:ext uri="{FF2B5EF4-FFF2-40B4-BE49-F238E27FC236}">
                    <a16:creationId xmlns:a16="http://schemas.microsoft.com/office/drawing/2014/main" id="{12B138AC-65CD-2CF0-8115-54E22D8DCF91}"/>
                  </a:ext>
                </a:extLst>
              </p:cNvPr>
              <p:cNvSpPr txBox="1">
                <a:spLocks noRot="1" noChangeAspect="1" noMove="1" noResize="1" noEditPoints="1" noAdjustHandles="1" noChangeArrowheads="1" noChangeShapeType="1" noTextEdit="1"/>
              </p:cNvSpPr>
              <p:nvPr/>
            </p:nvSpPr>
            <p:spPr>
              <a:xfrm>
                <a:off x="780141" y="1162195"/>
                <a:ext cx="7293429" cy="650704"/>
              </a:xfrm>
              <a:prstGeom prst="rect">
                <a:avLst/>
              </a:prstGeom>
              <a:blipFill>
                <a:blip r:embed="rId3"/>
                <a:stretch>
                  <a:fillRect/>
                </a:stretch>
              </a:blipFill>
              <a:ln w="12700">
                <a:solidFill>
                  <a:srgbClr val="7A0C0C"/>
                </a:solidFill>
              </a:ln>
            </p:spPr>
            <p:txBody>
              <a:bodyPr/>
              <a:lstStyle/>
              <a:p>
                <a:r>
                  <a:rPr lang="en-US">
                    <a:noFill/>
                  </a:rPr>
                  <a:t> </a:t>
                </a:r>
              </a:p>
            </p:txBody>
          </p:sp>
        </mc:Fallback>
      </mc:AlternateContent>
      <p:sp>
        <p:nvSpPr>
          <p:cNvPr id="17" name="Google Shape;4400;p38">
            <a:extLst>
              <a:ext uri="{FF2B5EF4-FFF2-40B4-BE49-F238E27FC236}">
                <a16:creationId xmlns:a16="http://schemas.microsoft.com/office/drawing/2014/main" id="{A14FDCB1-F5F5-977E-931A-D13C9A74AE90}"/>
              </a:ext>
            </a:extLst>
          </p:cNvPr>
          <p:cNvSpPr txBox="1">
            <a:spLocks/>
          </p:cNvSpPr>
          <p:nvPr/>
        </p:nvSpPr>
        <p:spPr>
          <a:xfrm>
            <a:off x="588953" y="2670228"/>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Problem</a:t>
            </a:r>
          </a:p>
        </p:txBody>
      </p:sp>
      <mc:AlternateContent xmlns:mc="http://schemas.openxmlformats.org/markup-compatibility/2006" xmlns:a14="http://schemas.microsoft.com/office/drawing/2010/main">
        <mc:Choice Requires="a14">
          <p:sp>
            <p:nvSpPr>
              <p:cNvPr id="20" name="Google Shape;4403;p38">
                <a:extLst>
                  <a:ext uri="{FF2B5EF4-FFF2-40B4-BE49-F238E27FC236}">
                    <a16:creationId xmlns:a16="http://schemas.microsoft.com/office/drawing/2014/main" id="{1F06A4B2-498E-8B14-DB6C-1C468758D144}"/>
                  </a:ext>
                </a:extLst>
              </p:cNvPr>
              <p:cNvSpPr txBox="1">
                <a:spLocks/>
              </p:cNvSpPr>
              <p:nvPr/>
            </p:nvSpPr>
            <p:spPr>
              <a:xfrm>
                <a:off x="607568" y="3099685"/>
                <a:ext cx="2885700"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Generation of </a:t>
                </a:r>
                <a:r>
                  <a:rPr lang="fr-FR" sz="1200" dirty="0"/>
                  <a:t>size of the itemsets </a:t>
                </a:r>
                <a14:m>
                  <m:oMath xmlns:m="http://schemas.openxmlformats.org/officeDocument/2006/math">
                    <m:r>
                      <a:rPr lang="fr-FR" sz="1200" b="0" i="1" smtClean="0">
                        <a:latin typeface="Cambria Math" panose="02040503050406030204" pitchFamily="18" charset="0"/>
                      </a:rPr>
                      <m:t>𝑘</m:t>
                    </m:r>
                  </m:oMath>
                </a14:m>
                <a:r>
                  <a:rPr lang="en-US" sz="1200" dirty="0"/>
                  <a:t>.</a:t>
                </a:r>
              </a:p>
            </p:txBody>
          </p:sp>
        </mc:Choice>
        <mc:Fallback xmlns="">
          <p:sp>
            <p:nvSpPr>
              <p:cNvPr id="20" name="Google Shape;4403;p38">
                <a:extLst>
                  <a:ext uri="{FF2B5EF4-FFF2-40B4-BE49-F238E27FC236}">
                    <a16:creationId xmlns:a16="http://schemas.microsoft.com/office/drawing/2014/main" id="{1F06A4B2-498E-8B14-DB6C-1C468758D144}"/>
                  </a:ext>
                </a:extLst>
              </p:cNvPr>
              <p:cNvSpPr txBox="1">
                <a:spLocks noRot="1" noChangeAspect="1" noMove="1" noResize="1" noEditPoints="1" noAdjustHandles="1" noChangeArrowheads="1" noChangeShapeType="1" noTextEdit="1"/>
              </p:cNvSpPr>
              <p:nvPr/>
            </p:nvSpPr>
            <p:spPr>
              <a:xfrm>
                <a:off x="607568" y="3099685"/>
                <a:ext cx="2885700" cy="335866"/>
              </a:xfrm>
              <a:prstGeom prst="rect">
                <a:avLst/>
              </a:prstGeom>
              <a:blipFill>
                <a:blip r:embed="rId4"/>
                <a:stretch>
                  <a:fillRect b="-3571"/>
                </a:stretch>
              </a:blipFill>
            </p:spPr>
            <p:txBody>
              <a:bodyPr/>
              <a:lstStyle/>
              <a:p>
                <a:r>
                  <a:rPr lang="en-US">
                    <a:noFill/>
                  </a:rPr>
                  <a:t> </a:t>
                </a:r>
              </a:p>
            </p:txBody>
          </p:sp>
        </mc:Fallback>
      </mc:AlternateContent>
      <p:cxnSp>
        <p:nvCxnSpPr>
          <p:cNvPr id="44" name="Connecteur droit 43">
            <a:extLst>
              <a:ext uri="{FF2B5EF4-FFF2-40B4-BE49-F238E27FC236}">
                <a16:creationId xmlns:a16="http://schemas.microsoft.com/office/drawing/2014/main" id="{448B30F0-2E5A-CD39-FB75-D5AC1B52001D}"/>
              </a:ext>
            </a:extLst>
          </p:cNvPr>
          <p:cNvCxnSpPr/>
          <p:nvPr/>
        </p:nvCxnSpPr>
        <p:spPr>
          <a:xfrm flipV="1">
            <a:off x="-49710" y="2111829"/>
            <a:ext cx="9324000" cy="0"/>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cxnSp>
        <p:nvCxnSpPr>
          <p:cNvPr id="46" name="Connecteur droit 45">
            <a:extLst>
              <a:ext uri="{FF2B5EF4-FFF2-40B4-BE49-F238E27FC236}">
                <a16:creationId xmlns:a16="http://schemas.microsoft.com/office/drawing/2014/main" id="{33CF1D0B-E06C-6F4E-0427-3E60C21DC03F}"/>
              </a:ext>
            </a:extLst>
          </p:cNvPr>
          <p:cNvCxnSpPr/>
          <p:nvPr/>
        </p:nvCxnSpPr>
        <p:spPr>
          <a:xfrm>
            <a:off x="4426856" y="2110144"/>
            <a:ext cx="0" cy="3084285"/>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sp>
        <p:nvSpPr>
          <p:cNvPr id="55" name="Google Shape;4400;p38">
            <a:extLst>
              <a:ext uri="{FF2B5EF4-FFF2-40B4-BE49-F238E27FC236}">
                <a16:creationId xmlns:a16="http://schemas.microsoft.com/office/drawing/2014/main" id="{503A24EC-C601-7A5E-C968-79025851794A}"/>
              </a:ext>
            </a:extLst>
          </p:cNvPr>
          <p:cNvSpPr txBox="1">
            <a:spLocks/>
          </p:cNvSpPr>
          <p:nvPr/>
        </p:nvSpPr>
        <p:spPr>
          <a:xfrm>
            <a:off x="5466150" y="2670228"/>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Solution</a:t>
            </a:r>
          </a:p>
        </p:txBody>
      </p:sp>
      <mc:AlternateContent xmlns:mc="http://schemas.openxmlformats.org/markup-compatibility/2006" xmlns:a14="http://schemas.microsoft.com/office/drawing/2010/main">
        <mc:Choice Requires="a14">
          <p:sp>
            <p:nvSpPr>
              <p:cNvPr id="56" name="Google Shape;4403;p38">
                <a:extLst>
                  <a:ext uri="{FF2B5EF4-FFF2-40B4-BE49-F238E27FC236}">
                    <a16:creationId xmlns:a16="http://schemas.microsoft.com/office/drawing/2014/main" id="{91F724AC-EB46-756E-BCE9-293D9A5B8226}"/>
                  </a:ext>
                </a:extLst>
              </p:cNvPr>
              <p:cNvSpPr txBox="1">
                <a:spLocks/>
              </p:cNvSpPr>
              <p:nvPr/>
            </p:nvSpPr>
            <p:spPr>
              <a:xfrm>
                <a:off x="5022009" y="3161147"/>
                <a:ext cx="3848085" cy="69600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lgn="ctr">
                  <a:buFont typeface="Arial" panose="020B0604020202020204" pitchFamily="34" charset="0"/>
                  <a:buChar char="•"/>
                </a:pPr>
                <a14:m>
                  <m:oMath xmlns:m="http://schemas.openxmlformats.org/officeDocument/2006/math">
                    <m:r>
                      <a:rPr lang="fr-FR" sz="1200" b="0" i="1" smtClean="0">
                        <a:solidFill>
                          <a:schemeClr val="bg1">
                            <a:lumMod val="10000"/>
                          </a:schemeClr>
                        </a:solidFill>
                        <a:latin typeface="Cambria Math" panose="02040503050406030204" pitchFamily="18" charset="0"/>
                        <a:ea typeface="Cambria Math" panose="02040503050406030204" pitchFamily="18" charset="0"/>
                      </a:rPr>
                      <m:t>2≤</m:t>
                    </m:r>
                    <m:r>
                      <a:rPr lang="fr-FR" sz="1200" b="0" i="1" smtClean="0">
                        <a:solidFill>
                          <a:schemeClr val="bg1">
                            <a:lumMod val="10000"/>
                          </a:schemeClr>
                        </a:solidFill>
                        <a:latin typeface="Cambria Math" panose="02040503050406030204" pitchFamily="18" charset="0"/>
                      </a:rPr>
                      <m:t>𝑘</m:t>
                    </m:r>
                    <m:r>
                      <a:rPr lang="fr-FR" sz="1200" b="0" i="1" smtClean="0">
                        <a:solidFill>
                          <a:schemeClr val="bg1">
                            <a:lumMod val="10000"/>
                          </a:schemeClr>
                        </a:solidFill>
                        <a:latin typeface="Cambria Math" panose="02040503050406030204" pitchFamily="18" charset="0"/>
                        <a:ea typeface="Cambria Math" panose="02040503050406030204" pitchFamily="18" charset="0"/>
                      </a:rPr>
                      <m:t>≤4</m:t>
                    </m:r>
                  </m:oMath>
                </a14:m>
                <a:endParaRPr lang="fr-FR" sz="1200" b="0" dirty="0">
                  <a:solidFill>
                    <a:schemeClr val="bg1">
                      <a:lumMod val="10000"/>
                    </a:schemeClr>
                  </a:solidFill>
                  <a:ea typeface="Cambria Math" panose="02040503050406030204" pitchFamily="18" charset="0"/>
                </a:endParaRPr>
              </a:p>
              <a:p>
                <a:pPr algn="ctr"/>
                <a:endParaRPr lang="fr-FR" sz="1200" b="0" dirty="0">
                  <a:solidFill>
                    <a:schemeClr val="bg1">
                      <a:lumMod val="10000"/>
                    </a:schemeClr>
                  </a:solidFill>
                  <a:ea typeface="Cambria Math" panose="02040503050406030204" pitchFamily="18" charset="0"/>
                </a:endParaRPr>
              </a:p>
              <a:p>
                <a:pPr marL="171450" indent="-171450" algn="ctr">
                  <a:buFont typeface="Arial" panose="020B0604020202020204" pitchFamily="34" charset="0"/>
                  <a:buChar char="•"/>
                </a:pPr>
                <a14:m>
                  <m:oMath xmlns:m="http://schemas.openxmlformats.org/officeDocument/2006/math">
                    <m:r>
                      <a:rPr lang="fr-FR" sz="1200" b="0" i="1" smtClean="0">
                        <a:solidFill>
                          <a:schemeClr val="bg1">
                            <a:lumMod val="10000"/>
                          </a:schemeClr>
                        </a:solidFill>
                        <a:latin typeface="Cambria Math" panose="02040503050406030204" pitchFamily="18" charset="0"/>
                      </a:rPr>
                      <m:t>𝐼𝑓</m:t>
                    </m:r>
                    <m:r>
                      <a:rPr lang="fr-FR" sz="1200" b="0" i="1" smtClean="0">
                        <a:solidFill>
                          <a:schemeClr val="bg1">
                            <a:lumMod val="10000"/>
                          </a:schemeClr>
                        </a:solidFill>
                        <a:latin typeface="Cambria Math" panose="02040503050406030204" pitchFamily="18" charset="0"/>
                      </a:rPr>
                      <m:t> </m:t>
                    </m:r>
                    <m:r>
                      <a:rPr lang="fr-FR" sz="1200" b="0" i="1" smtClean="0">
                        <a:solidFill>
                          <a:schemeClr val="bg1">
                            <a:lumMod val="10000"/>
                          </a:schemeClr>
                        </a:solidFill>
                        <a:latin typeface="Cambria Math" panose="02040503050406030204" pitchFamily="18" charset="0"/>
                      </a:rPr>
                      <m:t>𝑘</m:t>
                    </m:r>
                    <m:r>
                      <a:rPr lang="fr-FR" sz="1200" b="0" i="1" smtClean="0">
                        <a:solidFill>
                          <a:schemeClr val="bg1">
                            <a:lumMod val="10000"/>
                          </a:schemeClr>
                        </a:solidFill>
                        <a:latin typeface="Cambria Math" panose="02040503050406030204" pitchFamily="18" charset="0"/>
                        <a:ea typeface="Cambria Math" panose="02040503050406030204" pitchFamily="18" charset="0"/>
                      </a:rPr>
                      <m:t>&gt;4, </m:t>
                    </m:r>
                    <m:r>
                      <a:rPr lang="fr-FR" sz="1200" b="0" i="1" smtClean="0">
                        <a:solidFill>
                          <a:schemeClr val="bg1">
                            <a:lumMod val="10000"/>
                          </a:schemeClr>
                        </a:solidFill>
                        <a:latin typeface="Cambria Math" panose="02040503050406030204" pitchFamily="18" charset="0"/>
                        <a:ea typeface="Cambria Math" panose="02040503050406030204" pitchFamily="18" charset="0"/>
                      </a:rPr>
                      <m:t>𝑛</m:t>
                    </m:r>
                    <m:r>
                      <a:rPr lang="fr-FR" sz="1200" b="0" i="1" smtClean="0">
                        <a:solidFill>
                          <a:schemeClr val="bg1">
                            <a:lumMod val="10000"/>
                          </a:schemeClr>
                        </a:solidFill>
                        <a:latin typeface="Cambria Math" panose="02040503050406030204" pitchFamily="18" charset="0"/>
                        <a:ea typeface="Cambria Math" panose="02040503050406030204" pitchFamily="18" charset="0"/>
                      </a:rPr>
                      <m:t>↙</m:t>
                    </m:r>
                  </m:oMath>
                </a14:m>
                <a:endParaRPr lang="en-US" sz="1200" dirty="0">
                  <a:solidFill>
                    <a:schemeClr val="bg1">
                      <a:lumMod val="10000"/>
                    </a:schemeClr>
                  </a:solidFill>
                </a:endParaRPr>
              </a:p>
            </p:txBody>
          </p:sp>
        </mc:Choice>
        <mc:Fallback xmlns="">
          <p:sp>
            <p:nvSpPr>
              <p:cNvPr id="56" name="Google Shape;4403;p38">
                <a:extLst>
                  <a:ext uri="{FF2B5EF4-FFF2-40B4-BE49-F238E27FC236}">
                    <a16:creationId xmlns:a16="http://schemas.microsoft.com/office/drawing/2014/main" id="{91F724AC-EB46-756E-BCE9-293D9A5B8226}"/>
                  </a:ext>
                </a:extLst>
              </p:cNvPr>
              <p:cNvSpPr txBox="1">
                <a:spLocks noRot="1" noChangeAspect="1" noMove="1" noResize="1" noEditPoints="1" noAdjustHandles="1" noChangeArrowheads="1" noChangeShapeType="1" noTextEdit="1"/>
              </p:cNvSpPr>
              <p:nvPr/>
            </p:nvSpPr>
            <p:spPr>
              <a:xfrm>
                <a:off x="5022009" y="3161147"/>
                <a:ext cx="3848085" cy="696001"/>
              </a:xfrm>
              <a:prstGeom prst="rect">
                <a:avLst/>
              </a:prstGeom>
              <a:blipFill>
                <a:blip r:embed="rId5"/>
                <a:stretch>
                  <a:fillRect b="-3509"/>
                </a:stretch>
              </a:blipFill>
            </p:spPr>
            <p:txBody>
              <a:bodyPr/>
              <a:lstStyle/>
              <a:p>
                <a:r>
                  <a:rPr lang="en-US">
                    <a:noFill/>
                  </a:rPr>
                  <a:t> </a:t>
                </a:r>
              </a:p>
            </p:txBody>
          </p:sp>
        </mc:Fallback>
      </mc:AlternateContent>
      <p:grpSp>
        <p:nvGrpSpPr>
          <p:cNvPr id="4547" name="Google Shape;15342;p77">
            <a:extLst>
              <a:ext uri="{FF2B5EF4-FFF2-40B4-BE49-F238E27FC236}">
                <a16:creationId xmlns:a16="http://schemas.microsoft.com/office/drawing/2014/main" id="{26B1E072-2713-0DE5-D43E-797D092EB104}"/>
              </a:ext>
            </a:extLst>
          </p:cNvPr>
          <p:cNvGrpSpPr>
            <a:grpSpLocks noChangeAspect="1"/>
          </p:cNvGrpSpPr>
          <p:nvPr/>
        </p:nvGrpSpPr>
        <p:grpSpPr>
          <a:xfrm>
            <a:off x="6745020" y="2208405"/>
            <a:ext cx="346930" cy="453600"/>
            <a:chOff x="1367060" y="2422129"/>
            <a:chExt cx="269261" cy="352050"/>
          </a:xfrm>
          <a:solidFill>
            <a:srgbClr val="7A0C0C"/>
          </a:solidFill>
        </p:grpSpPr>
        <p:sp>
          <p:nvSpPr>
            <p:cNvPr id="4548" name="Google Shape;15343;p77">
              <a:extLst>
                <a:ext uri="{FF2B5EF4-FFF2-40B4-BE49-F238E27FC236}">
                  <a16:creationId xmlns:a16="http://schemas.microsoft.com/office/drawing/2014/main" id="{84755DB7-53D1-DCB5-108D-45457C63761D}"/>
                </a:ext>
              </a:extLst>
            </p:cNvPr>
            <p:cNvSpPr/>
            <p:nvPr/>
          </p:nvSpPr>
          <p:spPr>
            <a:xfrm>
              <a:off x="1392059" y="2651857"/>
              <a:ext cx="129160" cy="122322"/>
            </a:xfrm>
            <a:custGeom>
              <a:avLst/>
              <a:gdLst/>
              <a:ahLst/>
              <a:cxnLst/>
              <a:rect l="l" t="t" r="r" b="b"/>
              <a:pathLst>
                <a:path w="4061" h="3846" extrusionOk="0">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15344;p77">
              <a:extLst>
                <a:ext uri="{FF2B5EF4-FFF2-40B4-BE49-F238E27FC236}">
                  <a16:creationId xmlns:a16="http://schemas.microsoft.com/office/drawing/2014/main" id="{E98F4066-CFE2-0525-A383-A70DF500AA5E}"/>
                </a:ext>
              </a:extLst>
            </p:cNvPr>
            <p:cNvSpPr/>
            <p:nvPr/>
          </p:nvSpPr>
          <p:spPr>
            <a:xfrm>
              <a:off x="1367060" y="2441912"/>
              <a:ext cx="82184" cy="212139"/>
            </a:xfrm>
            <a:custGeom>
              <a:avLst/>
              <a:gdLst/>
              <a:ahLst/>
              <a:cxnLst/>
              <a:rect l="l" t="t" r="r" b="b"/>
              <a:pathLst>
                <a:path w="2584" h="6670" extrusionOk="0">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15345;p77">
              <a:extLst>
                <a:ext uri="{FF2B5EF4-FFF2-40B4-BE49-F238E27FC236}">
                  <a16:creationId xmlns:a16="http://schemas.microsoft.com/office/drawing/2014/main" id="{02E2BE9B-D97B-8920-5472-7D15B2A8D162}"/>
                </a:ext>
              </a:extLst>
            </p:cNvPr>
            <p:cNvSpPr/>
            <p:nvPr/>
          </p:nvSpPr>
          <p:spPr>
            <a:xfrm>
              <a:off x="1456051" y="2422129"/>
              <a:ext cx="180271" cy="162937"/>
            </a:xfrm>
            <a:custGeom>
              <a:avLst/>
              <a:gdLst/>
              <a:ahLst/>
              <a:cxnLst/>
              <a:rect l="l" t="t" r="r" b="b"/>
              <a:pathLst>
                <a:path w="5668" h="5123" extrusionOk="0">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15346;p77">
              <a:extLst>
                <a:ext uri="{FF2B5EF4-FFF2-40B4-BE49-F238E27FC236}">
                  <a16:creationId xmlns:a16="http://schemas.microsoft.com/office/drawing/2014/main" id="{E6DEB1C8-D723-5590-562A-A0A63D801CDD}"/>
                </a:ext>
              </a:extLst>
            </p:cNvPr>
            <p:cNvSpPr/>
            <p:nvPr/>
          </p:nvSpPr>
          <p:spPr>
            <a:xfrm>
              <a:off x="1532160" y="2593590"/>
              <a:ext cx="81834" cy="180207"/>
            </a:xfrm>
            <a:custGeom>
              <a:avLst/>
              <a:gdLst/>
              <a:ahLst/>
              <a:cxnLst/>
              <a:rect l="l" t="t" r="r" b="b"/>
              <a:pathLst>
                <a:path w="2573" h="5666" extrusionOk="0">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15347;p77">
              <a:extLst>
                <a:ext uri="{FF2B5EF4-FFF2-40B4-BE49-F238E27FC236}">
                  <a16:creationId xmlns:a16="http://schemas.microsoft.com/office/drawing/2014/main" id="{DE251AAB-C483-0416-C3B6-E8448FD0CA0E}"/>
                </a:ext>
              </a:extLst>
            </p:cNvPr>
            <p:cNvSpPr/>
            <p:nvPr/>
          </p:nvSpPr>
          <p:spPr>
            <a:xfrm>
              <a:off x="1425359" y="2572313"/>
              <a:ext cx="24267" cy="17843"/>
            </a:xfrm>
            <a:custGeom>
              <a:avLst/>
              <a:gdLst/>
              <a:ahLst/>
              <a:cxnLst/>
              <a:rect l="l" t="t" r="r" b="b"/>
              <a:pathLst>
                <a:path w="763" h="561" extrusionOk="0">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15348;p77">
              <a:extLst>
                <a:ext uri="{FF2B5EF4-FFF2-40B4-BE49-F238E27FC236}">
                  <a16:creationId xmlns:a16="http://schemas.microsoft.com/office/drawing/2014/main" id="{C19C0EF4-6182-C1EA-BE38-704C83AE22C6}"/>
                </a:ext>
              </a:extLst>
            </p:cNvPr>
            <p:cNvSpPr/>
            <p:nvPr/>
          </p:nvSpPr>
          <p:spPr>
            <a:xfrm>
              <a:off x="1562820" y="2573680"/>
              <a:ext cx="26176" cy="17620"/>
            </a:xfrm>
            <a:custGeom>
              <a:avLst/>
              <a:gdLst/>
              <a:ahLst/>
              <a:cxnLst/>
              <a:rect l="l" t="t" r="r" b="b"/>
              <a:pathLst>
                <a:path w="823" h="554" extrusionOk="0">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15349;p77">
              <a:extLst>
                <a:ext uri="{FF2B5EF4-FFF2-40B4-BE49-F238E27FC236}">
                  <a16:creationId xmlns:a16="http://schemas.microsoft.com/office/drawing/2014/main" id="{9D8C0E70-E556-5014-BA1A-62AD56E4E6B7}"/>
                </a:ext>
              </a:extLst>
            </p:cNvPr>
            <p:cNvSpPr/>
            <p:nvPr/>
          </p:nvSpPr>
          <p:spPr>
            <a:xfrm>
              <a:off x="1448100" y="2481414"/>
              <a:ext cx="125375" cy="191275"/>
            </a:xfrm>
            <a:custGeom>
              <a:avLst/>
              <a:gdLst/>
              <a:ahLst/>
              <a:cxnLst/>
              <a:rect l="l" t="t" r="r" b="b"/>
              <a:pathLst>
                <a:path w="3942" h="6014" extrusionOk="0">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15350;p77">
              <a:extLst>
                <a:ext uri="{FF2B5EF4-FFF2-40B4-BE49-F238E27FC236}">
                  <a16:creationId xmlns:a16="http://schemas.microsoft.com/office/drawing/2014/main" id="{5827F686-A1CF-5933-9F9E-EBC37B3168F4}"/>
                </a:ext>
              </a:extLst>
            </p:cNvPr>
            <p:cNvSpPr/>
            <p:nvPr/>
          </p:nvSpPr>
          <p:spPr>
            <a:xfrm>
              <a:off x="1502232" y="2449259"/>
              <a:ext cx="10655" cy="25380"/>
            </a:xfrm>
            <a:custGeom>
              <a:avLst/>
              <a:gdLst/>
              <a:ahLst/>
              <a:cxnLst/>
              <a:rect l="l" t="t" r="r" b="b"/>
              <a:pathLst>
                <a:path w="335" h="798" extrusionOk="0">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15351;p77">
              <a:extLst>
                <a:ext uri="{FF2B5EF4-FFF2-40B4-BE49-F238E27FC236}">
                  <a16:creationId xmlns:a16="http://schemas.microsoft.com/office/drawing/2014/main" id="{5233489D-A0C8-A941-A99F-A0195DFA0C5F}"/>
                </a:ext>
              </a:extLst>
            </p:cNvPr>
            <p:cNvSpPr/>
            <p:nvPr/>
          </p:nvSpPr>
          <p:spPr>
            <a:xfrm>
              <a:off x="1458309" y="2460582"/>
              <a:ext cx="18988" cy="23090"/>
            </a:xfrm>
            <a:custGeom>
              <a:avLst/>
              <a:gdLst/>
              <a:ahLst/>
              <a:cxnLst/>
              <a:rect l="l" t="t" r="r" b="b"/>
              <a:pathLst>
                <a:path w="597" h="726" extrusionOk="0">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15352;p77">
              <a:extLst>
                <a:ext uri="{FF2B5EF4-FFF2-40B4-BE49-F238E27FC236}">
                  <a16:creationId xmlns:a16="http://schemas.microsoft.com/office/drawing/2014/main" id="{E142657C-0D6B-1E87-85B6-5BCAAAC05959}"/>
                </a:ext>
              </a:extLst>
            </p:cNvPr>
            <p:cNvSpPr/>
            <p:nvPr/>
          </p:nvSpPr>
          <p:spPr>
            <a:xfrm>
              <a:off x="1425741" y="2492768"/>
              <a:ext cx="25031" cy="17874"/>
            </a:xfrm>
            <a:custGeom>
              <a:avLst/>
              <a:gdLst/>
              <a:ahLst/>
              <a:cxnLst/>
              <a:rect l="l" t="t" r="r" b="b"/>
              <a:pathLst>
                <a:path w="787" h="562" extrusionOk="0">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15353;p77">
              <a:extLst>
                <a:ext uri="{FF2B5EF4-FFF2-40B4-BE49-F238E27FC236}">
                  <a16:creationId xmlns:a16="http://schemas.microsoft.com/office/drawing/2014/main" id="{E1A2FDCC-0753-B1D8-6567-C2A4962F1CCD}"/>
                </a:ext>
              </a:extLst>
            </p:cNvPr>
            <p:cNvSpPr/>
            <p:nvPr/>
          </p:nvSpPr>
          <p:spPr>
            <a:xfrm>
              <a:off x="1414768" y="2535959"/>
              <a:ext cx="25031" cy="10655"/>
            </a:xfrm>
            <a:custGeom>
              <a:avLst/>
              <a:gdLst/>
              <a:ahLst/>
              <a:cxnLst/>
              <a:rect l="l" t="t" r="r" b="b"/>
              <a:pathLst>
                <a:path w="787" h="335" extrusionOk="0">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15354;p77">
              <a:extLst>
                <a:ext uri="{FF2B5EF4-FFF2-40B4-BE49-F238E27FC236}">
                  <a16:creationId xmlns:a16="http://schemas.microsoft.com/office/drawing/2014/main" id="{B84537BC-1022-FAD1-A442-CA118E022775}"/>
                </a:ext>
              </a:extLst>
            </p:cNvPr>
            <p:cNvSpPr/>
            <p:nvPr/>
          </p:nvSpPr>
          <p:spPr>
            <a:xfrm>
              <a:off x="1573825" y="2537104"/>
              <a:ext cx="24999" cy="10241"/>
            </a:xfrm>
            <a:custGeom>
              <a:avLst/>
              <a:gdLst/>
              <a:ahLst/>
              <a:cxnLst/>
              <a:rect l="l" t="t" r="r" b="b"/>
              <a:pathLst>
                <a:path w="786" h="322" extrusionOk="0">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15355;p77">
              <a:extLst>
                <a:ext uri="{FF2B5EF4-FFF2-40B4-BE49-F238E27FC236}">
                  <a16:creationId xmlns:a16="http://schemas.microsoft.com/office/drawing/2014/main" id="{81F9B367-78C0-67B2-8B45-780D49CEC768}"/>
                </a:ext>
              </a:extLst>
            </p:cNvPr>
            <p:cNvSpPr/>
            <p:nvPr/>
          </p:nvSpPr>
          <p:spPr>
            <a:xfrm>
              <a:off x="1563965" y="2493627"/>
              <a:ext cx="24649" cy="17525"/>
            </a:xfrm>
            <a:custGeom>
              <a:avLst/>
              <a:gdLst/>
              <a:ahLst/>
              <a:cxnLst/>
              <a:rect l="l" t="t" r="r" b="b"/>
              <a:pathLst>
                <a:path w="775" h="551" extrusionOk="0">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15356;p77">
              <a:extLst>
                <a:ext uri="{FF2B5EF4-FFF2-40B4-BE49-F238E27FC236}">
                  <a16:creationId xmlns:a16="http://schemas.microsoft.com/office/drawing/2014/main" id="{CBD97A59-C9F9-E835-D22C-AB766B2ADC5D}"/>
                </a:ext>
              </a:extLst>
            </p:cNvPr>
            <p:cNvSpPr/>
            <p:nvPr/>
          </p:nvSpPr>
          <p:spPr>
            <a:xfrm>
              <a:off x="1537853" y="2461440"/>
              <a:ext cx="18956" cy="23090"/>
            </a:xfrm>
            <a:custGeom>
              <a:avLst/>
              <a:gdLst/>
              <a:ahLst/>
              <a:cxnLst/>
              <a:rect l="l" t="t" r="r" b="b"/>
              <a:pathLst>
                <a:path w="596" h="726" extrusionOk="0">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 name="Connecteur droit avec flèche 2">
            <a:extLst>
              <a:ext uri="{FF2B5EF4-FFF2-40B4-BE49-F238E27FC236}">
                <a16:creationId xmlns:a16="http://schemas.microsoft.com/office/drawing/2014/main" id="{2B1ACD76-C810-A0C8-6A69-03AE69B5BB16}"/>
              </a:ext>
            </a:extLst>
          </p:cNvPr>
          <p:cNvCxnSpPr>
            <a:cxnSpLocks/>
            <a:stCxn id="56" idx="2"/>
            <a:endCxn id="4" idx="0"/>
          </p:cNvCxnSpPr>
          <p:nvPr/>
        </p:nvCxnSpPr>
        <p:spPr>
          <a:xfrm>
            <a:off x="6946052" y="3857148"/>
            <a:ext cx="2165" cy="360260"/>
          </a:xfrm>
          <a:prstGeom prst="straightConnector1">
            <a:avLst/>
          </a:prstGeom>
          <a:ln>
            <a:solidFill>
              <a:srgbClr val="7A0C0C"/>
            </a:solidFill>
            <a:tailEnd type="triangle"/>
          </a:ln>
        </p:spPr>
        <p:style>
          <a:lnRef idx="1">
            <a:schemeClr val="dk1"/>
          </a:lnRef>
          <a:fillRef idx="0">
            <a:schemeClr val="dk1"/>
          </a:fillRef>
          <a:effectRef idx="0">
            <a:schemeClr val="dk1"/>
          </a:effectRef>
          <a:fontRef idx="minor">
            <a:schemeClr val="tx1"/>
          </a:fontRef>
        </p:style>
      </p:cxnSp>
      <p:sp>
        <p:nvSpPr>
          <p:cNvPr id="4" name="Google Shape;4403;p38">
            <a:extLst>
              <a:ext uri="{FF2B5EF4-FFF2-40B4-BE49-F238E27FC236}">
                <a16:creationId xmlns:a16="http://schemas.microsoft.com/office/drawing/2014/main" id="{1AEE8657-3B9F-2284-08E4-2812E4732667}"/>
              </a:ext>
            </a:extLst>
          </p:cNvPr>
          <p:cNvSpPr txBox="1">
            <a:spLocks/>
          </p:cNvSpPr>
          <p:nvPr/>
        </p:nvSpPr>
        <p:spPr>
          <a:xfrm>
            <a:off x="5029266" y="4217408"/>
            <a:ext cx="3837902" cy="49937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Keep the memory and computational time manageable.</a:t>
            </a:r>
            <a:endParaRPr lang="en-US" sz="1200" dirty="0">
              <a:solidFill>
                <a:schemeClr val="bg1">
                  <a:lumMod val="10000"/>
                </a:schemeClr>
              </a:solidFill>
            </a:endParaRPr>
          </a:p>
        </p:txBody>
      </p:sp>
      <mc:AlternateContent xmlns:mc="http://schemas.openxmlformats.org/markup-compatibility/2006" xmlns:a14="http://schemas.microsoft.com/office/drawing/2010/main">
        <mc:Choice Requires="a14">
          <p:sp>
            <p:nvSpPr>
              <p:cNvPr id="2" name="Google Shape;4403;p38">
                <a:extLst>
                  <a:ext uri="{FF2B5EF4-FFF2-40B4-BE49-F238E27FC236}">
                    <a16:creationId xmlns:a16="http://schemas.microsoft.com/office/drawing/2014/main" id="{23D85738-B421-DD84-186C-51502ADA590A}"/>
                  </a:ext>
                </a:extLst>
              </p:cNvPr>
              <p:cNvSpPr txBox="1">
                <a:spLocks/>
              </p:cNvSpPr>
              <p:nvPr/>
            </p:nvSpPr>
            <p:spPr>
              <a:xfrm>
                <a:off x="282100" y="3808347"/>
                <a:ext cx="1351858" cy="73296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14:m>
                  <m:oMathPara xmlns:m="http://schemas.openxmlformats.org/officeDocument/2006/math">
                    <m:oMathParaPr>
                      <m:jc m:val="centerGroup"/>
                    </m:oMathParaPr>
                    <m:oMath xmlns:m="http://schemas.openxmlformats.org/officeDocument/2006/math">
                      <m:d>
                        <m:dPr>
                          <m:ctrlPr>
                            <a:rPr lang="fr-FR" sz="1200" b="0" i="1" smtClean="0">
                              <a:latin typeface="Cambria Math" panose="02040503050406030204" pitchFamily="18" charset="0"/>
                            </a:rPr>
                          </m:ctrlPr>
                        </m:dPr>
                        <m:e>
                          <m:m>
                            <m:mPr>
                              <m:mcs>
                                <m:mc>
                                  <m:mcPr>
                                    <m:count m:val="1"/>
                                    <m:mcJc m:val="center"/>
                                  </m:mcPr>
                                </m:mc>
                              </m:mcs>
                              <m:ctrlPr>
                                <a:rPr lang="fr-FR" sz="1200" b="0" i="1" smtClean="0">
                                  <a:latin typeface="Cambria Math" panose="02040503050406030204" pitchFamily="18" charset="0"/>
                                </a:rPr>
                              </m:ctrlPr>
                            </m:mPr>
                            <m:mr>
                              <m:e>
                                <m:r>
                                  <m:rPr>
                                    <m:brk m:alnAt="7"/>
                                  </m:rPr>
                                  <a:rPr lang="fr-FR" sz="1200" b="0" i="1" smtClean="0">
                                    <a:latin typeface="Cambria Math" panose="02040503050406030204" pitchFamily="18" charset="0"/>
                                  </a:rPr>
                                  <m:t>𝑛</m:t>
                                </m:r>
                              </m:e>
                            </m:mr>
                            <m:mr>
                              <m:e>
                                <m:r>
                                  <a:rPr lang="fr-FR" sz="1200" b="0" i="1" smtClean="0">
                                    <a:latin typeface="Cambria Math" panose="02040503050406030204" pitchFamily="18" charset="0"/>
                                  </a:rPr>
                                  <m:t>𝑘</m:t>
                                </m:r>
                              </m:e>
                            </m:mr>
                          </m:m>
                        </m:e>
                      </m:d>
                      <m:r>
                        <a:rPr lang="fr-FR" sz="1200" b="0" i="1" smtClean="0">
                          <a:latin typeface="Cambria Math" panose="02040503050406030204" pitchFamily="18" charset="0"/>
                        </a:rPr>
                        <m:t>=</m:t>
                      </m:r>
                      <m:f>
                        <m:fPr>
                          <m:ctrlPr>
                            <a:rPr lang="fr-FR" sz="1200" b="0" i="1" smtClean="0">
                              <a:latin typeface="Cambria Math" panose="02040503050406030204" pitchFamily="18" charset="0"/>
                            </a:rPr>
                          </m:ctrlPr>
                        </m:fPr>
                        <m:num>
                          <m:r>
                            <a:rPr lang="fr-FR" sz="1200" b="0" i="1" smtClean="0">
                              <a:latin typeface="Cambria Math" panose="02040503050406030204" pitchFamily="18" charset="0"/>
                            </a:rPr>
                            <m:t>𝑛</m:t>
                          </m:r>
                          <m:r>
                            <a:rPr lang="fr-FR" sz="1200" b="0" i="1" smtClean="0">
                              <a:latin typeface="Cambria Math" panose="02040503050406030204" pitchFamily="18" charset="0"/>
                            </a:rPr>
                            <m:t>!</m:t>
                          </m:r>
                        </m:num>
                        <m:den>
                          <m:r>
                            <a:rPr lang="fr-FR" sz="1200" b="0" i="1" smtClean="0">
                              <a:latin typeface="Cambria Math" panose="02040503050406030204" pitchFamily="18" charset="0"/>
                            </a:rPr>
                            <m:t>𝑘</m:t>
                          </m:r>
                          <m:r>
                            <a:rPr lang="fr-FR" sz="1200" b="0" i="1" smtClean="0">
                              <a:latin typeface="Cambria Math" panose="02040503050406030204" pitchFamily="18" charset="0"/>
                            </a:rPr>
                            <m:t>!</m:t>
                          </m:r>
                          <m:d>
                            <m:dPr>
                              <m:ctrlPr>
                                <a:rPr lang="fr-FR" sz="1200" b="0" i="1" smtClean="0">
                                  <a:latin typeface="Cambria Math" panose="02040503050406030204" pitchFamily="18" charset="0"/>
                                </a:rPr>
                              </m:ctrlPr>
                            </m:dPr>
                            <m:e>
                              <m:r>
                                <a:rPr lang="fr-FR" sz="1200" b="0" i="1" smtClean="0">
                                  <a:latin typeface="Cambria Math" panose="02040503050406030204" pitchFamily="18" charset="0"/>
                                </a:rPr>
                                <m:t>𝑛</m:t>
                              </m:r>
                              <m:r>
                                <a:rPr lang="fr-FR" sz="1200" b="0" i="1" smtClean="0">
                                  <a:latin typeface="Cambria Math" panose="02040503050406030204" pitchFamily="18" charset="0"/>
                                </a:rPr>
                                <m:t>−</m:t>
                              </m:r>
                              <m:r>
                                <a:rPr lang="fr-FR" sz="1200" b="0" i="1" smtClean="0">
                                  <a:latin typeface="Cambria Math" panose="02040503050406030204" pitchFamily="18" charset="0"/>
                                </a:rPr>
                                <m:t>𝑘</m:t>
                              </m:r>
                            </m:e>
                          </m:d>
                          <m:r>
                            <a:rPr lang="fr-FR" sz="1200" b="0" i="1" smtClean="0">
                              <a:latin typeface="Cambria Math" panose="02040503050406030204" pitchFamily="18" charset="0"/>
                            </a:rPr>
                            <m:t>!</m:t>
                          </m:r>
                        </m:den>
                      </m:f>
                    </m:oMath>
                  </m:oMathPara>
                </a14:m>
                <a:endParaRPr lang="en-US" sz="1200" dirty="0"/>
              </a:p>
            </p:txBody>
          </p:sp>
        </mc:Choice>
        <mc:Fallback xmlns="">
          <p:sp>
            <p:nvSpPr>
              <p:cNvPr id="2" name="Google Shape;4403;p38">
                <a:extLst>
                  <a:ext uri="{FF2B5EF4-FFF2-40B4-BE49-F238E27FC236}">
                    <a16:creationId xmlns:a16="http://schemas.microsoft.com/office/drawing/2014/main" id="{23D85738-B421-DD84-186C-51502ADA590A}"/>
                  </a:ext>
                </a:extLst>
              </p:cNvPr>
              <p:cNvSpPr txBox="1">
                <a:spLocks noRot="1" noChangeAspect="1" noMove="1" noResize="1" noEditPoints="1" noAdjustHandles="1" noChangeArrowheads="1" noChangeShapeType="1" noTextEdit="1"/>
              </p:cNvSpPr>
              <p:nvPr/>
            </p:nvSpPr>
            <p:spPr>
              <a:xfrm>
                <a:off x="282100" y="3808347"/>
                <a:ext cx="1351858" cy="732964"/>
              </a:xfrm>
              <a:prstGeom prst="rect">
                <a:avLst/>
              </a:prstGeom>
              <a:blipFill>
                <a:blip r:embed="rId6"/>
                <a:stretch>
                  <a:fillRect/>
                </a:stretch>
              </a:blipFill>
            </p:spPr>
            <p:txBody>
              <a:bodyPr/>
              <a:lstStyle/>
              <a:p>
                <a:r>
                  <a:rPr lang="en-US">
                    <a:noFill/>
                  </a:rPr>
                  <a:t> </a:t>
                </a:r>
              </a:p>
            </p:txBody>
          </p:sp>
        </mc:Fallback>
      </mc:AlternateContent>
      <p:grpSp>
        <p:nvGrpSpPr>
          <p:cNvPr id="43" name="Groupe 42">
            <a:extLst>
              <a:ext uri="{FF2B5EF4-FFF2-40B4-BE49-F238E27FC236}">
                <a16:creationId xmlns:a16="http://schemas.microsoft.com/office/drawing/2014/main" id="{271A356C-C808-A000-6B30-27620F96C44E}"/>
              </a:ext>
            </a:extLst>
          </p:cNvPr>
          <p:cNvGrpSpPr/>
          <p:nvPr/>
        </p:nvGrpSpPr>
        <p:grpSpPr>
          <a:xfrm>
            <a:off x="2449670" y="3531827"/>
            <a:ext cx="1549378" cy="1413944"/>
            <a:chOff x="2381090" y="3371807"/>
            <a:chExt cx="1549378" cy="1413944"/>
          </a:xfrm>
        </p:grpSpPr>
        <p:grpSp>
          <p:nvGrpSpPr>
            <p:cNvPr id="41" name="Groupe 40">
              <a:extLst>
                <a:ext uri="{FF2B5EF4-FFF2-40B4-BE49-F238E27FC236}">
                  <a16:creationId xmlns:a16="http://schemas.microsoft.com/office/drawing/2014/main" id="{ECCA3D78-0F61-32C6-BD92-9C12751DB712}"/>
                </a:ext>
              </a:extLst>
            </p:cNvPr>
            <p:cNvGrpSpPr/>
            <p:nvPr/>
          </p:nvGrpSpPr>
          <p:grpSpPr>
            <a:xfrm>
              <a:off x="2433077" y="3569807"/>
              <a:ext cx="1497391" cy="1215944"/>
              <a:chOff x="2359064" y="3466737"/>
              <a:chExt cx="1497391" cy="1215944"/>
            </a:xfrm>
          </p:grpSpPr>
          <p:grpSp>
            <p:nvGrpSpPr>
              <p:cNvPr id="16" name="Groupe 15">
                <a:extLst>
                  <a:ext uri="{FF2B5EF4-FFF2-40B4-BE49-F238E27FC236}">
                    <a16:creationId xmlns:a16="http://schemas.microsoft.com/office/drawing/2014/main" id="{FBC77CD8-00B8-2543-9F0E-F1989998AB62}"/>
                  </a:ext>
                </a:extLst>
              </p:cNvPr>
              <p:cNvGrpSpPr/>
              <p:nvPr/>
            </p:nvGrpSpPr>
            <p:grpSpPr>
              <a:xfrm>
                <a:off x="2359064" y="3516083"/>
                <a:ext cx="1497391" cy="1166598"/>
                <a:chOff x="2359064" y="3516083"/>
                <a:chExt cx="1497391" cy="1166598"/>
              </a:xfrm>
            </p:grpSpPr>
            <p:grpSp>
              <p:nvGrpSpPr>
                <p:cNvPr id="14" name="Groupe 13">
                  <a:extLst>
                    <a:ext uri="{FF2B5EF4-FFF2-40B4-BE49-F238E27FC236}">
                      <a16:creationId xmlns:a16="http://schemas.microsoft.com/office/drawing/2014/main" id="{33C57454-BEB3-332D-A6BD-ABD426537947}"/>
                    </a:ext>
                  </a:extLst>
                </p:cNvPr>
                <p:cNvGrpSpPr/>
                <p:nvPr/>
              </p:nvGrpSpPr>
              <p:grpSpPr>
                <a:xfrm>
                  <a:off x="2359064" y="3516083"/>
                  <a:ext cx="1497391" cy="1166598"/>
                  <a:chOff x="2359064" y="3516083"/>
                  <a:chExt cx="1497391" cy="1166598"/>
                </a:xfrm>
              </p:grpSpPr>
              <p:grpSp>
                <p:nvGrpSpPr>
                  <p:cNvPr id="12" name="Groupe 11">
                    <a:extLst>
                      <a:ext uri="{FF2B5EF4-FFF2-40B4-BE49-F238E27FC236}">
                        <a16:creationId xmlns:a16="http://schemas.microsoft.com/office/drawing/2014/main" id="{44C8C3FC-EE56-8F12-9F56-141D15459EFB}"/>
                      </a:ext>
                    </a:extLst>
                  </p:cNvPr>
                  <p:cNvGrpSpPr/>
                  <p:nvPr/>
                </p:nvGrpSpPr>
                <p:grpSpPr>
                  <a:xfrm>
                    <a:off x="2359064" y="3516083"/>
                    <a:ext cx="1497391" cy="1117599"/>
                    <a:chOff x="1922175" y="3483429"/>
                    <a:chExt cx="1497391" cy="1117599"/>
                  </a:xfrm>
                </p:grpSpPr>
                <p:sp>
                  <p:nvSpPr>
                    <p:cNvPr id="11" name="Rectangle 10">
                      <a:extLst>
                        <a:ext uri="{FF2B5EF4-FFF2-40B4-BE49-F238E27FC236}">
                          <a16:creationId xmlns:a16="http://schemas.microsoft.com/office/drawing/2014/main" id="{F5C935E7-EBA3-4BE5-A3B8-4531AA34C734}"/>
                        </a:ext>
                      </a:extLst>
                    </p:cNvPr>
                    <p:cNvSpPr/>
                    <p:nvPr/>
                  </p:nvSpPr>
                  <p:spPr>
                    <a:xfrm>
                      <a:off x="1922175" y="3483429"/>
                      <a:ext cx="1497391" cy="1117599"/>
                    </a:xfrm>
                    <a:prstGeom prst="rect">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e 9">
                      <a:extLst>
                        <a:ext uri="{FF2B5EF4-FFF2-40B4-BE49-F238E27FC236}">
                          <a16:creationId xmlns:a16="http://schemas.microsoft.com/office/drawing/2014/main" id="{9A72A842-8880-E545-D51F-E74EC49B8C0D}"/>
                        </a:ext>
                      </a:extLst>
                    </p:cNvPr>
                    <p:cNvGrpSpPr/>
                    <p:nvPr/>
                  </p:nvGrpSpPr>
                  <p:grpSpPr>
                    <a:xfrm>
                      <a:off x="1989748" y="3505943"/>
                      <a:ext cx="1152000" cy="1008000"/>
                      <a:chOff x="1989748" y="3505943"/>
                      <a:chExt cx="1152000" cy="1008000"/>
                    </a:xfrm>
                  </p:grpSpPr>
                  <p:cxnSp>
                    <p:nvCxnSpPr>
                      <p:cNvPr id="8" name="Connecteur droit avec flèche 7">
                        <a:extLst>
                          <a:ext uri="{FF2B5EF4-FFF2-40B4-BE49-F238E27FC236}">
                            <a16:creationId xmlns:a16="http://schemas.microsoft.com/office/drawing/2014/main" id="{A5B177A9-BA11-201A-50F6-30B2CA8D07D8}"/>
                          </a:ext>
                        </a:extLst>
                      </p:cNvPr>
                      <p:cNvCxnSpPr>
                        <a:cxnSpLocks/>
                      </p:cNvCxnSpPr>
                      <p:nvPr/>
                    </p:nvCxnSpPr>
                    <p:spPr>
                      <a:xfrm rot="10800000">
                        <a:off x="1990233" y="3505943"/>
                        <a:ext cx="0" cy="1008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a:extLst>
                          <a:ext uri="{FF2B5EF4-FFF2-40B4-BE49-F238E27FC236}">
                            <a16:creationId xmlns:a16="http://schemas.microsoft.com/office/drawing/2014/main" id="{E2F94BDE-41D8-A9DD-3BE3-04B65C166207}"/>
                          </a:ext>
                        </a:extLst>
                      </p:cNvPr>
                      <p:cNvCxnSpPr>
                        <a:cxnSpLocks/>
                      </p:cNvCxnSpPr>
                      <p:nvPr/>
                    </p:nvCxnSpPr>
                    <p:spPr>
                      <a:xfrm rot="16200000">
                        <a:off x="2565748" y="3933466"/>
                        <a:ext cx="0" cy="1152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mc:AlternateContent xmlns:mc="http://schemas.openxmlformats.org/markup-compatibility/2006" xmlns:a14="http://schemas.microsoft.com/office/drawing/2010/main">
                <mc:Choice Requires="a14">
                  <p:sp>
                    <p:nvSpPr>
                      <p:cNvPr id="13" name="Google Shape;4403;p38">
                        <a:extLst>
                          <a:ext uri="{FF2B5EF4-FFF2-40B4-BE49-F238E27FC236}">
                            <a16:creationId xmlns:a16="http://schemas.microsoft.com/office/drawing/2014/main" id="{898CBA58-9370-7181-B50B-3D6228C509F1}"/>
                          </a:ext>
                        </a:extLst>
                      </p:cNvPr>
                      <p:cNvSpPr txBox="1">
                        <a:spLocks/>
                      </p:cNvSpPr>
                      <p:nvPr/>
                    </p:nvSpPr>
                    <p:spPr>
                      <a:xfrm>
                        <a:off x="3553941" y="4394681"/>
                        <a:ext cx="288000" cy="28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𝑘</m:t>
                              </m:r>
                            </m:oMath>
                          </m:oMathPara>
                        </a14:m>
                        <a:endParaRPr lang="en-US" sz="1200" dirty="0"/>
                      </a:p>
                    </p:txBody>
                  </p:sp>
                </mc:Choice>
                <mc:Fallback xmlns="">
                  <p:sp>
                    <p:nvSpPr>
                      <p:cNvPr id="13" name="Google Shape;4403;p38">
                        <a:extLst>
                          <a:ext uri="{FF2B5EF4-FFF2-40B4-BE49-F238E27FC236}">
                            <a16:creationId xmlns:a16="http://schemas.microsoft.com/office/drawing/2014/main" id="{898CBA58-9370-7181-B50B-3D6228C509F1}"/>
                          </a:ext>
                        </a:extLst>
                      </p:cNvPr>
                      <p:cNvSpPr txBox="1">
                        <a:spLocks noRot="1" noChangeAspect="1" noMove="1" noResize="1" noEditPoints="1" noAdjustHandles="1" noChangeArrowheads="1" noChangeShapeType="1" noTextEdit="1"/>
                      </p:cNvSpPr>
                      <p:nvPr/>
                    </p:nvSpPr>
                    <p:spPr>
                      <a:xfrm>
                        <a:off x="3553941" y="4394681"/>
                        <a:ext cx="288000" cy="288000"/>
                      </a:xfrm>
                      <a:prstGeom prst="rect">
                        <a:avLst/>
                      </a:prstGeom>
                      <a:blipFill>
                        <a:blip r:embed="rId7"/>
                        <a:stretch>
                          <a:fillRect/>
                        </a:stretch>
                      </a:blipFill>
                    </p:spPr>
                    <p:txBody>
                      <a:bodyPr/>
                      <a:lstStyle/>
                      <a:p>
                        <a:r>
                          <a:rPr lang="en-US">
                            <a:noFill/>
                          </a:rPr>
                          <a:t> </a:t>
                        </a:r>
                      </a:p>
                    </p:txBody>
                  </p:sp>
                </mc:Fallback>
              </mc:AlternateContent>
            </p:grpSp>
            <p:sp>
              <p:nvSpPr>
                <p:cNvPr id="15" name="Forme libre : forme 14">
                  <a:extLst>
                    <a:ext uri="{FF2B5EF4-FFF2-40B4-BE49-F238E27FC236}">
                      <a16:creationId xmlns:a16="http://schemas.microsoft.com/office/drawing/2014/main" id="{B7D02AFB-F10E-F0CE-8EF1-BF397F10EE5F}"/>
                    </a:ext>
                  </a:extLst>
                </p:cNvPr>
                <p:cNvSpPr/>
                <p:nvPr/>
              </p:nvSpPr>
              <p:spPr>
                <a:xfrm>
                  <a:off x="2438400" y="3577771"/>
                  <a:ext cx="602343" cy="965274"/>
                </a:xfrm>
                <a:custGeom>
                  <a:avLst/>
                  <a:gdLst>
                    <a:gd name="connsiteX0" fmla="*/ 0 w 602343"/>
                    <a:gd name="connsiteY0" fmla="*/ 965200 h 965274"/>
                    <a:gd name="connsiteX1" fmla="*/ 442686 w 602343"/>
                    <a:gd name="connsiteY1" fmla="*/ 805543 h 965274"/>
                    <a:gd name="connsiteX2" fmla="*/ 602343 w 602343"/>
                    <a:gd name="connsiteY2" fmla="*/ 0 h 965274"/>
                  </a:gdLst>
                  <a:ahLst/>
                  <a:cxnLst>
                    <a:cxn ang="0">
                      <a:pos x="connsiteX0" y="connsiteY0"/>
                    </a:cxn>
                    <a:cxn ang="0">
                      <a:pos x="connsiteX1" y="connsiteY1"/>
                    </a:cxn>
                    <a:cxn ang="0">
                      <a:pos x="connsiteX2" y="connsiteY2"/>
                    </a:cxn>
                  </a:cxnLst>
                  <a:rect l="l" t="t" r="r" b="b"/>
                  <a:pathLst>
                    <a:path w="602343" h="965274">
                      <a:moveTo>
                        <a:pt x="0" y="965200"/>
                      </a:moveTo>
                      <a:cubicBezTo>
                        <a:pt x="171148" y="965805"/>
                        <a:pt x="342296" y="966410"/>
                        <a:pt x="442686" y="805543"/>
                      </a:cubicBezTo>
                      <a:cubicBezTo>
                        <a:pt x="543077" y="644676"/>
                        <a:pt x="572710" y="322338"/>
                        <a:pt x="602343" y="0"/>
                      </a:cubicBezTo>
                    </a:path>
                  </a:pathLst>
                </a:custGeom>
                <a:noFill/>
                <a:ln w="12700">
                  <a:solidFill>
                    <a:srgbClr val="7A0C0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e 39">
                <a:extLst>
                  <a:ext uri="{FF2B5EF4-FFF2-40B4-BE49-F238E27FC236}">
                    <a16:creationId xmlns:a16="http://schemas.microsoft.com/office/drawing/2014/main" id="{955CD930-C664-D620-EEB0-A3F111A600D3}"/>
                  </a:ext>
                </a:extLst>
              </p:cNvPr>
              <p:cNvGrpSpPr/>
              <p:nvPr/>
            </p:nvGrpSpPr>
            <p:grpSpPr>
              <a:xfrm>
                <a:off x="3250523" y="3466737"/>
                <a:ext cx="539643" cy="532413"/>
                <a:chOff x="3420419" y="2583202"/>
                <a:chExt cx="539643" cy="532413"/>
              </a:xfrm>
            </p:grpSpPr>
            <p:grpSp>
              <p:nvGrpSpPr>
                <p:cNvPr id="18" name="Google Shape;14035;p75">
                  <a:extLst>
                    <a:ext uri="{FF2B5EF4-FFF2-40B4-BE49-F238E27FC236}">
                      <a16:creationId xmlns:a16="http://schemas.microsoft.com/office/drawing/2014/main" id="{32C5C9AB-05DC-7277-9D56-6C1216CFB8B4}"/>
                    </a:ext>
                  </a:extLst>
                </p:cNvPr>
                <p:cNvGrpSpPr/>
                <p:nvPr/>
              </p:nvGrpSpPr>
              <p:grpSpPr>
                <a:xfrm>
                  <a:off x="3420419" y="2760134"/>
                  <a:ext cx="355099" cy="355481"/>
                  <a:chOff x="3539102" y="2427549"/>
                  <a:chExt cx="355099" cy="355481"/>
                </a:xfrm>
                <a:solidFill>
                  <a:srgbClr val="7A0C0C"/>
                </a:solidFill>
              </p:grpSpPr>
              <p:sp>
                <p:nvSpPr>
                  <p:cNvPr id="19" name="Google Shape;14036;p75">
                    <a:extLst>
                      <a:ext uri="{FF2B5EF4-FFF2-40B4-BE49-F238E27FC236}">
                        <a16:creationId xmlns:a16="http://schemas.microsoft.com/office/drawing/2014/main" id="{43E07DF6-F37C-3D56-B169-9150A77A8B59}"/>
                      </a:ext>
                    </a:extLst>
                  </p:cNvPr>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4037;p75">
                    <a:extLst>
                      <a:ext uri="{FF2B5EF4-FFF2-40B4-BE49-F238E27FC236}">
                        <a16:creationId xmlns:a16="http://schemas.microsoft.com/office/drawing/2014/main" id="{A492818D-D0D9-ECE7-4B33-36314A931368}"/>
                      </a:ext>
                    </a:extLst>
                  </p:cNvPr>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13621;p75">
                  <a:extLst>
                    <a:ext uri="{FF2B5EF4-FFF2-40B4-BE49-F238E27FC236}">
                      <a16:creationId xmlns:a16="http://schemas.microsoft.com/office/drawing/2014/main" id="{757908DC-BCC6-11BA-52AB-8159DFA71CA5}"/>
                    </a:ext>
                  </a:extLst>
                </p:cNvPr>
                <p:cNvGrpSpPr>
                  <a:grpSpLocks noChangeAspect="1"/>
                </p:cNvGrpSpPr>
                <p:nvPr/>
              </p:nvGrpSpPr>
              <p:grpSpPr>
                <a:xfrm>
                  <a:off x="3780062" y="2583202"/>
                  <a:ext cx="180000" cy="180000"/>
                  <a:chOff x="1756921" y="1509739"/>
                  <a:chExt cx="345997" cy="345997"/>
                </a:xfrm>
                <a:solidFill>
                  <a:srgbClr val="7A0C0C"/>
                </a:solidFill>
              </p:grpSpPr>
              <p:sp>
                <p:nvSpPr>
                  <p:cNvPr id="23" name="Google Shape;13622;p75">
                    <a:extLst>
                      <a:ext uri="{FF2B5EF4-FFF2-40B4-BE49-F238E27FC236}">
                        <a16:creationId xmlns:a16="http://schemas.microsoft.com/office/drawing/2014/main" id="{35D938D8-71DB-4A58-C740-8B04ED88D55D}"/>
                      </a:ext>
                    </a:extLst>
                  </p:cNvPr>
                  <p:cNvSpPr/>
                  <p:nvPr/>
                </p:nvSpPr>
                <p:spPr>
                  <a:xfrm>
                    <a:off x="1756921" y="1509739"/>
                    <a:ext cx="345997" cy="345997"/>
                  </a:xfrm>
                  <a:custGeom>
                    <a:avLst/>
                    <a:gdLst/>
                    <a:ahLst/>
                    <a:cxnLst/>
                    <a:rect l="l" t="t" r="r" b="b"/>
                    <a:pathLst>
                      <a:path w="10871" h="10871" extrusionOk="0">
                        <a:moveTo>
                          <a:pt x="5442" y="0"/>
                        </a:moveTo>
                        <a:cubicBezTo>
                          <a:pt x="3977" y="0"/>
                          <a:pt x="2620" y="572"/>
                          <a:pt x="1596" y="1596"/>
                        </a:cubicBezTo>
                        <a:cubicBezTo>
                          <a:pt x="572" y="2620"/>
                          <a:pt x="1" y="3989"/>
                          <a:pt x="1" y="5441"/>
                        </a:cubicBezTo>
                        <a:cubicBezTo>
                          <a:pt x="1" y="6882"/>
                          <a:pt x="572" y="8251"/>
                          <a:pt x="1596" y="9275"/>
                        </a:cubicBezTo>
                        <a:cubicBezTo>
                          <a:pt x="2620" y="10299"/>
                          <a:pt x="3989" y="10871"/>
                          <a:pt x="5442" y="10871"/>
                        </a:cubicBezTo>
                        <a:cubicBezTo>
                          <a:pt x="6882" y="10871"/>
                          <a:pt x="8252" y="10299"/>
                          <a:pt x="9276" y="9275"/>
                        </a:cubicBezTo>
                        <a:cubicBezTo>
                          <a:pt x="10299" y="8251"/>
                          <a:pt x="10871" y="6882"/>
                          <a:pt x="10871" y="5441"/>
                        </a:cubicBezTo>
                        <a:cubicBezTo>
                          <a:pt x="10871" y="5346"/>
                          <a:pt x="10871" y="5263"/>
                          <a:pt x="10859" y="5156"/>
                        </a:cubicBezTo>
                        <a:cubicBezTo>
                          <a:pt x="10859" y="5060"/>
                          <a:pt x="10788" y="5001"/>
                          <a:pt x="10692" y="5001"/>
                        </a:cubicBezTo>
                        <a:cubicBezTo>
                          <a:pt x="10609" y="5001"/>
                          <a:pt x="10549" y="5084"/>
                          <a:pt x="10549" y="5168"/>
                        </a:cubicBezTo>
                        <a:lnTo>
                          <a:pt x="10549" y="5441"/>
                        </a:lnTo>
                        <a:cubicBezTo>
                          <a:pt x="10549" y="6811"/>
                          <a:pt x="10014" y="8085"/>
                          <a:pt x="9037" y="9049"/>
                        </a:cubicBezTo>
                        <a:cubicBezTo>
                          <a:pt x="8073" y="10025"/>
                          <a:pt x="6787" y="10561"/>
                          <a:pt x="5418" y="10561"/>
                        </a:cubicBezTo>
                        <a:cubicBezTo>
                          <a:pt x="4061" y="10561"/>
                          <a:pt x="2775" y="10025"/>
                          <a:pt x="1810" y="9049"/>
                        </a:cubicBezTo>
                        <a:cubicBezTo>
                          <a:pt x="834" y="8085"/>
                          <a:pt x="298" y="6811"/>
                          <a:pt x="298" y="5441"/>
                        </a:cubicBezTo>
                        <a:cubicBezTo>
                          <a:pt x="298" y="4072"/>
                          <a:pt x="834" y="2786"/>
                          <a:pt x="1810" y="1822"/>
                        </a:cubicBezTo>
                        <a:cubicBezTo>
                          <a:pt x="2775" y="858"/>
                          <a:pt x="4061" y="322"/>
                          <a:pt x="5418" y="322"/>
                        </a:cubicBezTo>
                        <a:cubicBezTo>
                          <a:pt x="6632" y="322"/>
                          <a:pt x="7799" y="750"/>
                          <a:pt x="8728" y="1524"/>
                        </a:cubicBezTo>
                        <a:cubicBezTo>
                          <a:pt x="9633" y="2298"/>
                          <a:pt x="10264" y="3358"/>
                          <a:pt x="10466" y="4513"/>
                        </a:cubicBezTo>
                        <a:cubicBezTo>
                          <a:pt x="10476" y="4594"/>
                          <a:pt x="10547" y="4649"/>
                          <a:pt x="10612" y="4649"/>
                        </a:cubicBezTo>
                        <a:cubicBezTo>
                          <a:pt x="10623" y="4649"/>
                          <a:pt x="10634" y="4647"/>
                          <a:pt x="10645" y="4644"/>
                        </a:cubicBezTo>
                        <a:cubicBezTo>
                          <a:pt x="10740" y="4632"/>
                          <a:pt x="10800" y="4548"/>
                          <a:pt x="10776" y="4465"/>
                        </a:cubicBezTo>
                        <a:cubicBezTo>
                          <a:pt x="10561" y="3239"/>
                          <a:pt x="9907" y="2108"/>
                          <a:pt x="8930" y="1286"/>
                        </a:cubicBezTo>
                        <a:cubicBezTo>
                          <a:pt x="7954" y="465"/>
                          <a:pt x="6716" y="0"/>
                          <a:pt x="5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623;p75">
                    <a:extLst>
                      <a:ext uri="{FF2B5EF4-FFF2-40B4-BE49-F238E27FC236}">
                        <a16:creationId xmlns:a16="http://schemas.microsoft.com/office/drawing/2014/main" id="{BDF8DBE7-DED0-4A6F-F97B-6F86FA364F61}"/>
                      </a:ext>
                    </a:extLst>
                  </p:cNvPr>
                  <p:cNvSpPr/>
                  <p:nvPr/>
                </p:nvSpPr>
                <p:spPr>
                  <a:xfrm>
                    <a:off x="1781937" y="1535488"/>
                    <a:ext cx="295614" cy="295614"/>
                  </a:xfrm>
                  <a:custGeom>
                    <a:avLst/>
                    <a:gdLst/>
                    <a:ahLst/>
                    <a:cxnLst/>
                    <a:rect l="l" t="t" r="r" b="b"/>
                    <a:pathLst>
                      <a:path w="9288" h="9288" extrusionOk="0">
                        <a:moveTo>
                          <a:pt x="4644" y="1"/>
                        </a:moveTo>
                        <a:cubicBezTo>
                          <a:pt x="3989" y="1"/>
                          <a:pt x="3346" y="132"/>
                          <a:pt x="2751" y="406"/>
                        </a:cubicBezTo>
                        <a:cubicBezTo>
                          <a:pt x="2167" y="656"/>
                          <a:pt x="1667" y="1025"/>
                          <a:pt x="1227" y="1489"/>
                        </a:cubicBezTo>
                        <a:cubicBezTo>
                          <a:pt x="1167" y="1549"/>
                          <a:pt x="1167" y="1656"/>
                          <a:pt x="1251" y="1715"/>
                        </a:cubicBezTo>
                        <a:cubicBezTo>
                          <a:pt x="1278" y="1743"/>
                          <a:pt x="1313" y="1757"/>
                          <a:pt x="1348" y="1757"/>
                        </a:cubicBezTo>
                        <a:cubicBezTo>
                          <a:pt x="1390" y="1757"/>
                          <a:pt x="1433" y="1737"/>
                          <a:pt x="1465" y="1692"/>
                        </a:cubicBezTo>
                        <a:cubicBezTo>
                          <a:pt x="1870" y="1263"/>
                          <a:pt x="2346" y="918"/>
                          <a:pt x="2882" y="680"/>
                        </a:cubicBezTo>
                        <a:cubicBezTo>
                          <a:pt x="3429" y="430"/>
                          <a:pt x="4025" y="310"/>
                          <a:pt x="4644" y="310"/>
                        </a:cubicBezTo>
                        <a:cubicBezTo>
                          <a:pt x="7025" y="310"/>
                          <a:pt x="8966" y="2239"/>
                          <a:pt x="8966" y="4644"/>
                        </a:cubicBezTo>
                        <a:cubicBezTo>
                          <a:pt x="8966" y="7037"/>
                          <a:pt x="7037" y="8978"/>
                          <a:pt x="4644" y="8978"/>
                        </a:cubicBezTo>
                        <a:cubicBezTo>
                          <a:pt x="2263" y="8978"/>
                          <a:pt x="310" y="7037"/>
                          <a:pt x="310" y="4644"/>
                        </a:cubicBezTo>
                        <a:cubicBezTo>
                          <a:pt x="310" y="3799"/>
                          <a:pt x="560" y="2966"/>
                          <a:pt x="1024" y="2263"/>
                        </a:cubicBezTo>
                        <a:cubicBezTo>
                          <a:pt x="1084" y="2192"/>
                          <a:pt x="1072" y="2084"/>
                          <a:pt x="989" y="2037"/>
                        </a:cubicBezTo>
                        <a:cubicBezTo>
                          <a:pt x="963" y="2020"/>
                          <a:pt x="933" y="2012"/>
                          <a:pt x="904" y="2012"/>
                        </a:cubicBezTo>
                        <a:cubicBezTo>
                          <a:pt x="850" y="2012"/>
                          <a:pt x="797" y="2038"/>
                          <a:pt x="774" y="2084"/>
                        </a:cubicBezTo>
                        <a:cubicBezTo>
                          <a:pt x="262" y="2846"/>
                          <a:pt x="0" y="3716"/>
                          <a:pt x="0" y="4644"/>
                        </a:cubicBezTo>
                        <a:cubicBezTo>
                          <a:pt x="0" y="5883"/>
                          <a:pt x="477" y="7049"/>
                          <a:pt x="1346" y="7930"/>
                        </a:cubicBezTo>
                        <a:cubicBezTo>
                          <a:pt x="2227" y="8811"/>
                          <a:pt x="3394" y="9288"/>
                          <a:pt x="4644" y="9288"/>
                        </a:cubicBezTo>
                        <a:cubicBezTo>
                          <a:pt x="5894" y="9288"/>
                          <a:pt x="7049" y="8811"/>
                          <a:pt x="7930" y="7930"/>
                        </a:cubicBezTo>
                        <a:cubicBezTo>
                          <a:pt x="8811" y="7049"/>
                          <a:pt x="9287" y="5894"/>
                          <a:pt x="9287" y="4644"/>
                        </a:cubicBezTo>
                        <a:cubicBezTo>
                          <a:pt x="9287" y="3394"/>
                          <a:pt x="8811" y="2227"/>
                          <a:pt x="7930" y="1346"/>
                        </a:cubicBezTo>
                        <a:cubicBezTo>
                          <a:pt x="7049" y="477"/>
                          <a:pt x="5894" y="1"/>
                          <a:pt x="46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624;p75">
                    <a:extLst>
                      <a:ext uri="{FF2B5EF4-FFF2-40B4-BE49-F238E27FC236}">
                        <a16:creationId xmlns:a16="http://schemas.microsoft.com/office/drawing/2014/main" id="{6FA02224-FCBE-4171-30D1-C52E4D630343}"/>
                      </a:ext>
                    </a:extLst>
                  </p:cNvPr>
                  <p:cNvSpPr/>
                  <p:nvPr/>
                </p:nvSpPr>
                <p:spPr>
                  <a:xfrm>
                    <a:off x="1806954" y="1677980"/>
                    <a:ext cx="17441" cy="10630"/>
                  </a:xfrm>
                  <a:custGeom>
                    <a:avLst/>
                    <a:gdLst/>
                    <a:ahLst/>
                    <a:cxnLst/>
                    <a:rect l="l" t="t" r="r" b="b"/>
                    <a:pathLst>
                      <a:path w="548" h="334" extrusionOk="0">
                        <a:moveTo>
                          <a:pt x="167" y="1"/>
                        </a:moveTo>
                        <a:cubicBezTo>
                          <a:pt x="72" y="1"/>
                          <a:pt x="0" y="72"/>
                          <a:pt x="0" y="167"/>
                        </a:cubicBezTo>
                        <a:cubicBezTo>
                          <a:pt x="0" y="251"/>
                          <a:pt x="72" y="334"/>
                          <a:pt x="167" y="334"/>
                        </a:cubicBezTo>
                        <a:lnTo>
                          <a:pt x="381" y="334"/>
                        </a:lnTo>
                        <a:cubicBezTo>
                          <a:pt x="476" y="334"/>
                          <a:pt x="548" y="251"/>
                          <a:pt x="548" y="167"/>
                        </a:cubicBezTo>
                        <a:cubicBezTo>
                          <a:pt x="548" y="72"/>
                          <a:pt x="476"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625;p75">
                    <a:extLst>
                      <a:ext uri="{FF2B5EF4-FFF2-40B4-BE49-F238E27FC236}">
                        <a16:creationId xmlns:a16="http://schemas.microsoft.com/office/drawing/2014/main" id="{7E7B7F67-DD14-14C0-5F2E-E557F0E86C99}"/>
                      </a:ext>
                    </a:extLst>
                  </p:cNvPr>
                  <p:cNvSpPr/>
                  <p:nvPr/>
                </p:nvSpPr>
                <p:spPr>
                  <a:xfrm>
                    <a:off x="1924429" y="1560122"/>
                    <a:ext cx="128106" cy="128488"/>
                  </a:xfrm>
                  <a:custGeom>
                    <a:avLst/>
                    <a:gdLst/>
                    <a:ahLst/>
                    <a:cxnLst/>
                    <a:rect l="l" t="t" r="r" b="b"/>
                    <a:pathLst>
                      <a:path w="4025" h="4037" extrusionOk="0">
                        <a:moveTo>
                          <a:pt x="155" y="1"/>
                        </a:moveTo>
                        <a:cubicBezTo>
                          <a:pt x="72" y="1"/>
                          <a:pt x="0" y="72"/>
                          <a:pt x="0" y="167"/>
                        </a:cubicBezTo>
                        <a:lnTo>
                          <a:pt x="0" y="3870"/>
                        </a:lnTo>
                        <a:cubicBezTo>
                          <a:pt x="0" y="3954"/>
                          <a:pt x="72" y="4037"/>
                          <a:pt x="155" y="4037"/>
                        </a:cubicBezTo>
                        <a:lnTo>
                          <a:pt x="3870" y="4037"/>
                        </a:lnTo>
                        <a:cubicBezTo>
                          <a:pt x="3953" y="4037"/>
                          <a:pt x="4024" y="3954"/>
                          <a:pt x="4024" y="3870"/>
                        </a:cubicBezTo>
                        <a:cubicBezTo>
                          <a:pt x="4024" y="3775"/>
                          <a:pt x="3953" y="3704"/>
                          <a:pt x="3870" y="3704"/>
                        </a:cubicBezTo>
                        <a:lnTo>
                          <a:pt x="322" y="3704"/>
                        </a:lnTo>
                        <a:lnTo>
                          <a:pt x="322" y="167"/>
                        </a:ln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626;p75">
                    <a:extLst>
                      <a:ext uri="{FF2B5EF4-FFF2-40B4-BE49-F238E27FC236}">
                        <a16:creationId xmlns:a16="http://schemas.microsoft.com/office/drawing/2014/main" id="{2BC347BE-7A2B-BDD9-819C-52AD3B246A41}"/>
                      </a:ext>
                    </a:extLst>
                  </p:cNvPr>
                  <p:cNvSpPr/>
                  <p:nvPr/>
                </p:nvSpPr>
                <p:spPr>
                  <a:xfrm>
                    <a:off x="1924811" y="1788644"/>
                    <a:ext cx="10630" cy="17823"/>
                  </a:xfrm>
                  <a:custGeom>
                    <a:avLst/>
                    <a:gdLst/>
                    <a:ahLst/>
                    <a:cxnLst/>
                    <a:rect l="l" t="t" r="r" b="b"/>
                    <a:pathLst>
                      <a:path w="334" h="560" extrusionOk="0">
                        <a:moveTo>
                          <a:pt x="167" y="0"/>
                        </a:moveTo>
                        <a:cubicBezTo>
                          <a:pt x="71" y="0"/>
                          <a:pt x="0" y="84"/>
                          <a:pt x="0" y="167"/>
                        </a:cubicBezTo>
                        <a:lnTo>
                          <a:pt x="0" y="393"/>
                        </a:lnTo>
                        <a:cubicBezTo>
                          <a:pt x="0" y="488"/>
                          <a:pt x="71" y="560"/>
                          <a:pt x="167" y="560"/>
                        </a:cubicBezTo>
                        <a:cubicBezTo>
                          <a:pt x="250" y="560"/>
                          <a:pt x="333" y="488"/>
                          <a:pt x="333" y="393"/>
                        </a:cubicBezTo>
                        <a:lnTo>
                          <a:pt x="333" y="167"/>
                        </a:lnTo>
                        <a:cubicBezTo>
                          <a:pt x="333" y="84"/>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627;p75">
                    <a:extLst>
                      <a:ext uri="{FF2B5EF4-FFF2-40B4-BE49-F238E27FC236}">
                        <a16:creationId xmlns:a16="http://schemas.microsoft.com/office/drawing/2014/main" id="{5AE6CF07-4ABC-6678-2BC9-D48CD2D920E8}"/>
                      </a:ext>
                    </a:extLst>
                  </p:cNvPr>
                  <p:cNvSpPr/>
                  <p:nvPr/>
                </p:nvSpPr>
                <p:spPr>
                  <a:xfrm>
                    <a:off x="1841423" y="1594719"/>
                    <a:ext cx="16328" cy="15086"/>
                  </a:xfrm>
                  <a:custGeom>
                    <a:avLst/>
                    <a:gdLst/>
                    <a:ahLst/>
                    <a:cxnLst/>
                    <a:rect l="l" t="t" r="r" b="b"/>
                    <a:pathLst>
                      <a:path w="513" h="474" extrusionOk="0">
                        <a:moveTo>
                          <a:pt x="173" y="0"/>
                        </a:moveTo>
                        <a:cubicBezTo>
                          <a:pt x="132" y="0"/>
                          <a:pt x="90" y="15"/>
                          <a:pt x="60" y="45"/>
                        </a:cubicBezTo>
                        <a:cubicBezTo>
                          <a:pt x="1" y="104"/>
                          <a:pt x="1" y="212"/>
                          <a:pt x="60" y="259"/>
                        </a:cubicBezTo>
                        <a:lnTo>
                          <a:pt x="215" y="426"/>
                        </a:lnTo>
                        <a:cubicBezTo>
                          <a:pt x="239" y="462"/>
                          <a:pt x="286" y="474"/>
                          <a:pt x="334" y="474"/>
                        </a:cubicBezTo>
                        <a:cubicBezTo>
                          <a:pt x="370" y="474"/>
                          <a:pt x="405" y="462"/>
                          <a:pt x="453" y="426"/>
                        </a:cubicBezTo>
                        <a:cubicBezTo>
                          <a:pt x="513" y="366"/>
                          <a:pt x="513" y="259"/>
                          <a:pt x="453" y="212"/>
                        </a:cubicBezTo>
                        <a:lnTo>
                          <a:pt x="286" y="45"/>
                        </a:lnTo>
                        <a:cubicBezTo>
                          <a:pt x="257" y="15"/>
                          <a:pt x="215" y="0"/>
                          <a:pt x="1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628;p75">
                    <a:extLst>
                      <a:ext uri="{FF2B5EF4-FFF2-40B4-BE49-F238E27FC236}">
                        <a16:creationId xmlns:a16="http://schemas.microsoft.com/office/drawing/2014/main" id="{42852F46-8357-FDE7-0E61-2B30AAABB2D6}"/>
                      </a:ext>
                    </a:extLst>
                  </p:cNvPr>
                  <p:cNvSpPr/>
                  <p:nvPr/>
                </p:nvSpPr>
                <p:spPr>
                  <a:xfrm>
                    <a:off x="2002470" y="1756243"/>
                    <a:ext cx="16709" cy="15755"/>
                  </a:xfrm>
                  <a:custGeom>
                    <a:avLst/>
                    <a:gdLst/>
                    <a:ahLst/>
                    <a:cxnLst/>
                    <a:rect l="l" t="t" r="r" b="b"/>
                    <a:pathLst>
                      <a:path w="525" h="495" extrusionOk="0">
                        <a:moveTo>
                          <a:pt x="175" y="0"/>
                        </a:moveTo>
                        <a:cubicBezTo>
                          <a:pt x="132" y="0"/>
                          <a:pt x="90" y="18"/>
                          <a:pt x="60" y="54"/>
                        </a:cubicBezTo>
                        <a:cubicBezTo>
                          <a:pt x="1" y="113"/>
                          <a:pt x="1" y="221"/>
                          <a:pt x="60" y="280"/>
                        </a:cubicBezTo>
                        <a:lnTo>
                          <a:pt x="227" y="447"/>
                        </a:lnTo>
                        <a:cubicBezTo>
                          <a:pt x="251" y="471"/>
                          <a:pt x="298" y="494"/>
                          <a:pt x="346" y="494"/>
                        </a:cubicBezTo>
                        <a:cubicBezTo>
                          <a:pt x="394" y="494"/>
                          <a:pt x="418" y="471"/>
                          <a:pt x="465" y="447"/>
                        </a:cubicBezTo>
                        <a:cubicBezTo>
                          <a:pt x="525" y="387"/>
                          <a:pt x="525" y="280"/>
                          <a:pt x="465" y="221"/>
                        </a:cubicBezTo>
                        <a:lnTo>
                          <a:pt x="298" y="54"/>
                        </a:lnTo>
                        <a:cubicBezTo>
                          <a:pt x="263" y="18"/>
                          <a:pt x="218" y="0"/>
                          <a:pt x="1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629;p75">
                    <a:extLst>
                      <a:ext uri="{FF2B5EF4-FFF2-40B4-BE49-F238E27FC236}">
                        <a16:creationId xmlns:a16="http://schemas.microsoft.com/office/drawing/2014/main" id="{499ECE03-3FEE-5CE4-2022-743E2BCDA399}"/>
                      </a:ext>
                    </a:extLst>
                  </p:cNvPr>
                  <p:cNvSpPr/>
                  <p:nvPr/>
                </p:nvSpPr>
                <p:spPr>
                  <a:xfrm>
                    <a:off x="2002470" y="1594719"/>
                    <a:ext cx="16328" cy="15086"/>
                  </a:xfrm>
                  <a:custGeom>
                    <a:avLst/>
                    <a:gdLst/>
                    <a:ahLst/>
                    <a:cxnLst/>
                    <a:rect l="l" t="t" r="r" b="b"/>
                    <a:pathLst>
                      <a:path w="513" h="474" extrusionOk="0">
                        <a:moveTo>
                          <a:pt x="340" y="0"/>
                        </a:moveTo>
                        <a:cubicBezTo>
                          <a:pt x="298" y="0"/>
                          <a:pt x="257" y="15"/>
                          <a:pt x="227" y="45"/>
                        </a:cubicBezTo>
                        <a:lnTo>
                          <a:pt x="60" y="212"/>
                        </a:lnTo>
                        <a:cubicBezTo>
                          <a:pt x="1" y="259"/>
                          <a:pt x="1" y="366"/>
                          <a:pt x="60" y="426"/>
                        </a:cubicBezTo>
                        <a:cubicBezTo>
                          <a:pt x="96" y="462"/>
                          <a:pt x="132" y="474"/>
                          <a:pt x="179" y="474"/>
                        </a:cubicBezTo>
                        <a:cubicBezTo>
                          <a:pt x="227" y="474"/>
                          <a:pt x="251" y="462"/>
                          <a:pt x="287" y="426"/>
                        </a:cubicBezTo>
                        <a:lnTo>
                          <a:pt x="453" y="259"/>
                        </a:lnTo>
                        <a:cubicBezTo>
                          <a:pt x="513" y="212"/>
                          <a:pt x="513" y="104"/>
                          <a:pt x="453" y="45"/>
                        </a:cubicBezTo>
                        <a:cubicBezTo>
                          <a:pt x="423" y="15"/>
                          <a:pt x="382" y="0"/>
                          <a:pt x="3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630;p75">
                    <a:extLst>
                      <a:ext uri="{FF2B5EF4-FFF2-40B4-BE49-F238E27FC236}">
                        <a16:creationId xmlns:a16="http://schemas.microsoft.com/office/drawing/2014/main" id="{D63642AE-47A9-4EB2-FA50-20A683E82968}"/>
                      </a:ext>
                    </a:extLst>
                  </p:cNvPr>
                  <p:cNvSpPr/>
                  <p:nvPr/>
                </p:nvSpPr>
                <p:spPr>
                  <a:xfrm>
                    <a:off x="1841041" y="1756530"/>
                    <a:ext cx="16709" cy="15468"/>
                  </a:xfrm>
                  <a:custGeom>
                    <a:avLst/>
                    <a:gdLst/>
                    <a:ahLst/>
                    <a:cxnLst/>
                    <a:rect l="l" t="t" r="r" b="b"/>
                    <a:pathLst>
                      <a:path w="525" h="486" extrusionOk="0">
                        <a:moveTo>
                          <a:pt x="352" y="0"/>
                        </a:moveTo>
                        <a:cubicBezTo>
                          <a:pt x="310" y="0"/>
                          <a:pt x="269" y="15"/>
                          <a:pt x="239" y="45"/>
                        </a:cubicBezTo>
                        <a:lnTo>
                          <a:pt x="72" y="212"/>
                        </a:lnTo>
                        <a:cubicBezTo>
                          <a:pt x="1" y="271"/>
                          <a:pt x="1" y="354"/>
                          <a:pt x="60" y="438"/>
                        </a:cubicBezTo>
                        <a:cubicBezTo>
                          <a:pt x="84" y="462"/>
                          <a:pt x="132" y="485"/>
                          <a:pt x="179" y="485"/>
                        </a:cubicBezTo>
                        <a:cubicBezTo>
                          <a:pt x="227" y="485"/>
                          <a:pt x="251" y="462"/>
                          <a:pt x="298" y="438"/>
                        </a:cubicBezTo>
                        <a:lnTo>
                          <a:pt x="465" y="271"/>
                        </a:lnTo>
                        <a:cubicBezTo>
                          <a:pt x="525" y="212"/>
                          <a:pt x="525" y="104"/>
                          <a:pt x="465" y="45"/>
                        </a:cubicBezTo>
                        <a:cubicBezTo>
                          <a:pt x="435" y="15"/>
                          <a:pt x="394" y="0"/>
                          <a:pt x="3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631;p75">
                    <a:extLst>
                      <a:ext uri="{FF2B5EF4-FFF2-40B4-BE49-F238E27FC236}">
                        <a16:creationId xmlns:a16="http://schemas.microsoft.com/office/drawing/2014/main" id="{A1D359BA-F233-F6F0-CA52-A97067188408}"/>
                      </a:ext>
                    </a:extLst>
                  </p:cNvPr>
                  <p:cNvSpPr/>
                  <p:nvPr/>
                </p:nvSpPr>
                <p:spPr>
                  <a:xfrm>
                    <a:off x="1816025" y="1632084"/>
                    <a:ext cx="17855" cy="13336"/>
                  </a:xfrm>
                  <a:custGeom>
                    <a:avLst/>
                    <a:gdLst/>
                    <a:ahLst/>
                    <a:cxnLst/>
                    <a:rect l="l" t="t" r="r" b="b"/>
                    <a:pathLst>
                      <a:path w="561" h="419" extrusionOk="0">
                        <a:moveTo>
                          <a:pt x="173" y="0"/>
                        </a:moveTo>
                        <a:cubicBezTo>
                          <a:pt x="110" y="0"/>
                          <a:pt x="51" y="36"/>
                          <a:pt x="25" y="97"/>
                        </a:cubicBezTo>
                        <a:cubicBezTo>
                          <a:pt x="1" y="181"/>
                          <a:pt x="25" y="276"/>
                          <a:pt x="120" y="312"/>
                        </a:cubicBezTo>
                        <a:lnTo>
                          <a:pt x="322" y="395"/>
                        </a:lnTo>
                        <a:cubicBezTo>
                          <a:pt x="334" y="419"/>
                          <a:pt x="370" y="419"/>
                          <a:pt x="382" y="419"/>
                        </a:cubicBezTo>
                        <a:cubicBezTo>
                          <a:pt x="441" y="419"/>
                          <a:pt x="501" y="383"/>
                          <a:pt x="537" y="312"/>
                        </a:cubicBezTo>
                        <a:cubicBezTo>
                          <a:pt x="561" y="228"/>
                          <a:pt x="513" y="133"/>
                          <a:pt x="441" y="97"/>
                        </a:cubicBezTo>
                        <a:lnTo>
                          <a:pt x="239" y="14"/>
                        </a:lnTo>
                        <a:cubicBezTo>
                          <a:pt x="217" y="5"/>
                          <a:pt x="195" y="0"/>
                          <a:pt x="1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632;p75">
                    <a:extLst>
                      <a:ext uri="{FF2B5EF4-FFF2-40B4-BE49-F238E27FC236}">
                        <a16:creationId xmlns:a16="http://schemas.microsoft.com/office/drawing/2014/main" id="{1CDD8312-3017-8418-2CC7-6EEF8D2F00D7}"/>
                      </a:ext>
                    </a:extLst>
                  </p:cNvPr>
                  <p:cNvSpPr/>
                  <p:nvPr/>
                </p:nvSpPr>
                <p:spPr>
                  <a:xfrm>
                    <a:off x="2026341" y="1721297"/>
                    <a:ext cx="17855" cy="13177"/>
                  </a:xfrm>
                  <a:custGeom>
                    <a:avLst/>
                    <a:gdLst/>
                    <a:ahLst/>
                    <a:cxnLst/>
                    <a:rect l="l" t="t" r="r" b="b"/>
                    <a:pathLst>
                      <a:path w="561" h="414" extrusionOk="0">
                        <a:moveTo>
                          <a:pt x="179" y="0"/>
                        </a:moveTo>
                        <a:cubicBezTo>
                          <a:pt x="114" y="0"/>
                          <a:pt x="52" y="31"/>
                          <a:pt x="25" y="104"/>
                        </a:cubicBezTo>
                        <a:cubicBezTo>
                          <a:pt x="1" y="176"/>
                          <a:pt x="25" y="283"/>
                          <a:pt x="120" y="307"/>
                        </a:cubicBezTo>
                        <a:lnTo>
                          <a:pt x="322" y="402"/>
                        </a:lnTo>
                        <a:cubicBezTo>
                          <a:pt x="334" y="414"/>
                          <a:pt x="370" y="414"/>
                          <a:pt x="382" y="414"/>
                        </a:cubicBezTo>
                        <a:cubicBezTo>
                          <a:pt x="441" y="414"/>
                          <a:pt x="501" y="378"/>
                          <a:pt x="537" y="307"/>
                        </a:cubicBezTo>
                        <a:cubicBezTo>
                          <a:pt x="560" y="235"/>
                          <a:pt x="537" y="128"/>
                          <a:pt x="441" y="104"/>
                        </a:cubicBezTo>
                        <a:lnTo>
                          <a:pt x="239" y="9"/>
                        </a:lnTo>
                        <a:cubicBezTo>
                          <a:pt x="219" y="3"/>
                          <a:pt x="199" y="0"/>
                          <a:pt x="1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633;p75">
                    <a:extLst>
                      <a:ext uri="{FF2B5EF4-FFF2-40B4-BE49-F238E27FC236}">
                        <a16:creationId xmlns:a16="http://schemas.microsoft.com/office/drawing/2014/main" id="{5305EB09-B410-1B36-11C4-5D44865D789C}"/>
                      </a:ext>
                    </a:extLst>
                  </p:cNvPr>
                  <p:cNvSpPr/>
                  <p:nvPr/>
                </p:nvSpPr>
                <p:spPr>
                  <a:xfrm>
                    <a:off x="1967619" y="1569702"/>
                    <a:ext cx="14036" cy="16996"/>
                  </a:xfrm>
                  <a:custGeom>
                    <a:avLst/>
                    <a:gdLst/>
                    <a:ahLst/>
                    <a:cxnLst/>
                    <a:rect l="l" t="t" r="r" b="b"/>
                    <a:pathLst>
                      <a:path w="441" h="534" extrusionOk="0">
                        <a:moveTo>
                          <a:pt x="267" y="1"/>
                        </a:moveTo>
                        <a:cubicBezTo>
                          <a:pt x="204" y="1"/>
                          <a:pt x="138" y="32"/>
                          <a:pt x="119" y="105"/>
                        </a:cubicBezTo>
                        <a:lnTo>
                          <a:pt x="24" y="307"/>
                        </a:lnTo>
                        <a:cubicBezTo>
                          <a:pt x="0" y="378"/>
                          <a:pt x="24" y="486"/>
                          <a:pt x="119" y="521"/>
                        </a:cubicBezTo>
                        <a:cubicBezTo>
                          <a:pt x="131" y="521"/>
                          <a:pt x="155" y="533"/>
                          <a:pt x="179" y="533"/>
                        </a:cubicBezTo>
                        <a:cubicBezTo>
                          <a:pt x="239" y="533"/>
                          <a:pt x="298" y="498"/>
                          <a:pt x="322" y="426"/>
                        </a:cubicBezTo>
                        <a:lnTo>
                          <a:pt x="417" y="224"/>
                        </a:lnTo>
                        <a:cubicBezTo>
                          <a:pt x="441" y="140"/>
                          <a:pt x="417" y="45"/>
                          <a:pt x="322" y="9"/>
                        </a:cubicBezTo>
                        <a:cubicBezTo>
                          <a:pt x="305" y="4"/>
                          <a:pt x="286" y="1"/>
                          <a:pt x="2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634;p75">
                    <a:extLst>
                      <a:ext uri="{FF2B5EF4-FFF2-40B4-BE49-F238E27FC236}">
                        <a16:creationId xmlns:a16="http://schemas.microsoft.com/office/drawing/2014/main" id="{B1569EBB-1898-65DC-4B96-59B2E71B4B78}"/>
                      </a:ext>
                    </a:extLst>
                  </p:cNvPr>
                  <p:cNvSpPr/>
                  <p:nvPr/>
                </p:nvSpPr>
                <p:spPr>
                  <a:xfrm>
                    <a:off x="1877802" y="1780019"/>
                    <a:ext cx="14450" cy="16996"/>
                  </a:xfrm>
                  <a:custGeom>
                    <a:avLst/>
                    <a:gdLst/>
                    <a:ahLst/>
                    <a:cxnLst/>
                    <a:rect l="l" t="t" r="r" b="b"/>
                    <a:pathLst>
                      <a:path w="454" h="534" extrusionOk="0">
                        <a:moveTo>
                          <a:pt x="279" y="1"/>
                        </a:moveTo>
                        <a:cubicBezTo>
                          <a:pt x="216" y="1"/>
                          <a:pt x="147" y="32"/>
                          <a:pt x="120" y="105"/>
                        </a:cubicBezTo>
                        <a:lnTo>
                          <a:pt x="36" y="307"/>
                        </a:lnTo>
                        <a:cubicBezTo>
                          <a:pt x="1" y="378"/>
                          <a:pt x="48" y="486"/>
                          <a:pt x="120" y="509"/>
                        </a:cubicBezTo>
                        <a:cubicBezTo>
                          <a:pt x="144" y="533"/>
                          <a:pt x="167" y="533"/>
                          <a:pt x="179" y="533"/>
                        </a:cubicBezTo>
                        <a:cubicBezTo>
                          <a:pt x="239" y="533"/>
                          <a:pt x="298" y="497"/>
                          <a:pt x="334" y="426"/>
                        </a:cubicBezTo>
                        <a:lnTo>
                          <a:pt x="417" y="224"/>
                        </a:lnTo>
                        <a:cubicBezTo>
                          <a:pt x="453" y="140"/>
                          <a:pt x="417" y="45"/>
                          <a:pt x="334" y="9"/>
                        </a:cubicBezTo>
                        <a:cubicBezTo>
                          <a:pt x="317" y="4"/>
                          <a:pt x="298" y="1"/>
                          <a:pt x="2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635;p75">
                    <a:extLst>
                      <a:ext uri="{FF2B5EF4-FFF2-40B4-BE49-F238E27FC236}">
                        <a16:creationId xmlns:a16="http://schemas.microsoft.com/office/drawing/2014/main" id="{760D0BE9-BB9D-7469-94A5-B3B79FFBFDAD}"/>
                      </a:ext>
                    </a:extLst>
                  </p:cNvPr>
                  <p:cNvSpPr/>
                  <p:nvPr/>
                </p:nvSpPr>
                <p:spPr>
                  <a:xfrm>
                    <a:off x="1879711" y="1568652"/>
                    <a:ext cx="14418" cy="16900"/>
                  </a:xfrm>
                  <a:custGeom>
                    <a:avLst/>
                    <a:gdLst/>
                    <a:ahLst/>
                    <a:cxnLst/>
                    <a:rect l="l" t="t" r="r" b="b"/>
                    <a:pathLst>
                      <a:path w="453" h="531" extrusionOk="0">
                        <a:moveTo>
                          <a:pt x="169" y="0"/>
                        </a:moveTo>
                        <a:cubicBezTo>
                          <a:pt x="153" y="0"/>
                          <a:pt x="136" y="2"/>
                          <a:pt x="119" y="7"/>
                        </a:cubicBezTo>
                        <a:cubicBezTo>
                          <a:pt x="48" y="42"/>
                          <a:pt x="0" y="138"/>
                          <a:pt x="36" y="221"/>
                        </a:cubicBezTo>
                        <a:lnTo>
                          <a:pt x="119" y="423"/>
                        </a:lnTo>
                        <a:cubicBezTo>
                          <a:pt x="155" y="495"/>
                          <a:pt x="214" y="531"/>
                          <a:pt x="274" y="531"/>
                        </a:cubicBezTo>
                        <a:cubicBezTo>
                          <a:pt x="286" y="531"/>
                          <a:pt x="322" y="531"/>
                          <a:pt x="334" y="519"/>
                        </a:cubicBezTo>
                        <a:cubicBezTo>
                          <a:pt x="405" y="483"/>
                          <a:pt x="453" y="400"/>
                          <a:pt x="417" y="304"/>
                        </a:cubicBezTo>
                        <a:lnTo>
                          <a:pt x="334" y="102"/>
                        </a:lnTo>
                        <a:cubicBezTo>
                          <a:pt x="304" y="43"/>
                          <a:pt x="243" y="0"/>
                          <a:pt x="1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636;p75">
                    <a:extLst>
                      <a:ext uri="{FF2B5EF4-FFF2-40B4-BE49-F238E27FC236}">
                        <a16:creationId xmlns:a16="http://schemas.microsoft.com/office/drawing/2014/main" id="{2B497423-8678-4C93-9654-3E672F87FE92}"/>
                      </a:ext>
                    </a:extLst>
                  </p:cNvPr>
                  <p:cNvSpPr/>
                  <p:nvPr/>
                </p:nvSpPr>
                <p:spPr>
                  <a:xfrm>
                    <a:off x="1965709" y="1780846"/>
                    <a:ext cx="14068" cy="16900"/>
                  </a:xfrm>
                  <a:custGeom>
                    <a:avLst/>
                    <a:gdLst/>
                    <a:ahLst/>
                    <a:cxnLst/>
                    <a:rect l="l" t="t" r="r" b="b"/>
                    <a:pathLst>
                      <a:path w="442" h="531" extrusionOk="0">
                        <a:moveTo>
                          <a:pt x="189" y="0"/>
                        </a:moveTo>
                        <a:cubicBezTo>
                          <a:pt x="166" y="0"/>
                          <a:pt x="143" y="6"/>
                          <a:pt x="120" y="19"/>
                        </a:cubicBezTo>
                        <a:cubicBezTo>
                          <a:pt x="37" y="43"/>
                          <a:pt x="1" y="138"/>
                          <a:pt x="25" y="221"/>
                        </a:cubicBezTo>
                        <a:lnTo>
                          <a:pt x="120" y="424"/>
                        </a:lnTo>
                        <a:cubicBezTo>
                          <a:pt x="144" y="483"/>
                          <a:pt x="203" y="531"/>
                          <a:pt x="263" y="531"/>
                        </a:cubicBezTo>
                        <a:cubicBezTo>
                          <a:pt x="275" y="531"/>
                          <a:pt x="310" y="531"/>
                          <a:pt x="322" y="519"/>
                        </a:cubicBezTo>
                        <a:cubicBezTo>
                          <a:pt x="394" y="483"/>
                          <a:pt x="441" y="400"/>
                          <a:pt x="418" y="305"/>
                        </a:cubicBezTo>
                        <a:lnTo>
                          <a:pt x="322" y="102"/>
                        </a:lnTo>
                        <a:cubicBezTo>
                          <a:pt x="305" y="42"/>
                          <a:pt x="250" y="0"/>
                          <a:pt x="1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3637;p75">
                    <a:extLst>
                      <a:ext uri="{FF2B5EF4-FFF2-40B4-BE49-F238E27FC236}">
                        <a16:creationId xmlns:a16="http://schemas.microsoft.com/office/drawing/2014/main" id="{644BE7B5-C138-A3BD-14CC-CB5BF092D4B7}"/>
                      </a:ext>
                    </a:extLst>
                  </p:cNvPr>
                  <p:cNvSpPr/>
                  <p:nvPr/>
                </p:nvSpPr>
                <p:spPr>
                  <a:xfrm>
                    <a:off x="2026723" y="1633644"/>
                    <a:ext cx="17855" cy="13304"/>
                  </a:xfrm>
                  <a:custGeom>
                    <a:avLst/>
                    <a:gdLst/>
                    <a:ahLst/>
                    <a:cxnLst/>
                    <a:rect l="l" t="t" r="r" b="b"/>
                    <a:pathLst>
                      <a:path w="561" h="418" extrusionOk="0">
                        <a:moveTo>
                          <a:pt x="387" y="0"/>
                        </a:moveTo>
                        <a:cubicBezTo>
                          <a:pt x="366" y="0"/>
                          <a:pt x="345" y="4"/>
                          <a:pt x="322" y="13"/>
                        </a:cubicBezTo>
                        <a:lnTo>
                          <a:pt x="120" y="96"/>
                        </a:lnTo>
                        <a:cubicBezTo>
                          <a:pt x="48" y="132"/>
                          <a:pt x="1" y="215"/>
                          <a:pt x="25" y="310"/>
                        </a:cubicBezTo>
                        <a:cubicBezTo>
                          <a:pt x="60" y="382"/>
                          <a:pt x="120" y="417"/>
                          <a:pt x="179" y="417"/>
                        </a:cubicBezTo>
                        <a:cubicBezTo>
                          <a:pt x="191" y="417"/>
                          <a:pt x="227" y="417"/>
                          <a:pt x="239" y="394"/>
                        </a:cubicBezTo>
                        <a:lnTo>
                          <a:pt x="441" y="310"/>
                        </a:lnTo>
                        <a:cubicBezTo>
                          <a:pt x="513" y="274"/>
                          <a:pt x="560" y="191"/>
                          <a:pt x="537" y="96"/>
                        </a:cubicBezTo>
                        <a:cubicBezTo>
                          <a:pt x="509" y="41"/>
                          <a:pt x="454" y="0"/>
                          <a:pt x="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638;p75">
                    <a:extLst>
                      <a:ext uri="{FF2B5EF4-FFF2-40B4-BE49-F238E27FC236}">
                        <a16:creationId xmlns:a16="http://schemas.microsoft.com/office/drawing/2014/main" id="{7CB3C0B6-6EFE-8EBE-6B06-9F19A09C2799}"/>
                      </a:ext>
                    </a:extLst>
                  </p:cNvPr>
                  <p:cNvSpPr/>
                  <p:nvPr/>
                </p:nvSpPr>
                <p:spPr>
                  <a:xfrm>
                    <a:off x="1814911" y="1719419"/>
                    <a:ext cx="18205" cy="13177"/>
                  </a:xfrm>
                  <a:custGeom>
                    <a:avLst/>
                    <a:gdLst/>
                    <a:ahLst/>
                    <a:cxnLst/>
                    <a:rect l="l" t="t" r="r" b="b"/>
                    <a:pathLst>
                      <a:path w="572" h="414" extrusionOk="0">
                        <a:moveTo>
                          <a:pt x="382" y="1"/>
                        </a:moveTo>
                        <a:cubicBezTo>
                          <a:pt x="365" y="1"/>
                          <a:pt x="348" y="3"/>
                          <a:pt x="334" y="8"/>
                        </a:cubicBezTo>
                        <a:lnTo>
                          <a:pt x="119" y="104"/>
                        </a:lnTo>
                        <a:cubicBezTo>
                          <a:pt x="48" y="127"/>
                          <a:pt x="0" y="223"/>
                          <a:pt x="36" y="306"/>
                        </a:cubicBezTo>
                        <a:cubicBezTo>
                          <a:pt x="60" y="366"/>
                          <a:pt x="119" y="413"/>
                          <a:pt x="179" y="413"/>
                        </a:cubicBezTo>
                        <a:cubicBezTo>
                          <a:pt x="191" y="413"/>
                          <a:pt x="226" y="413"/>
                          <a:pt x="238" y="389"/>
                        </a:cubicBezTo>
                        <a:lnTo>
                          <a:pt x="453" y="306"/>
                        </a:lnTo>
                        <a:cubicBezTo>
                          <a:pt x="524" y="270"/>
                          <a:pt x="572" y="187"/>
                          <a:pt x="536" y="92"/>
                        </a:cubicBezTo>
                        <a:cubicBezTo>
                          <a:pt x="517" y="35"/>
                          <a:pt x="446" y="1"/>
                          <a:pt x="3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mc:AlternateContent xmlns:mc="http://schemas.openxmlformats.org/markup-compatibility/2006" xmlns:a14="http://schemas.microsoft.com/office/drawing/2010/main">
          <mc:Choice Requires="a14">
            <p:sp>
              <p:nvSpPr>
                <p:cNvPr id="42" name="Google Shape;4403;p38">
                  <a:extLst>
                    <a:ext uri="{FF2B5EF4-FFF2-40B4-BE49-F238E27FC236}">
                      <a16:creationId xmlns:a16="http://schemas.microsoft.com/office/drawing/2014/main" id="{E2435FEB-E145-292A-ED2B-6DD17389A249}"/>
                    </a:ext>
                  </a:extLst>
                </p:cNvPr>
                <p:cNvSpPr txBox="1">
                  <a:spLocks/>
                </p:cNvSpPr>
                <p:nvPr/>
              </p:nvSpPr>
              <p:spPr>
                <a:xfrm>
                  <a:off x="2381090" y="3371807"/>
                  <a:ext cx="288000" cy="288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𝑡</m:t>
                        </m:r>
                      </m:oMath>
                    </m:oMathPara>
                  </a14:m>
                  <a:endParaRPr lang="en-US" sz="1200" dirty="0"/>
                </a:p>
              </p:txBody>
            </p:sp>
          </mc:Choice>
          <mc:Fallback xmlns="">
            <p:sp>
              <p:nvSpPr>
                <p:cNvPr id="42" name="Google Shape;4403;p38">
                  <a:extLst>
                    <a:ext uri="{FF2B5EF4-FFF2-40B4-BE49-F238E27FC236}">
                      <a16:creationId xmlns:a16="http://schemas.microsoft.com/office/drawing/2014/main" id="{E2435FEB-E145-292A-ED2B-6DD17389A249}"/>
                    </a:ext>
                  </a:extLst>
                </p:cNvPr>
                <p:cNvSpPr txBox="1">
                  <a:spLocks noRot="1" noChangeAspect="1" noMove="1" noResize="1" noEditPoints="1" noAdjustHandles="1" noChangeArrowheads="1" noChangeShapeType="1" noTextEdit="1"/>
                </p:cNvSpPr>
                <p:nvPr/>
              </p:nvSpPr>
              <p:spPr>
                <a:xfrm>
                  <a:off x="2381090" y="3371807"/>
                  <a:ext cx="288000" cy="288000"/>
                </a:xfrm>
                <a:prstGeom prst="rect">
                  <a:avLst/>
                </a:prstGeom>
                <a:blipFill>
                  <a:blip r:embed="rId8"/>
                  <a:stretch>
                    <a:fillRect/>
                  </a:stretch>
                </a:blipFill>
              </p:spPr>
              <p:txBody>
                <a:bodyPr/>
                <a:lstStyle/>
                <a:p>
                  <a:r>
                    <a:rPr lang="en-US">
                      <a:noFill/>
                    </a:rPr>
                    <a:t> </a:t>
                  </a:r>
                </a:p>
              </p:txBody>
            </p:sp>
          </mc:Fallback>
        </mc:AlternateContent>
      </p:grpSp>
      <p:sp>
        <p:nvSpPr>
          <p:cNvPr id="47" name="Google Shape;4359;p35">
            <a:extLst>
              <a:ext uri="{FF2B5EF4-FFF2-40B4-BE49-F238E27FC236}">
                <a16:creationId xmlns:a16="http://schemas.microsoft.com/office/drawing/2014/main" id="{FAD064E9-74B5-3F85-A361-ABBADF6BC972}"/>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05</a:t>
            </a:r>
          </a:p>
        </p:txBody>
      </p:sp>
    </p:spTree>
    <p:extLst>
      <p:ext uri="{BB962C8B-B14F-4D97-AF65-F5344CB8AC3E}">
        <p14:creationId xmlns:p14="http://schemas.microsoft.com/office/powerpoint/2010/main" val="773936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80">
          <a:extLst>
            <a:ext uri="{FF2B5EF4-FFF2-40B4-BE49-F238E27FC236}">
              <a16:creationId xmlns:a16="http://schemas.microsoft.com/office/drawing/2014/main" id="{633196C1-76A1-38E6-8C92-4A994191F588}"/>
            </a:ext>
          </a:extLst>
        </p:cNvPr>
        <p:cNvGrpSpPr/>
        <p:nvPr/>
      </p:nvGrpSpPr>
      <p:grpSpPr>
        <a:xfrm>
          <a:off x="0" y="0"/>
          <a:ext cx="0" cy="0"/>
          <a:chOff x="0" y="0"/>
          <a:chExt cx="0" cy="0"/>
        </a:xfrm>
      </p:grpSpPr>
      <p:sp>
        <p:nvSpPr>
          <p:cNvPr id="4381" name="Google Shape;4381;p37">
            <a:extLst>
              <a:ext uri="{FF2B5EF4-FFF2-40B4-BE49-F238E27FC236}">
                <a16:creationId xmlns:a16="http://schemas.microsoft.com/office/drawing/2014/main" id="{916DBFAD-C1A9-1AE7-9767-B9E3A58B2C16}"/>
              </a:ext>
            </a:extLst>
          </p:cNvPr>
          <p:cNvSpPr txBox="1">
            <a:spLocks noGrp="1"/>
          </p:cNvSpPr>
          <p:nvPr>
            <p:ph type="title"/>
          </p:nvPr>
        </p:nvSpPr>
        <p:spPr>
          <a:xfrm>
            <a:off x="3679371" y="1934525"/>
            <a:ext cx="4870545" cy="1546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sz="3500" dirty="0"/>
              <a:t>Use of Main Memory for Itemset Counting</a:t>
            </a:r>
            <a:endParaRPr lang="fr-FR" sz="3500" dirty="0"/>
          </a:p>
        </p:txBody>
      </p:sp>
      <p:sp>
        <p:nvSpPr>
          <p:cNvPr id="4382" name="Google Shape;4382;p37">
            <a:extLst>
              <a:ext uri="{FF2B5EF4-FFF2-40B4-BE49-F238E27FC236}">
                <a16:creationId xmlns:a16="http://schemas.microsoft.com/office/drawing/2014/main" id="{1CF0AECC-A8E5-8FCA-6800-11D21D219A4A}"/>
              </a:ext>
            </a:extLst>
          </p:cNvPr>
          <p:cNvSpPr txBox="1">
            <a:spLocks noGrp="1"/>
          </p:cNvSpPr>
          <p:nvPr>
            <p:ph type="title" idx="2"/>
          </p:nvPr>
        </p:nvSpPr>
        <p:spPr>
          <a:xfrm>
            <a:off x="4600166" y="953225"/>
            <a:ext cx="3949750" cy="981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02.</a:t>
            </a:r>
            <a:endParaRPr dirty="0"/>
          </a:p>
        </p:txBody>
      </p:sp>
      <p:sp>
        <p:nvSpPr>
          <p:cNvPr id="2" name="Google Shape;4359;p35">
            <a:extLst>
              <a:ext uri="{FF2B5EF4-FFF2-40B4-BE49-F238E27FC236}">
                <a16:creationId xmlns:a16="http://schemas.microsoft.com/office/drawing/2014/main" id="{304B222E-D253-DD44-4A04-B603BF8CB698}"/>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solidFill>
                  <a:schemeClr val="bg1"/>
                </a:solidFill>
              </a:rPr>
              <a:t>06</a:t>
            </a:r>
          </a:p>
        </p:txBody>
      </p:sp>
      <p:pic>
        <p:nvPicPr>
          <p:cNvPr id="3" name="Google Shape;4384;p37">
            <a:extLst>
              <a:ext uri="{FF2B5EF4-FFF2-40B4-BE49-F238E27FC236}">
                <a16:creationId xmlns:a16="http://schemas.microsoft.com/office/drawing/2014/main" id="{106E7BCA-3819-4502-16EB-11EB3A992FD8}"/>
              </a:ext>
            </a:extLst>
          </p:cNvPr>
          <p:cNvPicPr preferRelativeResize="0"/>
          <p:nvPr/>
        </p:nvPicPr>
        <p:blipFill rotWithShape="1">
          <a:blip r:embed="rId3"/>
          <a:srcRect l="21849" r="21849"/>
          <a:stretch/>
        </p:blipFill>
        <p:spPr>
          <a:xfrm>
            <a:off x="842434" y="1291787"/>
            <a:ext cx="2589000" cy="2586600"/>
          </a:xfrm>
          <a:prstGeom prst="ellipse">
            <a:avLst/>
          </a:prstGeom>
          <a:noFill/>
          <a:ln>
            <a:noFill/>
          </a:ln>
        </p:spPr>
      </p:pic>
      <p:sp>
        <p:nvSpPr>
          <p:cNvPr id="4" name="Google Shape;4385;p37">
            <a:extLst>
              <a:ext uri="{FF2B5EF4-FFF2-40B4-BE49-F238E27FC236}">
                <a16:creationId xmlns:a16="http://schemas.microsoft.com/office/drawing/2014/main" id="{16751D0A-F55E-A962-4BF4-9CC1CB2A0FDB}"/>
              </a:ext>
            </a:extLst>
          </p:cNvPr>
          <p:cNvSpPr/>
          <p:nvPr/>
        </p:nvSpPr>
        <p:spPr>
          <a:xfrm rot="16200000">
            <a:off x="681754" y="1131075"/>
            <a:ext cx="2910600" cy="2910600"/>
          </a:xfrm>
          <a:prstGeom prst="arc">
            <a:avLst>
              <a:gd name="adj1" fmla="val 16200000"/>
              <a:gd name="adj2" fmla="val 0"/>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7620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89">
          <a:extLst>
            <a:ext uri="{FF2B5EF4-FFF2-40B4-BE49-F238E27FC236}">
              <a16:creationId xmlns:a16="http://schemas.microsoft.com/office/drawing/2014/main" id="{AAEF7D26-75E1-1C4E-9FCC-9B5CA1829972}"/>
            </a:ext>
          </a:extLst>
        </p:cNvPr>
        <p:cNvGrpSpPr/>
        <p:nvPr/>
      </p:nvGrpSpPr>
      <p:grpSpPr>
        <a:xfrm>
          <a:off x="0" y="0"/>
          <a:ext cx="0" cy="0"/>
          <a:chOff x="0" y="0"/>
          <a:chExt cx="0" cy="0"/>
        </a:xfrm>
      </p:grpSpPr>
      <p:sp>
        <p:nvSpPr>
          <p:cNvPr id="2" name="Google Shape;4399;p38">
            <a:extLst>
              <a:ext uri="{FF2B5EF4-FFF2-40B4-BE49-F238E27FC236}">
                <a16:creationId xmlns:a16="http://schemas.microsoft.com/office/drawing/2014/main" id="{B2B447AE-C115-5A28-8EA9-688BAA007307}"/>
              </a:ext>
            </a:extLst>
          </p:cNvPr>
          <p:cNvSpPr txBox="1">
            <a:spLocks/>
          </p:cNvSpPr>
          <p:nvPr/>
        </p:nvSpPr>
        <p:spPr>
          <a:xfrm>
            <a:off x="-1" y="181429"/>
            <a:ext cx="4201887"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USE OF MAIN MEMORY FOR ITEMSET COUNTING</a:t>
            </a:r>
            <a:endParaRPr lang="en-US" sz="5400" dirty="0"/>
          </a:p>
        </p:txBody>
      </p:sp>
      <p:grpSp>
        <p:nvGrpSpPr>
          <p:cNvPr id="13" name="Google Shape;16312;p79">
            <a:extLst>
              <a:ext uri="{FF2B5EF4-FFF2-40B4-BE49-F238E27FC236}">
                <a16:creationId xmlns:a16="http://schemas.microsoft.com/office/drawing/2014/main" id="{96869365-6125-ABF9-9D89-36510825844B}"/>
              </a:ext>
            </a:extLst>
          </p:cNvPr>
          <p:cNvGrpSpPr>
            <a:grpSpLocks noChangeAspect="1"/>
          </p:cNvGrpSpPr>
          <p:nvPr/>
        </p:nvGrpSpPr>
        <p:grpSpPr>
          <a:xfrm>
            <a:off x="4343400" y="826699"/>
            <a:ext cx="457200" cy="454519"/>
            <a:chOff x="4667216" y="2915382"/>
            <a:chExt cx="320273" cy="318395"/>
          </a:xfrm>
          <a:solidFill>
            <a:srgbClr val="7A0C0C"/>
          </a:solidFill>
        </p:grpSpPr>
        <p:sp>
          <p:nvSpPr>
            <p:cNvPr id="14" name="Google Shape;16313;p79">
              <a:extLst>
                <a:ext uri="{FF2B5EF4-FFF2-40B4-BE49-F238E27FC236}">
                  <a16:creationId xmlns:a16="http://schemas.microsoft.com/office/drawing/2014/main" id="{31D5457A-4551-D6BF-BC5C-16957A5559CC}"/>
                </a:ext>
              </a:extLst>
            </p:cNvPr>
            <p:cNvSpPr/>
            <p:nvPr/>
          </p:nvSpPr>
          <p:spPr>
            <a:xfrm>
              <a:off x="4686154" y="2938140"/>
              <a:ext cx="166789" cy="163734"/>
            </a:xfrm>
            <a:custGeom>
              <a:avLst/>
              <a:gdLst/>
              <a:ahLst/>
              <a:cxnLst/>
              <a:rect l="l" t="t" r="r" b="b"/>
              <a:pathLst>
                <a:path w="5240" h="5144" extrusionOk="0">
                  <a:moveTo>
                    <a:pt x="2668" y="0"/>
                  </a:moveTo>
                  <a:cubicBezTo>
                    <a:pt x="2013" y="0"/>
                    <a:pt x="1358" y="250"/>
                    <a:pt x="858" y="750"/>
                  </a:cubicBezTo>
                  <a:cubicBezTo>
                    <a:pt x="620" y="989"/>
                    <a:pt x="429" y="1286"/>
                    <a:pt x="298" y="1608"/>
                  </a:cubicBezTo>
                  <a:cubicBezTo>
                    <a:pt x="263" y="1679"/>
                    <a:pt x="298" y="1762"/>
                    <a:pt x="370" y="1798"/>
                  </a:cubicBezTo>
                  <a:cubicBezTo>
                    <a:pt x="388" y="1804"/>
                    <a:pt x="407" y="1807"/>
                    <a:pt x="426" y="1807"/>
                  </a:cubicBezTo>
                  <a:cubicBezTo>
                    <a:pt x="484" y="1807"/>
                    <a:pt x="542" y="1780"/>
                    <a:pt x="560" y="1727"/>
                  </a:cubicBezTo>
                  <a:cubicBezTo>
                    <a:pt x="679" y="1441"/>
                    <a:pt x="846" y="1191"/>
                    <a:pt x="1060" y="977"/>
                  </a:cubicBezTo>
                  <a:cubicBezTo>
                    <a:pt x="1495" y="536"/>
                    <a:pt x="2075" y="316"/>
                    <a:pt x="2656" y="316"/>
                  </a:cubicBezTo>
                  <a:cubicBezTo>
                    <a:pt x="3236" y="316"/>
                    <a:pt x="3817" y="536"/>
                    <a:pt x="4251" y="977"/>
                  </a:cubicBezTo>
                  <a:cubicBezTo>
                    <a:pt x="4692" y="1405"/>
                    <a:pt x="4930" y="1977"/>
                    <a:pt x="4930" y="2584"/>
                  </a:cubicBezTo>
                  <a:cubicBezTo>
                    <a:pt x="4930" y="3191"/>
                    <a:pt x="4692" y="3763"/>
                    <a:pt x="4251" y="4191"/>
                  </a:cubicBezTo>
                  <a:cubicBezTo>
                    <a:pt x="3823" y="4620"/>
                    <a:pt x="3263" y="4858"/>
                    <a:pt x="2644" y="4858"/>
                  </a:cubicBezTo>
                  <a:cubicBezTo>
                    <a:pt x="2037" y="4858"/>
                    <a:pt x="1477" y="4620"/>
                    <a:pt x="1037" y="4191"/>
                  </a:cubicBezTo>
                  <a:cubicBezTo>
                    <a:pt x="536" y="3679"/>
                    <a:pt x="298" y="2989"/>
                    <a:pt x="405" y="2274"/>
                  </a:cubicBezTo>
                  <a:cubicBezTo>
                    <a:pt x="417" y="2191"/>
                    <a:pt x="358" y="2120"/>
                    <a:pt x="286" y="2108"/>
                  </a:cubicBezTo>
                  <a:cubicBezTo>
                    <a:pt x="279" y="2107"/>
                    <a:pt x="272" y="2106"/>
                    <a:pt x="265" y="2106"/>
                  </a:cubicBezTo>
                  <a:cubicBezTo>
                    <a:pt x="191" y="2106"/>
                    <a:pt x="131" y="2162"/>
                    <a:pt x="120" y="2227"/>
                  </a:cubicBezTo>
                  <a:cubicBezTo>
                    <a:pt x="1" y="3024"/>
                    <a:pt x="263" y="3822"/>
                    <a:pt x="846" y="4394"/>
                  </a:cubicBezTo>
                  <a:cubicBezTo>
                    <a:pt x="1334" y="4894"/>
                    <a:pt x="1977" y="5144"/>
                    <a:pt x="2668" y="5144"/>
                  </a:cubicBezTo>
                  <a:cubicBezTo>
                    <a:pt x="3346" y="5144"/>
                    <a:pt x="3989" y="4870"/>
                    <a:pt x="4477" y="4394"/>
                  </a:cubicBezTo>
                  <a:cubicBezTo>
                    <a:pt x="4966" y="3906"/>
                    <a:pt x="5228" y="3263"/>
                    <a:pt x="5228" y="2584"/>
                  </a:cubicBezTo>
                  <a:cubicBezTo>
                    <a:pt x="5239" y="1870"/>
                    <a:pt x="4966" y="1227"/>
                    <a:pt x="4477" y="750"/>
                  </a:cubicBezTo>
                  <a:cubicBezTo>
                    <a:pt x="3977" y="250"/>
                    <a:pt x="3323" y="0"/>
                    <a:pt x="2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314;p79">
              <a:extLst>
                <a:ext uri="{FF2B5EF4-FFF2-40B4-BE49-F238E27FC236}">
                  <a16:creationId xmlns:a16="http://schemas.microsoft.com/office/drawing/2014/main" id="{1B87F827-EE86-35F9-8D51-6D20FE6B6836}"/>
                </a:ext>
              </a:extLst>
            </p:cNvPr>
            <p:cNvSpPr/>
            <p:nvPr/>
          </p:nvSpPr>
          <p:spPr>
            <a:xfrm>
              <a:off x="4667216" y="2915382"/>
              <a:ext cx="320273" cy="318395"/>
            </a:xfrm>
            <a:custGeom>
              <a:avLst/>
              <a:gdLst/>
              <a:ahLst/>
              <a:cxnLst/>
              <a:rect l="l" t="t" r="r" b="b"/>
              <a:pathLst>
                <a:path w="10062" h="10003" extrusionOk="0">
                  <a:moveTo>
                    <a:pt x="5668" y="5502"/>
                  </a:moveTo>
                  <a:lnTo>
                    <a:pt x="5977" y="5811"/>
                  </a:lnTo>
                  <a:lnTo>
                    <a:pt x="5799" y="5990"/>
                  </a:lnTo>
                  <a:lnTo>
                    <a:pt x="5489" y="5680"/>
                  </a:lnTo>
                  <a:lnTo>
                    <a:pt x="5584" y="5585"/>
                  </a:lnTo>
                  <a:lnTo>
                    <a:pt x="5668" y="5502"/>
                  </a:lnTo>
                  <a:close/>
                  <a:moveTo>
                    <a:pt x="8347" y="7597"/>
                  </a:moveTo>
                  <a:lnTo>
                    <a:pt x="8501" y="7752"/>
                  </a:lnTo>
                  <a:lnTo>
                    <a:pt x="7739" y="8502"/>
                  </a:lnTo>
                  <a:lnTo>
                    <a:pt x="7585" y="8359"/>
                  </a:lnTo>
                  <a:lnTo>
                    <a:pt x="8347" y="7597"/>
                  </a:lnTo>
                  <a:close/>
                  <a:moveTo>
                    <a:pt x="8704" y="7954"/>
                  </a:moveTo>
                  <a:lnTo>
                    <a:pt x="8894" y="8157"/>
                  </a:lnTo>
                  <a:lnTo>
                    <a:pt x="8132" y="8907"/>
                  </a:lnTo>
                  <a:lnTo>
                    <a:pt x="7989" y="8764"/>
                  </a:lnTo>
                  <a:lnTo>
                    <a:pt x="7942" y="8716"/>
                  </a:lnTo>
                  <a:lnTo>
                    <a:pt x="8704" y="7954"/>
                  </a:lnTo>
                  <a:close/>
                  <a:moveTo>
                    <a:pt x="9097" y="8359"/>
                  </a:moveTo>
                  <a:lnTo>
                    <a:pt x="9621" y="8895"/>
                  </a:lnTo>
                  <a:cubicBezTo>
                    <a:pt x="9728" y="8966"/>
                    <a:pt x="9728" y="9121"/>
                    <a:pt x="9644" y="9228"/>
                  </a:cubicBezTo>
                  <a:lnTo>
                    <a:pt x="9216" y="9657"/>
                  </a:lnTo>
                  <a:cubicBezTo>
                    <a:pt x="9168" y="9699"/>
                    <a:pt x="9109" y="9719"/>
                    <a:pt x="9048" y="9719"/>
                  </a:cubicBezTo>
                  <a:cubicBezTo>
                    <a:pt x="8987" y="9719"/>
                    <a:pt x="8924" y="9699"/>
                    <a:pt x="8871" y="9657"/>
                  </a:cubicBezTo>
                  <a:lnTo>
                    <a:pt x="8335" y="9121"/>
                  </a:lnTo>
                  <a:lnTo>
                    <a:pt x="9097" y="8359"/>
                  </a:lnTo>
                  <a:close/>
                  <a:moveTo>
                    <a:pt x="3282" y="1"/>
                  </a:moveTo>
                  <a:cubicBezTo>
                    <a:pt x="2441" y="1"/>
                    <a:pt x="1602" y="322"/>
                    <a:pt x="965" y="965"/>
                  </a:cubicBezTo>
                  <a:cubicBezTo>
                    <a:pt x="334" y="1584"/>
                    <a:pt x="0" y="2406"/>
                    <a:pt x="0" y="3287"/>
                  </a:cubicBezTo>
                  <a:cubicBezTo>
                    <a:pt x="0" y="4156"/>
                    <a:pt x="334" y="4978"/>
                    <a:pt x="965" y="5609"/>
                  </a:cubicBezTo>
                  <a:cubicBezTo>
                    <a:pt x="1608" y="6240"/>
                    <a:pt x="2441" y="6573"/>
                    <a:pt x="3286" y="6573"/>
                  </a:cubicBezTo>
                  <a:cubicBezTo>
                    <a:pt x="3989" y="6573"/>
                    <a:pt x="4703" y="6347"/>
                    <a:pt x="5275" y="5883"/>
                  </a:cubicBezTo>
                  <a:lnTo>
                    <a:pt x="5608" y="6216"/>
                  </a:lnTo>
                  <a:cubicBezTo>
                    <a:pt x="5477" y="6418"/>
                    <a:pt x="5501" y="6692"/>
                    <a:pt x="5680" y="6871"/>
                  </a:cubicBezTo>
                  <a:lnTo>
                    <a:pt x="6370" y="7561"/>
                  </a:lnTo>
                  <a:cubicBezTo>
                    <a:pt x="6400" y="7585"/>
                    <a:pt x="6436" y="7597"/>
                    <a:pt x="6471" y="7597"/>
                  </a:cubicBezTo>
                  <a:cubicBezTo>
                    <a:pt x="6507" y="7597"/>
                    <a:pt x="6543" y="7585"/>
                    <a:pt x="6573" y="7561"/>
                  </a:cubicBezTo>
                  <a:cubicBezTo>
                    <a:pt x="6632" y="7502"/>
                    <a:pt x="6632" y="7407"/>
                    <a:pt x="6573" y="7347"/>
                  </a:cubicBezTo>
                  <a:lnTo>
                    <a:pt x="5894" y="6668"/>
                  </a:lnTo>
                  <a:cubicBezTo>
                    <a:pt x="5799" y="6573"/>
                    <a:pt x="5799" y="6418"/>
                    <a:pt x="5894" y="6323"/>
                  </a:cubicBezTo>
                  <a:lnTo>
                    <a:pt x="6323" y="5895"/>
                  </a:lnTo>
                  <a:cubicBezTo>
                    <a:pt x="6370" y="5847"/>
                    <a:pt x="6430" y="5811"/>
                    <a:pt x="6489" y="5811"/>
                  </a:cubicBezTo>
                  <a:cubicBezTo>
                    <a:pt x="6549" y="5811"/>
                    <a:pt x="6608" y="5847"/>
                    <a:pt x="6644" y="5895"/>
                  </a:cubicBezTo>
                  <a:lnTo>
                    <a:pt x="8156" y="7395"/>
                  </a:lnTo>
                  <a:lnTo>
                    <a:pt x="7394" y="8157"/>
                  </a:lnTo>
                  <a:lnTo>
                    <a:pt x="6966" y="7716"/>
                  </a:lnTo>
                  <a:cubicBezTo>
                    <a:pt x="6936" y="7686"/>
                    <a:pt x="6897" y="7672"/>
                    <a:pt x="6858" y="7672"/>
                  </a:cubicBezTo>
                  <a:cubicBezTo>
                    <a:pt x="6820" y="7672"/>
                    <a:pt x="6781" y="7686"/>
                    <a:pt x="6751" y="7716"/>
                  </a:cubicBezTo>
                  <a:cubicBezTo>
                    <a:pt x="6692" y="7776"/>
                    <a:pt x="6692" y="7871"/>
                    <a:pt x="6751" y="7930"/>
                  </a:cubicBezTo>
                  <a:lnTo>
                    <a:pt x="8668" y="9847"/>
                  </a:lnTo>
                  <a:cubicBezTo>
                    <a:pt x="8775" y="9955"/>
                    <a:pt x="8906" y="10002"/>
                    <a:pt x="9049" y="10002"/>
                  </a:cubicBezTo>
                  <a:cubicBezTo>
                    <a:pt x="9180" y="10002"/>
                    <a:pt x="9311" y="9955"/>
                    <a:pt x="9418" y="9847"/>
                  </a:cubicBezTo>
                  <a:lnTo>
                    <a:pt x="9847" y="9419"/>
                  </a:lnTo>
                  <a:cubicBezTo>
                    <a:pt x="10061" y="9228"/>
                    <a:pt x="10061" y="8883"/>
                    <a:pt x="9847" y="8669"/>
                  </a:cubicBezTo>
                  <a:lnTo>
                    <a:pt x="6858" y="5680"/>
                  </a:lnTo>
                  <a:cubicBezTo>
                    <a:pt x="6751" y="5573"/>
                    <a:pt x="6620" y="5525"/>
                    <a:pt x="6489" y="5525"/>
                  </a:cubicBezTo>
                  <a:cubicBezTo>
                    <a:pt x="6382" y="5525"/>
                    <a:pt x="6299" y="5561"/>
                    <a:pt x="6204" y="5609"/>
                  </a:cubicBezTo>
                  <a:lnTo>
                    <a:pt x="5870" y="5275"/>
                  </a:lnTo>
                  <a:cubicBezTo>
                    <a:pt x="6144" y="4930"/>
                    <a:pt x="6334" y="4537"/>
                    <a:pt x="6454" y="4097"/>
                  </a:cubicBezTo>
                  <a:cubicBezTo>
                    <a:pt x="6465" y="4025"/>
                    <a:pt x="6430" y="3942"/>
                    <a:pt x="6346" y="3918"/>
                  </a:cubicBezTo>
                  <a:cubicBezTo>
                    <a:pt x="6339" y="3917"/>
                    <a:pt x="6332" y="3916"/>
                    <a:pt x="6324" y="3916"/>
                  </a:cubicBezTo>
                  <a:cubicBezTo>
                    <a:pt x="6258" y="3916"/>
                    <a:pt x="6189" y="3961"/>
                    <a:pt x="6168" y="4025"/>
                  </a:cubicBezTo>
                  <a:cubicBezTo>
                    <a:pt x="6037" y="4537"/>
                    <a:pt x="5775" y="5013"/>
                    <a:pt x="5394" y="5383"/>
                  </a:cubicBezTo>
                  <a:cubicBezTo>
                    <a:pt x="4816" y="5960"/>
                    <a:pt x="4051" y="6249"/>
                    <a:pt x="3285" y="6249"/>
                  </a:cubicBezTo>
                  <a:cubicBezTo>
                    <a:pt x="2519" y="6249"/>
                    <a:pt x="1751" y="5960"/>
                    <a:pt x="1167" y="5383"/>
                  </a:cubicBezTo>
                  <a:cubicBezTo>
                    <a:pt x="608" y="4823"/>
                    <a:pt x="298" y="4073"/>
                    <a:pt x="298" y="3263"/>
                  </a:cubicBezTo>
                  <a:cubicBezTo>
                    <a:pt x="298" y="2466"/>
                    <a:pt x="608" y="1715"/>
                    <a:pt x="1167" y="1156"/>
                  </a:cubicBezTo>
                  <a:cubicBezTo>
                    <a:pt x="1751" y="572"/>
                    <a:pt x="2519" y="281"/>
                    <a:pt x="3285" y="281"/>
                  </a:cubicBezTo>
                  <a:cubicBezTo>
                    <a:pt x="4051" y="281"/>
                    <a:pt x="4816" y="572"/>
                    <a:pt x="5394" y="1156"/>
                  </a:cubicBezTo>
                  <a:cubicBezTo>
                    <a:pt x="6013" y="1763"/>
                    <a:pt x="6323" y="2608"/>
                    <a:pt x="6263" y="3478"/>
                  </a:cubicBezTo>
                  <a:cubicBezTo>
                    <a:pt x="6263" y="3549"/>
                    <a:pt x="6323" y="3620"/>
                    <a:pt x="6394" y="3644"/>
                  </a:cubicBezTo>
                  <a:cubicBezTo>
                    <a:pt x="6465" y="3644"/>
                    <a:pt x="6549" y="3585"/>
                    <a:pt x="6561" y="3501"/>
                  </a:cubicBezTo>
                  <a:cubicBezTo>
                    <a:pt x="6620" y="2549"/>
                    <a:pt x="6275" y="1632"/>
                    <a:pt x="5608" y="965"/>
                  </a:cubicBezTo>
                  <a:cubicBezTo>
                    <a:pt x="4965" y="322"/>
                    <a:pt x="4123" y="1"/>
                    <a:pt x="32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315;p79">
              <a:extLst>
                <a:ext uri="{FF2B5EF4-FFF2-40B4-BE49-F238E27FC236}">
                  <a16:creationId xmlns:a16="http://schemas.microsoft.com/office/drawing/2014/main" id="{22CC7DE2-3FF6-004A-6BA0-8856052E5B33}"/>
                </a:ext>
              </a:extLst>
            </p:cNvPr>
            <p:cNvSpPr/>
            <p:nvPr/>
          </p:nvSpPr>
          <p:spPr>
            <a:xfrm>
              <a:off x="4733899" y="2960772"/>
              <a:ext cx="75469" cy="86546"/>
            </a:xfrm>
            <a:custGeom>
              <a:avLst/>
              <a:gdLst/>
              <a:ahLst/>
              <a:cxnLst/>
              <a:rect l="l" t="t" r="r" b="b"/>
              <a:pathLst>
                <a:path w="2371" h="2719" extrusionOk="0">
                  <a:moveTo>
                    <a:pt x="1218" y="276"/>
                  </a:moveTo>
                  <a:cubicBezTo>
                    <a:pt x="1233" y="276"/>
                    <a:pt x="1248" y="277"/>
                    <a:pt x="1263" y="278"/>
                  </a:cubicBezTo>
                  <a:cubicBezTo>
                    <a:pt x="1703" y="313"/>
                    <a:pt x="2061" y="647"/>
                    <a:pt x="2084" y="1099"/>
                  </a:cubicBezTo>
                  <a:cubicBezTo>
                    <a:pt x="2073" y="1456"/>
                    <a:pt x="1858" y="1802"/>
                    <a:pt x="1537" y="1944"/>
                  </a:cubicBezTo>
                  <a:cubicBezTo>
                    <a:pt x="1430" y="1992"/>
                    <a:pt x="1370" y="2099"/>
                    <a:pt x="1370" y="2218"/>
                  </a:cubicBezTo>
                  <a:cubicBezTo>
                    <a:pt x="1370" y="2313"/>
                    <a:pt x="1275" y="2409"/>
                    <a:pt x="1180" y="2409"/>
                  </a:cubicBezTo>
                  <a:cubicBezTo>
                    <a:pt x="1072" y="2409"/>
                    <a:pt x="989" y="2313"/>
                    <a:pt x="989" y="2218"/>
                  </a:cubicBezTo>
                  <a:cubicBezTo>
                    <a:pt x="989" y="1944"/>
                    <a:pt x="1132" y="1694"/>
                    <a:pt x="1382" y="1587"/>
                  </a:cubicBezTo>
                  <a:cubicBezTo>
                    <a:pt x="1561" y="1504"/>
                    <a:pt x="1680" y="1325"/>
                    <a:pt x="1668" y="1111"/>
                  </a:cubicBezTo>
                  <a:cubicBezTo>
                    <a:pt x="1656" y="873"/>
                    <a:pt x="1465" y="682"/>
                    <a:pt x="1227" y="670"/>
                  </a:cubicBezTo>
                  <a:lnTo>
                    <a:pt x="1191" y="670"/>
                  </a:lnTo>
                  <a:cubicBezTo>
                    <a:pt x="1072" y="670"/>
                    <a:pt x="953" y="706"/>
                    <a:pt x="870" y="801"/>
                  </a:cubicBezTo>
                  <a:cubicBezTo>
                    <a:pt x="763" y="885"/>
                    <a:pt x="715" y="1028"/>
                    <a:pt x="715" y="1159"/>
                  </a:cubicBezTo>
                  <a:cubicBezTo>
                    <a:pt x="715" y="1266"/>
                    <a:pt x="632" y="1349"/>
                    <a:pt x="525" y="1349"/>
                  </a:cubicBezTo>
                  <a:cubicBezTo>
                    <a:pt x="418" y="1349"/>
                    <a:pt x="334" y="1266"/>
                    <a:pt x="334" y="1159"/>
                  </a:cubicBezTo>
                  <a:cubicBezTo>
                    <a:pt x="334" y="920"/>
                    <a:pt x="429" y="682"/>
                    <a:pt x="608" y="516"/>
                  </a:cubicBezTo>
                  <a:cubicBezTo>
                    <a:pt x="775" y="359"/>
                    <a:pt x="995" y="276"/>
                    <a:pt x="1218" y="276"/>
                  </a:cubicBezTo>
                  <a:close/>
                  <a:moveTo>
                    <a:pt x="1163" y="0"/>
                  </a:moveTo>
                  <a:cubicBezTo>
                    <a:pt x="872" y="0"/>
                    <a:pt x="586" y="108"/>
                    <a:pt x="370" y="313"/>
                  </a:cubicBezTo>
                  <a:cubicBezTo>
                    <a:pt x="132" y="539"/>
                    <a:pt x="1" y="849"/>
                    <a:pt x="1" y="1159"/>
                  </a:cubicBezTo>
                  <a:cubicBezTo>
                    <a:pt x="1" y="1432"/>
                    <a:pt x="227" y="1647"/>
                    <a:pt x="489" y="1647"/>
                  </a:cubicBezTo>
                  <a:cubicBezTo>
                    <a:pt x="763" y="1647"/>
                    <a:pt x="989" y="1432"/>
                    <a:pt x="989" y="1159"/>
                  </a:cubicBezTo>
                  <a:cubicBezTo>
                    <a:pt x="989" y="1099"/>
                    <a:pt x="1001" y="1051"/>
                    <a:pt x="1049" y="1028"/>
                  </a:cubicBezTo>
                  <a:cubicBezTo>
                    <a:pt x="1078" y="998"/>
                    <a:pt x="1115" y="977"/>
                    <a:pt x="1161" y="977"/>
                  </a:cubicBezTo>
                  <a:cubicBezTo>
                    <a:pt x="1171" y="977"/>
                    <a:pt x="1181" y="978"/>
                    <a:pt x="1191" y="980"/>
                  </a:cubicBezTo>
                  <a:cubicBezTo>
                    <a:pt x="1287" y="980"/>
                    <a:pt x="1358" y="1075"/>
                    <a:pt x="1370" y="1159"/>
                  </a:cubicBezTo>
                  <a:cubicBezTo>
                    <a:pt x="1370" y="1230"/>
                    <a:pt x="1322" y="1313"/>
                    <a:pt x="1263" y="1337"/>
                  </a:cubicBezTo>
                  <a:cubicBezTo>
                    <a:pt x="930" y="1504"/>
                    <a:pt x="703" y="1849"/>
                    <a:pt x="703" y="2230"/>
                  </a:cubicBezTo>
                  <a:cubicBezTo>
                    <a:pt x="703" y="2504"/>
                    <a:pt x="930" y="2718"/>
                    <a:pt x="1191" y="2718"/>
                  </a:cubicBezTo>
                  <a:cubicBezTo>
                    <a:pt x="1465" y="2718"/>
                    <a:pt x="1680" y="2504"/>
                    <a:pt x="1680" y="2230"/>
                  </a:cubicBezTo>
                  <a:lnTo>
                    <a:pt x="1680" y="2218"/>
                  </a:lnTo>
                  <a:cubicBezTo>
                    <a:pt x="2096" y="2004"/>
                    <a:pt x="2370" y="1563"/>
                    <a:pt x="2334" y="1087"/>
                  </a:cubicBezTo>
                  <a:cubicBezTo>
                    <a:pt x="2311" y="504"/>
                    <a:pt x="1834" y="27"/>
                    <a:pt x="1251" y="4"/>
                  </a:cubicBezTo>
                  <a:cubicBezTo>
                    <a:pt x="1222" y="1"/>
                    <a:pt x="1192" y="0"/>
                    <a:pt x="11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316;p79">
              <a:extLst>
                <a:ext uri="{FF2B5EF4-FFF2-40B4-BE49-F238E27FC236}">
                  <a16:creationId xmlns:a16="http://schemas.microsoft.com/office/drawing/2014/main" id="{1F1BDFC5-9D21-6B2C-EA8E-AB7514B2C343}"/>
                </a:ext>
              </a:extLst>
            </p:cNvPr>
            <p:cNvSpPr/>
            <p:nvPr/>
          </p:nvSpPr>
          <p:spPr>
            <a:xfrm>
              <a:off x="4755894" y="3048431"/>
              <a:ext cx="31098" cy="32244"/>
            </a:xfrm>
            <a:custGeom>
              <a:avLst/>
              <a:gdLst/>
              <a:ahLst/>
              <a:cxnLst/>
              <a:rect l="l" t="t" r="r" b="b"/>
              <a:pathLst>
                <a:path w="977" h="1013" extrusionOk="0">
                  <a:moveTo>
                    <a:pt x="489" y="298"/>
                  </a:moveTo>
                  <a:cubicBezTo>
                    <a:pt x="596" y="298"/>
                    <a:pt x="679" y="381"/>
                    <a:pt x="679" y="488"/>
                  </a:cubicBezTo>
                  <a:lnTo>
                    <a:pt x="679" y="500"/>
                  </a:lnTo>
                  <a:cubicBezTo>
                    <a:pt x="679" y="607"/>
                    <a:pt x="596" y="702"/>
                    <a:pt x="489" y="702"/>
                  </a:cubicBezTo>
                  <a:cubicBezTo>
                    <a:pt x="381" y="702"/>
                    <a:pt x="298" y="607"/>
                    <a:pt x="298" y="500"/>
                  </a:cubicBezTo>
                  <a:lnTo>
                    <a:pt x="298" y="488"/>
                  </a:lnTo>
                  <a:cubicBezTo>
                    <a:pt x="298" y="381"/>
                    <a:pt x="381" y="298"/>
                    <a:pt x="489" y="298"/>
                  </a:cubicBezTo>
                  <a:close/>
                  <a:moveTo>
                    <a:pt x="489" y="0"/>
                  </a:moveTo>
                  <a:cubicBezTo>
                    <a:pt x="215" y="0"/>
                    <a:pt x="0" y="226"/>
                    <a:pt x="0" y="488"/>
                  </a:cubicBezTo>
                  <a:lnTo>
                    <a:pt x="0" y="524"/>
                  </a:lnTo>
                  <a:cubicBezTo>
                    <a:pt x="0" y="786"/>
                    <a:pt x="215" y="1012"/>
                    <a:pt x="489" y="1012"/>
                  </a:cubicBezTo>
                  <a:cubicBezTo>
                    <a:pt x="751" y="1012"/>
                    <a:pt x="977" y="786"/>
                    <a:pt x="977" y="524"/>
                  </a:cubicBezTo>
                  <a:lnTo>
                    <a:pt x="977" y="488"/>
                  </a:lnTo>
                  <a:cubicBezTo>
                    <a:pt x="977" y="226"/>
                    <a:pt x="751" y="0"/>
                    <a:pt x="4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4400;p38">
            <a:extLst>
              <a:ext uri="{FF2B5EF4-FFF2-40B4-BE49-F238E27FC236}">
                <a16:creationId xmlns:a16="http://schemas.microsoft.com/office/drawing/2014/main" id="{5DAF5EF0-C44D-5DD2-D3EB-8A53ECD85374}"/>
              </a:ext>
            </a:extLst>
          </p:cNvPr>
          <p:cNvSpPr txBox="1">
            <a:spLocks/>
          </p:cNvSpPr>
          <p:nvPr/>
        </p:nvSpPr>
        <p:spPr>
          <a:xfrm>
            <a:off x="3129150" y="1328593"/>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Problem</a:t>
            </a:r>
          </a:p>
        </p:txBody>
      </p:sp>
      <p:cxnSp>
        <p:nvCxnSpPr>
          <p:cNvPr id="20" name="Connecteur droit 19">
            <a:extLst>
              <a:ext uri="{FF2B5EF4-FFF2-40B4-BE49-F238E27FC236}">
                <a16:creationId xmlns:a16="http://schemas.microsoft.com/office/drawing/2014/main" id="{449FD731-5E1C-2657-6718-73A236D1AC31}"/>
              </a:ext>
            </a:extLst>
          </p:cNvPr>
          <p:cNvCxnSpPr/>
          <p:nvPr/>
        </p:nvCxnSpPr>
        <p:spPr>
          <a:xfrm flipV="1">
            <a:off x="-13425" y="2148119"/>
            <a:ext cx="9180000" cy="0"/>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sp>
        <p:nvSpPr>
          <p:cNvPr id="22" name="Google Shape;4400;p38">
            <a:extLst>
              <a:ext uri="{FF2B5EF4-FFF2-40B4-BE49-F238E27FC236}">
                <a16:creationId xmlns:a16="http://schemas.microsoft.com/office/drawing/2014/main" id="{2F0543FD-0DF8-8DB4-FE6F-4DECF45349E7}"/>
              </a:ext>
            </a:extLst>
          </p:cNvPr>
          <p:cNvSpPr txBox="1">
            <a:spLocks/>
          </p:cNvSpPr>
          <p:nvPr/>
        </p:nvSpPr>
        <p:spPr>
          <a:xfrm>
            <a:off x="3165150" y="2712926"/>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Solution</a:t>
            </a:r>
          </a:p>
        </p:txBody>
      </p:sp>
      <p:grpSp>
        <p:nvGrpSpPr>
          <p:cNvPr id="24" name="Google Shape;15342;p77">
            <a:extLst>
              <a:ext uri="{FF2B5EF4-FFF2-40B4-BE49-F238E27FC236}">
                <a16:creationId xmlns:a16="http://schemas.microsoft.com/office/drawing/2014/main" id="{733CB898-8A58-9B0E-1EE9-76252ECBC34A}"/>
              </a:ext>
            </a:extLst>
          </p:cNvPr>
          <p:cNvGrpSpPr>
            <a:grpSpLocks noChangeAspect="1"/>
          </p:cNvGrpSpPr>
          <p:nvPr/>
        </p:nvGrpSpPr>
        <p:grpSpPr>
          <a:xfrm>
            <a:off x="4444020" y="2251103"/>
            <a:ext cx="346930" cy="453600"/>
            <a:chOff x="1367060" y="2422129"/>
            <a:chExt cx="269261" cy="352050"/>
          </a:xfrm>
          <a:solidFill>
            <a:srgbClr val="7A0C0C"/>
          </a:solidFill>
        </p:grpSpPr>
        <p:sp>
          <p:nvSpPr>
            <p:cNvPr id="25" name="Google Shape;15343;p77">
              <a:extLst>
                <a:ext uri="{FF2B5EF4-FFF2-40B4-BE49-F238E27FC236}">
                  <a16:creationId xmlns:a16="http://schemas.microsoft.com/office/drawing/2014/main" id="{918783D2-D9CC-F2B4-780E-A746EC54BF56}"/>
                </a:ext>
              </a:extLst>
            </p:cNvPr>
            <p:cNvSpPr/>
            <p:nvPr/>
          </p:nvSpPr>
          <p:spPr>
            <a:xfrm>
              <a:off x="1392059" y="2651857"/>
              <a:ext cx="129160" cy="122322"/>
            </a:xfrm>
            <a:custGeom>
              <a:avLst/>
              <a:gdLst/>
              <a:ahLst/>
              <a:cxnLst/>
              <a:rect l="l" t="t" r="r" b="b"/>
              <a:pathLst>
                <a:path w="4061" h="3846" extrusionOk="0">
                  <a:moveTo>
                    <a:pt x="167" y="0"/>
                  </a:moveTo>
                  <a:cubicBezTo>
                    <a:pt x="72" y="0"/>
                    <a:pt x="0" y="83"/>
                    <a:pt x="0" y="167"/>
                  </a:cubicBezTo>
                  <a:cubicBezTo>
                    <a:pt x="0" y="262"/>
                    <a:pt x="72" y="333"/>
                    <a:pt x="167" y="333"/>
                  </a:cubicBezTo>
                  <a:lnTo>
                    <a:pt x="357" y="333"/>
                  </a:lnTo>
                  <a:lnTo>
                    <a:pt x="357" y="1691"/>
                  </a:lnTo>
                  <a:cubicBezTo>
                    <a:pt x="357" y="2179"/>
                    <a:pt x="762" y="2584"/>
                    <a:pt x="1250" y="2584"/>
                  </a:cubicBezTo>
                  <a:cubicBezTo>
                    <a:pt x="1286" y="2584"/>
                    <a:pt x="1226" y="2584"/>
                    <a:pt x="2310" y="2405"/>
                  </a:cubicBezTo>
                  <a:lnTo>
                    <a:pt x="2310" y="3453"/>
                  </a:lnTo>
                  <a:cubicBezTo>
                    <a:pt x="2310" y="3667"/>
                    <a:pt x="2489" y="3846"/>
                    <a:pt x="2691" y="3846"/>
                  </a:cubicBezTo>
                  <a:lnTo>
                    <a:pt x="3905" y="3846"/>
                  </a:lnTo>
                  <a:cubicBezTo>
                    <a:pt x="3989" y="3846"/>
                    <a:pt x="4060" y="3774"/>
                    <a:pt x="4060" y="3679"/>
                  </a:cubicBezTo>
                  <a:cubicBezTo>
                    <a:pt x="4060" y="3596"/>
                    <a:pt x="3989" y="3500"/>
                    <a:pt x="3893" y="3500"/>
                  </a:cubicBezTo>
                  <a:lnTo>
                    <a:pt x="2691" y="3500"/>
                  </a:lnTo>
                  <a:cubicBezTo>
                    <a:pt x="2667" y="3500"/>
                    <a:pt x="2631" y="3465"/>
                    <a:pt x="2631" y="3441"/>
                  </a:cubicBezTo>
                  <a:lnTo>
                    <a:pt x="2631" y="2191"/>
                  </a:lnTo>
                  <a:cubicBezTo>
                    <a:pt x="2631" y="2143"/>
                    <a:pt x="2620" y="2107"/>
                    <a:pt x="2572" y="2072"/>
                  </a:cubicBezTo>
                  <a:cubicBezTo>
                    <a:pt x="2555" y="2055"/>
                    <a:pt x="2520" y="2038"/>
                    <a:pt x="2485" y="2038"/>
                  </a:cubicBezTo>
                  <a:cubicBezTo>
                    <a:pt x="2470" y="2038"/>
                    <a:pt x="2455" y="2041"/>
                    <a:pt x="2441" y="2048"/>
                  </a:cubicBezTo>
                  <a:lnTo>
                    <a:pt x="1238" y="2250"/>
                  </a:lnTo>
                  <a:cubicBezTo>
                    <a:pt x="917" y="2250"/>
                    <a:pt x="691" y="2000"/>
                    <a:pt x="691" y="1691"/>
                  </a:cubicBezTo>
                  <a:lnTo>
                    <a:pt x="691" y="167"/>
                  </a:lnTo>
                  <a:cubicBezTo>
                    <a:pt x="691" y="83"/>
                    <a:pt x="607" y="0"/>
                    <a:pt x="5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5344;p77">
              <a:extLst>
                <a:ext uri="{FF2B5EF4-FFF2-40B4-BE49-F238E27FC236}">
                  <a16:creationId xmlns:a16="http://schemas.microsoft.com/office/drawing/2014/main" id="{5D6933E3-7D44-25D9-EFFF-3195EC2EFD3C}"/>
                </a:ext>
              </a:extLst>
            </p:cNvPr>
            <p:cNvSpPr/>
            <p:nvPr/>
          </p:nvSpPr>
          <p:spPr>
            <a:xfrm>
              <a:off x="1367060" y="2441912"/>
              <a:ext cx="82184" cy="212139"/>
            </a:xfrm>
            <a:custGeom>
              <a:avLst/>
              <a:gdLst/>
              <a:ahLst/>
              <a:cxnLst/>
              <a:rect l="l" t="t" r="r" b="b"/>
              <a:pathLst>
                <a:path w="2584" h="6670" extrusionOk="0">
                  <a:moveTo>
                    <a:pt x="2415" y="1"/>
                  </a:moveTo>
                  <a:cubicBezTo>
                    <a:pt x="2382" y="1"/>
                    <a:pt x="2350" y="10"/>
                    <a:pt x="2322" y="29"/>
                  </a:cubicBezTo>
                  <a:cubicBezTo>
                    <a:pt x="1274" y="731"/>
                    <a:pt x="655" y="1898"/>
                    <a:pt x="655" y="3148"/>
                  </a:cubicBezTo>
                  <a:cubicBezTo>
                    <a:pt x="655" y="3351"/>
                    <a:pt x="667" y="3541"/>
                    <a:pt x="703" y="3732"/>
                  </a:cubicBezTo>
                  <a:cubicBezTo>
                    <a:pt x="48" y="5708"/>
                    <a:pt x="0" y="5696"/>
                    <a:pt x="0" y="5970"/>
                  </a:cubicBezTo>
                  <a:cubicBezTo>
                    <a:pt x="0" y="6208"/>
                    <a:pt x="84" y="6446"/>
                    <a:pt x="262" y="6625"/>
                  </a:cubicBezTo>
                  <a:cubicBezTo>
                    <a:pt x="295" y="6651"/>
                    <a:pt x="342" y="6670"/>
                    <a:pt x="389" y="6670"/>
                  </a:cubicBezTo>
                  <a:cubicBezTo>
                    <a:pt x="429" y="6670"/>
                    <a:pt x="468" y="6657"/>
                    <a:pt x="500" y="6625"/>
                  </a:cubicBezTo>
                  <a:cubicBezTo>
                    <a:pt x="560" y="6565"/>
                    <a:pt x="584" y="6458"/>
                    <a:pt x="500" y="6375"/>
                  </a:cubicBezTo>
                  <a:cubicBezTo>
                    <a:pt x="358" y="6220"/>
                    <a:pt x="298" y="5982"/>
                    <a:pt x="369" y="5756"/>
                  </a:cubicBezTo>
                  <a:lnTo>
                    <a:pt x="1036" y="3791"/>
                  </a:lnTo>
                  <a:cubicBezTo>
                    <a:pt x="1060" y="3767"/>
                    <a:pt x="1060" y="3732"/>
                    <a:pt x="1036" y="3720"/>
                  </a:cubicBezTo>
                  <a:cubicBezTo>
                    <a:pt x="1012" y="3517"/>
                    <a:pt x="1000" y="3327"/>
                    <a:pt x="1000" y="3148"/>
                  </a:cubicBezTo>
                  <a:cubicBezTo>
                    <a:pt x="1000" y="2005"/>
                    <a:pt x="1560" y="934"/>
                    <a:pt x="2513" y="291"/>
                  </a:cubicBezTo>
                  <a:cubicBezTo>
                    <a:pt x="2572" y="255"/>
                    <a:pt x="2584" y="148"/>
                    <a:pt x="2548" y="76"/>
                  </a:cubicBezTo>
                  <a:cubicBezTo>
                    <a:pt x="2519" y="25"/>
                    <a:pt x="2467" y="1"/>
                    <a:pt x="241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5345;p77">
              <a:extLst>
                <a:ext uri="{FF2B5EF4-FFF2-40B4-BE49-F238E27FC236}">
                  <a16:creationId xmlns:a16="http://schemas.microsoft.com/office/drawing/2014/main" id="{7CFC0A05-36D1-7C12-F456-45C317DF3362}"/>
                </a:ext>
              </a:extLst>
            </p:cNvPr>
            <p:cNvSpPr/>
            <p:nvPr/>
          </p:nvSpPr>
          <p:spPr>
            <a:xfrm>
              <a:off x="1456051" y="2422129"/>
              <a:ext cx="180271" cy="162937"/>
            </a:xfrm>
            <a:custGeom>
              <a:avLst/>
              <a:gdLst/>
              <a:ahLst/>
              <a:cxnLst/>
              <a:rect l="l" t="t" r="r" b="b"/>
              <a:pathLst>
                <a:path w="5668" h="5123" extrusionOk="0">
                  <a:moveTo>
                    <a:pt x="1621" y="1"/>
                  </a:moveTo>
                  <a:cubicBezTo>
                    <a:pt x="1104" y="1"/>
                    <a:pt x="591" y="107"/>
                    <a:pt x="119" y="317"/>
                  </a:cubicBezTo>
                  <a:cubicBezTo>
                    <a:pt x="24" y="353"/>
                    <a:pt x="0" y="448"/>
                    <a:pt x="24" y="544"/>
                  </a:cubicBezTo>
                  <a:cubicBezTo>
                    <a:pt x="51" y="616"/>
                    <a:pt x="113" y="648"/>
                    <a:pt x="184" y="648"/>
                  </a:cubicBezTo>
                  <a:cubicBezTo>
                    <a:pt x="205" y="648"/>
                    <a:pt x="228" y="645"/>
                    <a:pt x="250" y="639"/>
                  </a:cubicBezTo>
                  <a:cubicBezTo>
                    <a:pt x="965" y="317"/>
                    <a:pt x="1536" y="365"/>
                    <a:pt x="1643" y="353"/>
                  </a:cubicBezTo>
                  <a:cubicBezTo>
                    <a:pt x="3941" y="365"/>
                    <a:pt x="5644" y="2556"/>
                    <a:pt x="4894" y="4901"/>
                  </a:cubicBezTo>
                  <a:cubicBezTo>
                    <a:pt x="4870" y="4997"/>
                    <a:pt x="4906" y="5080"/>
                    <a:pt x="5001" y="5116"/>
                  </a:cubicBezTo>
                  <a:cubicBezTo>
                    <a:pt x="5018" y="5120"/>
                    <a:pt x="5035" y="5123"/>
                    <a:pt x="5052" y="5123"/>
                  </a:cubicBezTo>
                  <a:cubicBezTo>
                    <a:pt x="5119" y="5123"/>
                    <a:pt x="5184" y="5085"/>
                    <a:pt x="5203" y="5009"/>
                  </a:cubicBezTo>
                  <a:cubicBezTo>
                    <a:pt x="5668" y="3508"/>
                    <a:pt x="5239" y="2044"/>
                    <a:pt x="4263" y="1079"/>
                  </a:cubicBezTo>
                  <a:cubicBezTo>
                    <a:pt x="3524" y="356"/>
                    <a:pt x="2566" y="1"/>
                    <a:pt x="16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5346;p77">
              <a:extLst>
                <a:ext uri="{FF2B5EF4-FFF2-40B4-BE49-F238E27FC236}">
                  <a16:creationId xmlns:a16="http://schemas.microsoft.com/office/drawing/2014/main" id="{0EDC4B80-0690-4175-57C9-65C75634F8D7}"/>
                </a:ext>
              </a:extLst>
            </p:cNvPr>
            <p:cNvSpPr/>
            <p:nvPr/>
          </p:nvSpPr>
          <p:spPr>
            <a:xfrm>
              <a:off x="1532160" y="2593590"/>
              <a:ext cx="81834" cy="180207"/>
            </a:xfrm>
            <a:custGeom>
              <a:avLst/>
              <a:gdLst/>
              <a:ahLst/>
              <a:cxnLst/>
              <a:rect l="l" t="t" r="r" b="b"/>
              <a:pathLst>
                <a:path w="2573" h="5666" extrusionOk="0">
                  <a:moveTo>
                    <a:pt x="2399" y="1"/>
                  </a:moveTo>
                  <a:cubicBezTo>
                    <a:pt x="2340" y="1"/>
                    <a:pt x="2284" y="36"/>
                    <a:pt x="2251" y="94"/>
                  </a:cubicBezTo>
                  <a:cubicBezTo>
                    <a:pt x="2096" y="380"/>
                    <a:pt x="1715" y="856"/>
                    <a:pt x="1715" y="1737"/>
                  </a:cubicBezTo>
                  <a:lnTo>
                    <a:pt x="1715" y="5273"/>
                  </a:lnTo>
                  <a:cubicBezTo>
                    <a:pt x="1715" y="5309"/>
                    <a:pt x="1679" y="5332"/>
                    <a:pt x="1655" y="5332"/>
                  </a:cubicBezTo>
                  <a:lnTo>
                    <a:pt x="167" y="5332"/>
                  </a:lnTo>
                  <a:cubicBezTo>
                    <a:pt x="72" y="5332"/>
                    <a:pt x="0" y="5404"/>
                    <a:pt x="0" y="5499"/>
                  </a:cubicBezTo>
                  <a:cubicBezTo>
                    <a:pt x="0" y="5583"/>
                    <a:pt x="72" y="5666"/>
                    <a:pt x="167" y="5666"/>
                  </a:cubicBezTo>
                  <a:lnTo>
                    <a:pt x="1655" y="5666"/>
                  </a:lnTo>
                  <a:cubicBezTo>
                    <a:pt x="1858" y="5666"/>
                    <a:pt x="2036" y="5487"/>
                    <a:pt x="2036" y="5273"/>
                  </a:cubicBezTo>
                  <a:lnTo>
                    <a:pt x="2036" y="1737"/>
                  </a:lnTo>
                  <a:cubicBezTo>
                    <a:pt x="2036" y="963"/>
                    <a:pt x="2382" y="558"/>
                    <a:pt x="2548" y="249"/>
                  </a:cubicBezTo>
                  <a:cubicBezTo>
                    <a:pt x="2572" y="153"/>
                    <a:pt x="2548" y="70"/>
                    <a:pt x="2477" y="22"/>
                  </a:cubicBezTo>
                  <a:cubicBezTo>
                    <a:pt x="2451" y="8"/>
                    <a:pt x="2425" y="1"/>
                    <a:pt x="23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5347;p77">
              <a:extLst>
                <a:ext uri="{FF2B5EF4-FFF2-40B4-BE49-F238E27FC236}">
                  <a16:creationId xmlns:a16="http://schemas.microsoft.com/office/drawing/2014/main" id="{C94A415B-FB88-0ED2-D0A7-A602684DEA61}"/>
                </a:ext>
              </a:extLst>
            </p:cNvPr>
            <p:cNvSpPr/>
            <p:nvPr/>
          </p:nvSpPr>
          <p:spPr>
            <a:xfrm>
              <a:off x="1425359" y="2572313"/>
              <a:ext cx="24267" cy="17843"/>
            </a:xfrm>
            <a:custGeom>
              <a:avLst/>
              <a:gdLst/>
              <a:ahLst/>
              <a:cxnLst/>
              <a:rect l="l" t="t" r="r" b="b"/>
              <a:pathLst>
                <a:path w="763" h="561" extrusionOk="0">
                  <a:moveTo>
                    <a:pt x="583" y="0"/>
                  </a:moveTo>
                  <a:cubicBezTo>
                    <a:pt x="554" y="0"/>
                    <a:pt x="525" y="8"/>
                    <a:pt x="501" y="25"/>
                  </a:cubicBezTo>
                  <a:lnTo>
                    <a:pt x="96" y="239"/>
                  </a:lnTo>
                  <a:cubicBezTo>
                    <a:pt x="25" y="287"/>
                    <a:pt x="1" y="394"/>
                    <a:pt x="37" y="465"/>
                  </a:cubicBezTo>
                  <a:cubicBezTo>
                    <a:pt x="72" y="525"/>
                    <a:pt x="132" y="560"/>
                    <a:pt x="191" y="560"/>
                  </a:cubicBezTo>
                  <a:cubicBezTo>
                    <a:pt x="215" y="560"/>
                    <a:pt x="251" y="560"/>
                    <a:pt x="275" y="537"/>
                  </a:cubicBezTo>
                  <a:lnTo>
                    <a:pt x="680" y="322"/>
                  </a:lnTo>
                  <a:cubicBezTo>
                    <a:pt x="739" y="263"/>
                    <a:pt x="763" y="156"/>
                    <a:pt x="727" y="84"/>
                  </a:cubicBezTo>
                  <a:cubicBezTo>
                    <a:pt x="696" y="29"/>
                    <a:pt x="639" y="0"/>
                    <a:pt x="5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5348;p77">
              <a:extLst>
                <a:ext uri="{FF2B5EF4-FFF2-40B4-BE49-F238E27FC236}">
                  <a16:creationId xmlns:a16="http://schemas.microsoft.com/office/drawing/2014/main" id="{4F7159A1-8DAA-F434-AAB3-3F5F26ED502E}"/>
                </a:ext>
              </a:extLst>
            </p:cNvPr>
            <p:cNvSpPr/>
            <p:nvPr/>
          </p:nvSpPr>
          <p:spPr>
            <a:xfrm>
              <a:off x="1562820" y="2573680"/>
              <a:ext cx="26176" cy="17620"/>
            </a:xfrm>
            <a:custGeom>
              <a:avLst/>
              <a:gdLst/>
              <a:ahLst/>
              <a:cxnLst/>
              <a:rect l="l" t="t" r="r" b="b"/>
              <a:pathLst>
                <a:path w="823" h="554" extrusionOk="0">
                  <a:moveTo>
                    <a:pt x="201" y="1"/>
                  </a:moveTo>
                  <a:cubicBezTo>
                    <a:pt x="143" y="1"/>
                    <a:pt x="81" y="28"/>
                    <a:pt x="48" y="77"/>
                  </a:cubicBezTo>
                  <a:cubicBezTo>
                    <a:pt x="1" y="160"/>
                    <a:pt x="37" y="255"/>
                    <a:pt x="108" y="303"/>
                  </a:cubicBezTo>
                  <a:cubicBezTo>
                    <a:pt x="513" y="529"/>
                    <a:pt x="513" y="553"/>
                    <a:pt x="584" y="553"/>
                  </a:cubicBezTo>
                  <a:cubicBezTo>
                    <a:pt x="763" y="541"/>
                    <a:pt x="822" y="315"/>
                    <a:pt x="680" y="244"/>
                  </a:cubicBezTo>
                  <a:lnTo>
                    <a:pt x="275" y="17"/>
                  </a:lnTo>
                  <a:cubicBezTo>
                    <a:pt x="253" y="6"/>
                    <a:pt x="227" y="1"/>
                    <a:pt x="2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5349;p77">
              <a:extLst>
                <a:ext uri="{FF2B5EF4-FFF2-40B4-BE49-F238E27FC236}">
                  <a16:creationId xmlns:a16="http://schemas.microsoft.com/office/drawing/2014/main" id="{275158BB-7C00-4FE4-9C94-1738F6802E87}"/>
                </a:ext>
              </a:extLst>
            </p:cNvPr>
            <p:cNvSpPr/>
            <p:nvPr/>
          </p:nvSpPr>
          <p:spPr>
            <a:xfrm>
              <a:off x="1448100" y="2481414"/>
              <a:ext cx="125375" cy="191275"/>
            </a:xfrm>
            <a:custGeom>
              <a:avLst/>
              <a:gdLst/>
              <a:ahLst/>
              <a:cxnLst/>
              <a:rect l="l" t="t" r="r" b="b"/>
              <a:pathLst>
                <a:path w="3942" h="6014" extrusionOk="0">
                  <a:moveTo>
                    <a:pt x="1280" y="1498"/>
                  </a:moveTo>
                  <a:cubicBezTo>
                    <a:pt x="1355" y="1498"/>
                    <a:pt x="1429" y="1543"/>
                    <a:pt x="1429" y="1632"/>
                  </a:cubicBezTo>
                  <a:lnTo>
                    <a:pt x="1429" y="1763"/>
                  </a:lnTo>
                  <a:lnTo>
                    <a:pt x="1262" y="1763"/>
                  </a:lnTo>
                  <a:cubicBezTo>
                    <a:pt x="1191" y="1763"/>
                    <a:pt x="1131" y="1704"/>
                    <a:pt x="1131" y="1632"/>
                  </a:cubicBezTo>
                  <a:cubicBezTo>
                    <a:pt x="1131" y="1543"/>
                    <a:pt x="1206" y="1498"/>
                    <a:pt x="1280" y="1498"/>
                  </a:cubicBezTo>
                  <a:close/>
                  <a:moveTo>
                    <a:pt x="2483" y="1498"/>
                  </a:moveTo>
                  <a:cubicBezTo>
                    <a:pt x="2557" y="1498"/>
                    <a:pt x="2632" y="1543"/>
                    <a:pt x="2632" y="1632"/>
                  </a:cubicBezTo>
                  <a:cubicBezTo>
                    <a:pt x="2632" y="1704"/>
                    <a:pt x="2572" y="1763"/>
                    <a:pt x="2501" y="1763"/>
                  </a:cubicBezTo>
                  <a:lnTo>
                    <a:pt x="2334" y="1763"/>
                  </a:lnTo>
                  <a:lnTo>
                    <a:pt x="2334" y="1632"/>
                  </a:lnTo>
                  <a:cubicBezTo>
                    <a:pt x="2334" y="1543"/>
                    <a:pt x="2408" y="1498"/>
                    <a:pt x="2483" y="1498"/>
                  </a:cubicBezTo>
                  <a:close/>
                  <a:moveTo>
                    <a:pt x="1989" y="2085"/>
                  </a:moveTo>
                  <a:lnTo>
                    <a:pt x="1989" y="3776"/>
                  </a:lnTo>
                  <a:lnTo>
                    <a:pt x="1739" y="3776"/>
                  </a:lnTo>
                  <a:lnTo>
                    <a:pt x="1739" y="2085"/>
                  </a:lnTo>
                  <a:close/>
                  <a:moveTo>
                    <a:pt x="2524" y="4097"/>
                  </a:moveTo>
                  <a:lnTo>
                    <a:pt x="2524" y="4430"/>
                  </a:lnTo>
                  <a:lnTo>
                    <a:pt x="1215" y="4430"/>
                  </a:lnTo>
                  <a:lnTo>
                    <a:pt x="1215" y="4097"/>
                  </a:lnTo>
                  <a:close/>
                  <a:moveTo>
                    <a:pt x="2512" y="4752"/>
                  </a:moveTo>
                  <a:lnTo>
                    <a:pt x="2512" y="4942"/>
                  </a:lnTo>
                  <a:lnTo>
                    <a:pt x="2524" y="4942"/>
                  </a:lnTo>
                  <a:cubicBezTo>
                    <a:pt x="2524" y="5026"/>
                    <a:pt x="2465" y="5085"/>
                    <a:pt x="2393" y="5085"/>
                  </a:cubicBezTo>
                  <a:lnTo>
                    <a:pt x="1334" y="5085"/>
                  </a:lnTo>
                  <a:cubicBezTo>
                    <a:pt x="1262" y="5085"/>
                    <a:pt x="1203" y="5026"/>
                    <a:pt x="1203" y="4942"/>
                  </a:cubicBezTo>
                  <a:lnTo>
                    <a:pt x="1203" y="4752"/>
                  </a:lnTo>
                  <a:close/>
                  <a:moveTo>
                    <a:pt x="2227" y="5395"/>
                  </a:moveTo>
                  <a:cubicBezTo>
                    <a:pt x="2203" y="5561"/>
                    <a:pt x="2048" y="5681"/>
                    <a:pt x="1870" y="5681"/>
                  </a:cubicBezTo>
                  <a:cubicBezTo>
                    <a:pt x="1691" y="5681"/>
                    <a:pt x="1548" y="5561"/>
                    <a:pt x="1500" y="5395"/>
                  </a:cubicBezTo>
                  <a:close/>
                  <a:moveTo>
                    <a:pt x="1874" y="1"/>
                  </a:moveTo>
                  <a:cubicBezTo>
                    <a:pt x="834" y="1"/>
                    <a:pt x="0" y="837"/>
                    <a:pt x="0" y="1882"/>
                  </a:cubicBezTo>
                  <a:cubicBezTo>
                    <a:pt x="0" y="2406"/>
                    <a:pt x="215" y="2906"/>
                    <a:pt x="607" y="3264"/>
                  </a:cubicBezTo>
                  <a:cubicBezTo>
                    <a:pt x="786" y="3418"/>
                    <a:pt x="869" y="3656"/>
                    <a:pt x="869" y="3895"/>
                  </a:cubicBezTo>
                  <a:lnTo>
                    <a:pt x="869" y="4942"/>
                  </a:lnTo>
                  <a:cubicBezTo>
                    <a:pt x="869" y="5145"/>
                    <a:pt x="988" y="5300"/>
                    <a:pt x="1155" y="5359"/>
                  </a:cubicBezTo>
                  <a:cubicBezTo>
                    <a:pt x="1191" y="5716"/>
                    <a:pt x="1489" y="6014"/>
                    <a:pt x="1858" y="6014"/>
                  </a:cubicBezTo>
                  <a:cubicBezTo>
                    <a:pt x="2227" y="6014"/>
                    <a:pt x="2524" y="5740"/>
                    <a:pt x="2560" y="5359"/>
                  </a:cubicBezTo>
                  <a:cubicBezTo>
                    <a:pt x="2715" y="5288"/>
                    <a:pt x="2834" y="5121"/>
                    <a:pt x="2834" y="4942"/>
                  </a:cubicBezTo>
                  <a:lnTo>
                    <a:pt x="2834" y="3871"/>
                  </a:lnTo>
                  <a:cubicBezTo>
                    <a:pt x="2834" y="3811"/>
                    <a:pt x="2834" y="3752"/>
                    <a:pt x="2858" y="3692"/>
                  </a:cubicBezTo>
                  <a:cubicBezTo>
                    <a:pt x="2870" y="3609"/>
                    <a:pt x="2822" y="3514"/>
                    <a:pt x="2727" y="3502"/>
                  </a:cubicBezTo>
                  <a:cubicBezTo>
                    <a:pt x="2718" y="3500"/>
                    <a:pt x="2710" y="3500"/>
                    <a:pt x="2701" y="3500"/>
                  </a:cubicBezTo>
                  <a:cubicBezTo>
                    <a:pt x="2627" y="3500"/>
                    <a:pt x="2558" y="3546"/>
                    <a:pt x="2536" y="3621"/>
                  </a:cubicBezTo>
                  <a:cubicBezTo>
                    <a:pt x="2524" y="3668"/>
                    <a:pt x="2524" y="3728"/>
                    <a:pt x="2512" y="3776"/>
                  </a:cubicBezTo>
                  <a:lnTo>
                    <a:pt x="2298" y="3776"/>
                  </a:lnTo>
                  <a:lnTo>
                    <a:pt x="2298" y="2085"/>
                  </a:lnTo>
                  <a:lnTo>
                    <a:pt x="2465" y="2085"/>
                  </a:lnTo>
                  <a:cubicBezTo>
                    <a:pt x="2715" y="2085"/>
                    <a:pt x="2929" y="1882"/>
                    <a:pt x="2929" y="1632"/>
                  </a:cubicBezTo>
                  <a:cubicBezTo>
                    <a:pt x="2929" y="1370"/>
                    <a:pt x="2715" y="1168"/>
                    <a:pt x="2465" y="1168"/>
                  </a:cubicBezTo>
                  <a:lnTo>
                    <a:pt x="2441" y="1168"/>
                  </a:lnTo>
                  <a:cubicBezTo>
                    <a:pt x="2179" y="1168"/>
                    <a:pt x="1977" y="1370"/>
                    <a:pt x="1977" y="1632"/>
                  </a:cubicBezTo>
                  <a:lnTo>
                    <a:pt x="1977" y="1763"/>
                  </a:lnTo>
                  <a:lnTo>
                    <a:pt x="1727" y="1763"/>
                  </a:lnTo>
                  <a:lnTo>
                    <a:pt x="1727" y="1632"/>
                  </a:lnTo>
                  <a:cubicBezTo>
                    <a:pt x="1727" y="1370"/>
                    <a:pt x="1512" y="1168"/>
                    <a:pt x="1262" y="1168"/>
                  </a:cubicBezTo>
                  <a:lnTo>
                    <a:pt x="1227" y="1168"/>
                  </a:lnTo>
                  <a:cubicBezTo>
                    <a:pt x="977" y="1168"/>
                    <a:pt x="774" y="1370"/>
                    <a:pt x="774" y="1632"/>
                  </a:cubicBezTo>
                  <a:cubicBezTo>
                    <a:pt x="774" y="1882"/>
                    <a:pt x="977" y="2085"/>
                    <a:pt x="1227" y="2085"/>
                  </a:cubicBezTo>
                  <a:lnTo>
                    <a:pt x="1393" y="2085"/>
                  </a:lnTo>
                  <a:lnTo>
                    <a:pt x="1393" y="3776"/>
                  </a:lnTo>
                  <a:lnTo>
                    <a:pt x="1191" y="3776"/>
                  </a:lnTo>
                  <a:cubicBezTo>
                    <a:pt x="1155" y="3478"/>
                    <a:pt x="1024" y="3204"/>
                    <a:pt x="810" y="3014"/>
                  </a:cubicBezTo>
                  <a:cubicBezTo>
                    <a:pt x="488" y="2716"/>
                    <a:pt x="310" y="2299"/>
                    <a:pt x="310" y="1871"/>
                  </a:cubicBezTo>
                  <a:cubicBezTo>
                    <a:pt x="310" y="1013"/>
                    <a:pt x="988" y="323"/>
                    <a:pt x="1858" y="323"/>
                  </a:cubicBezTo>
                  <a:lnTo>
                    <a:pt x="1905" y="323"/>
                  </a:lnTo>
                  <a:cubicBezTo>
                    <a:pt x="2715" y="335"/>
                    <a:pt x="3394" y="1013"/>
                    <a:pt x="3405" y="1835"/>
                  </a:cubicBezTo>
                  <a:lnTo>
                    <a:pt x="3405" y="1847"/>
                  </a:lnTo>
                  <a:cubicBezTo>
                    <a:pt x="3405" y="2287"/>
                    <a:pt x="3239" y="2668"/>
                    <a:pt x="2929" y="2966"/>
                  </a:cubicBezTo>
                  <a:cubicBezTo>
                    <a:pt x="2870" y="3025"/>
                    <a:pt x="2858" y="3133"/>
                    <a:pt x="2929" y="3204"/>
                  </a:cubicBezTo>
                  <a:cubicBezTo>
                    <a:pt x="2965" y="3240"/>
                    <a:pt x="3007" y="3258"/>
                    <a:pt x="3048" y="3258"/>
                  </a:cubicBezTo>
                  <a:cubicBezTo>
                    <a:pt x="3090" y="3258"/>
                    <a:pt x="3132" y="3240"/>
                    <a:pt x="3167" y="3204"/>
                  </a:cubicBezTo>
                  <a:cubicBezTo>
                    <a:pt x="3906" y="2502"/>
                    <a:pt x="3941" y="1299"/>
                    <a:pt x="3191" y="561"/>
                  </a:cubicBezTo>
                  <a:cubicBezTo>
                    <a:pt x="2858" y="216"/>
                    <a:pt x="2393" y="1"/>
                    <a:pt x="1917" y="1"/>
                  </a:cubicBezTo>
                  <a:cubicBezTo>
                    <a:pt x="1903" y="1"/>
                    <a:pt x="1888" y="1"/>
                    <a:pt x="18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350;p77">
              <a:extLst>
                <a:ext uri="{FF2B5EF4-FFF2-40B4-BE49-F238E27FC236}">
                  <a16:creationId xmlns:a16="http://schemas.microsoft.com/office/drawing/2014/main" id="{23ECC6A0-E2B9-9DB6-3B37-44A521051354}"/>
                </a:ext>
              </a:extLst>
            </p:cNvPr>
            <p:cNvSpPr/>
            <p:nvPr/>
          </p:nvSpPr>
          <p:spPr>
            <a:xfrm>
              <a:off x="1502232" y="2449259"/>
              <a:ext cx="10655" cy="25380"/>
            </a:xfrm>
            <a:custGeom>
              <a:avLst/>
              <a:gdLst/>
              <a:ahLst/>
              <a:cxnLst/>
              <a:rect l="l" t="t" r="r" b="b"/>
              <a:pathLst>
                <a:path w="335" h="798" extrusionOk="0">
                  <a:moveTo>
                    <a:pt x="168" y="0"/>
                  </a:moveTo>
                  <a:cubicBezTo>
                    <a:pt x="84" y="0"/>
                    <a:pt x="1" y="84"/>
                    <a:pt x="1" y="167"/>
                  </a:cubicBezTo>
                  <a:lnTo>
                    <a:pt x="1" y="631"/>
                  </a:lnTo>
                  <a:cubicBezTo>
                    <a:pt x="1" y="715"/>
                    <a:pt x="84" y="798"/>
                    <a:pt x="168" y="798"/>
                  </a:cubicBezTo>
                  <a:cubicBezTo>
                    <a:pt x="263" y="798"/>
                    <a:pt x="334" y="715"/>
                    <a:pt x="334" y="631"/>
                  </a:cubicBezTo>
                  <a:lnTo>
                    <a:pt x="334" y="167"/>
                  </a:lnTo>
                  <a:cubicBezTo>
                    <a:pt x="334" y="84"/>
                    <a:pt x="263"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351;p77">
              <a:extLst>
                <a:ext uri="{FF2B5EF4-FFF2-40B4-BE49-F238E27FC236}">
                  <a16:creationId xmlns:a16="http://schemas.microsoft.com/office/drawing/2014/main" id="{79F5E10A-7F43-EDFB-8C50-5831E8DEE6A8}"/>
                </a:ext>
              </a:extLst>
            </p:cNvPr>
            <p:cNvSpPr/>
            <p:nvPr/>
          </p:nvSpPr>
          <p:spPr>
            <a:xfrm>
              <a:off x="1458309" y="2460582"/>
              <a:ext cx="18988" cy="23090"/>
            </a:xfrm>
            <a:custGeom>
              <a:avLst/>
              <a:gdLst/>
              <a:ahLst/>
              <a:cxnLst/>
              <a:rect l="l" t="t" r="r" b="b"/>
              <a:pathLst>
                <a:path w="597" h="726" extrusionOk="0">
                  <a:moveTo>
                    <a:pt x="190" y="1"/>
                  </a:moveTo>
                  <a:cubicBezTo>
                    <a:pt x="161" y="1"/>
                    <a:pt x="132" y="9"/>
                    <a:pt x="108" y="25"/>
                  </a:cubicBezTo>
                  <a:cubicBezTo>
                    <a:pt x="25" y="61"/>
                    <a:pt x="1" y="168"/>
                    <a:pt x="48" y="240"/>
                  </a:cubicBezTo>
                  <a:lnTo>
                    <a:pt x="275" y="644"/>
                  </a:lnTo>
                  <a:cubicBezTo>
                    <a:pt x="299" y="693"/>
                    <a:pt x="357" y="726"/>
                    <a:pt x="414" y="726"/>
                  </a:cubicBezTo>
                  <a:cubicBezTo>
                    <a:pt x="441" y="726"/>
                    <a:pt x="466" y="719"/>
                    <a:pt x="489" y="704"/>
                  </a:cubicBezTo>
                  <a:cubicBezTo>
                    <a:pt x="572" y="656"/>
                    <a:pt x="596" y="573"/>
                    <a:pt x="548" y="478"/>
                  </a:cubicBezTo>
                  <a:lnTo>
                    <a:pt x="322" y="85"/>
                  </a:lnTo>
                  <a:cubicBezTo>
                    <a:pt x="299" y="30"/>
                    <a:pt x="244" y="1"/>
                    <a:pt x="19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352;p77">
              <a:extLst>
                <a:ext uri="{FF2B5EF4-FFF2-40B4-BE49-F238E27FC236}">
                  <a16:creationId xmlns:a16="http://schemas.microsoft.com/office/drawing/2014/main" id="{C7D892F5-0CA6-2B16-2BE2-5AC86C2E6E88}"/>
                </a:ext>
              </a:extLst>
            </p:cNvPr>
            <p:cNvSpPr/>
            <p:nvPr/>
          </p:nvSpPr>
          <p:spPr>
            <a:xfrm>
              <a:off x="1425741" y="2492768"/>
              <a:ext cx="25031" cy="17874"/>
            </a:xfrm>
            <a:custGeom>
              <a:avLst/>
              <a:gdLst/>
              <a:ahLst/>
              <a:cxnLst/>
              <a:rect l="l" t="t" r="r" b="b"/>
              <a:pathLst>
                <a:path w="787" h="562" extrusionOk="0">
                  <a:moveTo>
                    <a:pt x="181" y="1"/>
                  </a:moveTo>
                  <a:cubicBezTo>
                    <a:pt x="126" y="1"/>
                    <a:pt x="72" y="30"/>
                    <a:pt x="48" y="85"/>
                  </a:cubicBezTo>
                  <a:cubicBezTo>
                    <a:pt x="1" y="156"/>
                    <a:pt x="25" y="263"/>
                    <a:pt x="108" y="299"/>
                  </a:cubicBezTo>
                  <a:cubicBezTo>
                    <a:pt x="501" y="525"/>
                    <a:pt x="501" y="561"/>
                    <a:pt x="584" y="561"/>
                  </a:cubicBezTo>
                  <a:cubicBezTo>
                    <a:pt x="632" y="561"/>
                    <a:pt x="703" y="525"/>
                    <a:pt x="727" y="466"/>
                  </a:cubicBezTo>
                  <a:cubicBezTo>
                    <a:pt x="787" y="394"/>
                    <a:pt x="751" y="287"/>
                    <a:pt x="668" y="240"/>
                  </a:cubicBezTo>
                  <a:lnTo>
                    <a:pt x="263" y="25"/>
                  </a:lnTo>
                  <a:cubicBezTo>
                    <a:pt x="238" y="9"/>
                    <a:pt x="209" y="1"/>
                    <a:pt x="1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353;p77">
              <a:extLst>
                <a:ext uri="{FF2B5EF4-FFF2-40B4-BE49-F238E27FC236}">
                  <a16:creationId xmlns:a16="http://schemas.microsoft.com/office/drawing/2014/main" id="{DE73BBD2-F7E8-648A-49EC-C7125E041CB0}"/>
                </a:ext>
              </a:extLst>
            </p:cNvPr>
            <p:cNvSpPr/>
            <p:nvPr/>
          </p:nvSpPr>
          <p:spPr>
            <a:xfrm>
              <a:off x="1414768" y="2535959"/>
              <a:ext cx="25031" cy="10655"/>
            </a:xfrm>
            <a:custGeom>
              <a:avLst/>
              <a:gdLst/>
              <a:ahLst/>
              <a:cxnLst/>
              <a:rect l="l" t="t" r="r" b="b"/>
              <a:pathLst>
                <a:path w="787" h="335" extrusionOk="0">
                  <a:moveTo>
                    <a:pt x="167" y="1"/>
                  </a:moveTo>
                  <a:cubicBezTo>
                    <a:pt x="72" y="1"/>
                    <a:pt x="1" y="72"/>
                    <a:pt x="1" y="167"/>
                  </a:cubicBezTo>
                  <a:cubicBezTo>
                    <a:pt x="1" y="251"/>
                    <a:pt x="72" y="334"/>
                    <a:pt x="167" y="334"/>
                  </a:cubicBezTo>
                  <a:lnTo>
                    <a:pt x="632" y="334"/>
                  </a:lnTo>
                  <a:cubicBezTo>
                    <a:pt x="715" y="334"/>
                    <a:pt x="786" y="251"/>
                    <a:pt x="786" y="167"/>
                  </a:cubicBezTo>
                  <a:cubicBezTo>
                    <a:pt x="786" y="72"/>
                    <a:pt x="715" y="1"/>
                    <a:pt x="6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354;p77">
              <a:extLst>
                <a:ext uri="{FF2B5EF4-FFF2-40B4-BE49-F238E27FC236}">
                  <a16:creationId xmlns:a16="http://schemas.microsoft.com/office/drawing/2014/main" id="{42679F6B-2C11-87EA-4898-E35875B348B8}"/>
                </a:ext>
              </a:extLst>
            </p:cNvPr>
            <p:cNvSpPr/>
            <p:nvPr/>
          </p:nvSpPr>
          <p:spPr>
            <a:xfrm>
              <a:off x="1573825" y="2537104"/>
              <a:ext cx="24999" cy="10241"/>
            </a:xfrm>
            <a:custGeom>
              <a:avLst/>
              <a:gdLst/>
              <a:ahLst/>
              <a:cxnLst/>
              <a:rect l="l" t="t" r="r" b="b"/>
              <a:pathLst>
                <a:path w="786" h="322" extrusionOk="0">
                  <a:moveTo>
                    <a:pt x="167" y="0"/>
                  </a:moveTo>
                  <a:cubicBezTo>
                    <a:pt x="72" y="0"/>
                    <a:pt x="0" y="72"/>
                    <a:pt x="0" y="155"/>
                  </a:cubicBezTo>
                  <a:cubicBezTo>
                    <a:pt x="0" y="251"/>
                    <a:pt x="72" y="322"/>
                    <a:pt x="167" y="322"/>
                  </a:cubicBezTo>
                  <a:lnTo>
                    <a:pt x="631" y="322"/>
                  </a:lnTo>
                  <a:cubicBezTo>
                    <a:pt x="715" y="322"/>
                    <a:pt x="786" y="251"/>
                    <a:pt x="786" y="155"/>
                  </a:cubicBezTo>
                  <a:cubicBezTo>
                    <a:pt x="786" y="72"/>
                    <a:pt x="715" y="0"/>
                    <a:pt x="63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355;p77">
              <a:extLst>
                <a:ext uri="{FF2B5EF4-FFF2-40B4-BE49-F238E27FC236}">
                  <a16:creationId xmlns:a16="http://schemas.microsoft.com/office/drawing/2014/main" id="{FB0606BA-9EDE-663D-A97B-9CD4C40EF1D1}"/>
                </a:ext>
              </a:extLst>
            </p:cNvPr>
            <p:cNvSpPr/>
            <p:nvPr/>
          </p:nvSpPr>
          <p:spPr>
            <a:xfrm>
              <a:off x="1563965" y="2493627"/>
              <a:ext cx="24649" cy="17525"/>
            </a:xfrm>
            <a:custGeom>
              <a:avLst/>
              <a:gdLst/>
              <a:ahLst/>
              <a:cxnLst/>
              <a:rect l="l" t="t" r="r" b="b"/>
              <a:pathLst>
                <a:path w="775" h="551" extrusionOk="0">
                  <a:moveTo>
                    <a:pt x="576" y="0"/>
                  </a:moveTo>
                  <a:cubicBezTo>
                    <a:pt x="549" y="0"/>
                    <a:pt x="523" y="7"/>
                    <a:pt x="501" y="22"/>
                  </a:cubicBezTo>
                  <a:lnTo>
                    <a:pt x="108" y="248"/>
                  </a:lnTo>
                  <a:cubicBezTo>
                    <a:pt x="24" y="296"/>
                    <a:pt x="1" y="391"/>
                    <a:pt x="48" y="475"/>
                  </a:cubicBezTo>
                  <a:cubicBezTo>
                    <a:pt x="73" y="524"/>
                    <a:pt x="132" y="550"/>
                    <a:pt x="189" y="550"/>
                  </a:cubicBezTo>
                  <a:cubicBezTo>
                    <a:pt x="215" y="550"/>
                    <a:pt x="240" y="545"/>
                    <a:pt x="263" y="534"/>
                  </a:cubicBezTo>
                  <a:lnTo>
                    <a:pt x="667" y="308"/>
                  </a:lnTo>
                  <a:cubicBezTo>
                    <a:pt x="739" y="260"/>
                    <a:pt x="774" y="153"/>
                    <a:pt x="727" y="82"/>
                  </a:cubicBezTo>
                  <a:cubicBezTo>
                    <a:pt x="694" y="33"/>
                    <a:pt x="633" y="0"/>
                    <a:pt x="5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356;p77">
              <a:extLst>
                <a:ext uri="{FF2B5EF4-FFF2-40B4-BE49-F238E27FC236}">
                  <a16:creationId xmlns:a16="http://schemas.microsoft.com/office/drawing/2014/main" id="{734A6CDE-503D-8158-4FB1-170709EFFE1E}"/>
                </a:ext>
              </a:extLst>
            </p:cNvPr>
            <p:cNvSpPr/>
            <p:nvPr/>
          </p:nvSpPr>
          <p:spPr>
            <a:xfrm>
              <a:off x="1537853" y="2461440"/>
              <a:ext cx="18956" cy="23090"/>
            </a:xfrm>
            <a:custGeom>
              <a:avLst/>
              <a:gdLst/>
              <a:ahLst/>
              <a:cxnLst/>
              <a:rect l="l" t="t" r="r" b="b"/>
              <a:pathLst>
                <a:path w="596" h="726" extrusionOk="0">
                  <a:moveTo>
                    <a:pt x="414" y="0"/>
                  </a:moveTo>
                  <a:cubicBezTo>
                    <a:pt x="357" y="0"/>
                    <a:pt x="298" y="33"/>
                    <a:pt x="274" y="82"/>
                  </a:cubicBezTo>
                  <a:lnTo>
                    <a:pt x="48" y="486"/>
                  </a:lnTo>
                  <a:cubicBezTo>
                    <a:pt x="0" y="558"/>
                    <a:pt x="36" y="665"/>
                    <a:pt x="107" y="701"/>
                  </a:cubicBezTo>
                  <a:cubicBezTo>
                    <a:pt x="132" y="718"/>
                    <a:pt x="162" y="725"/>
                    <a:pt x="192" y="725"/>
                  </a:cubicBezTo>
                  <a:cubicBezTo>
                    <a:pt x="247" y="725"/>
                    <a:pt x="303" y="699"/>
                    <a:pt x="333" y="653"/>
                  </a:cubicBezTo>
                  <a:lnTo>
                    <a:pt x="548" y="248"/>
                  </a:lnTo>
                  <a:cubicBezTo>
                    <a:pt x="595" y="177"/>
                    <a:pt x="572" y="70"/>
                    <a:pt x="488" y="22"/>
                  </a:cubicBezTo>
                  <a:cubicBezTo>
                    <a:pt x="466" y="7"/>
                    <a:pt x="440" y="0"/>
                    <a:pt x="4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64" name="Google Shape;4359;p35">
            <a:extLst>
              <a:ext uri="{FF2B5EF4-FFF2-40B4-BE49-F238E27FC236}">
                <a16:creationId xmlns:a16="http://schemas.microsoft.com/office/drawing/2014/main" id="{71E02780-44CC-3082-55F5-829A81858C80}"/>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07</a:t>
            </a:r>
          </a:p>
        </p:txBody>
      </p:sp>
      <p:sp>
        <p:nvSpPr>
          <p:cNvPr id="4365" name="Google Shape;4403;p38">
            <a:extLst>
              <a:ext uri="{FF2B5EF4-FFF2-40B4-BE49-F238E27FC236}">
                <a16:creationId xmlns:a16="http://schemas.microsoft.com/office/drawing/2014/main" id="{2BA4A5F5-6202-1316-E622-B0D23F368B19}"/>
              </a:ext>
            </a:extLst>
          </p:cNvPr>
          <p:cNvSpPr txBox="1">
            <a:spLocks/>
          </p:cNvSpPr>
          <p:nvPr/>
        </p:nvSpPr>
        <p:spPr>
          <a:xfrm>
            <a:off x="1" y="1706486"/>
            <a:ext cx="9141888" cy="38109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The challenge is that counting all pairs of items in large datasets can quickly exceed available memory.</a:t>
            </a:r>
            <a:endParaRPr lang="en-US" sz="1200" dirty="0">
              <a:solidFill>
                <a:schemeClr val="bg1">
                  <a:lumMod val="10000"/>
                </a:schemeClr>
              </a:solidFill>
            </a:endParaRPr>
          </a:p>
        </p:txBody>
      </p:sp>
      <mc:AlternateContent xmlns:mc="http://schemas.openxmlformats.org/markup-compatibility/2006" xmlns:a14="http://schemas.microsoft.com/office/drawing/2010/main">
        <mc:Choice Requires="a14">
          <p:sp>
            <p:nvSpPr>
              <p:cNvPr id="4368" name="ZoneTexte 4367">
                <a:extLst>
                  <a:ext uri="{FF2B5EF4-FFF2-40B4-BE49-F238E27FC236}">
                    <a16:creationId xmlns:a16="http://schemas.microsoft.com/office/drawing/2014/main" id="{974BF642-1796-B615-9526-FACDC54647A7}"/>
                  </a:ext>
                </a:extLst>
              </p:cNvPr>
              <p:cNvSpPr txBox="1"/>
              <p:nvPr/>
            </p:nvSpPr>
            <p:spPr>
              <a:xfrm>
                <a:off x="2293297" y="3063312"/>
                <a:ext cx="4633686" cy="113909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fr-FR" sz="1200" b="0" i="1" smtClean="0">
                              <a:latin typeface="Cambria Math" panose="02040503050406030204" pitchFamily="18" charset="0"/>
                            </a:rPr>
                          </m:ctrlPr>
                        </m:dPr>
                        <m:e>
                          <m:m>
                            <m:mPr>
                              <m:mcs>
                                <m:mc>
                                  <m:mcPr>
                                    <m:count m:val="2"/>
                                    <m:mcJc m:val="center"/>
                                  </m:mcPr>
                                </m:mc>
                              </m:mcs>
                              <m:ctrlPr>
                                <a:rPr lang="fr-FR" sz="1200" b="0" i="1" smtClean="0">
                                  <a:latin typeface="Cambria Math" panose="02040503050406030204" pitchFamily="18" charset="0"/>
                                </a:rPr>
                              </m:ctrlPr>
                            </m:mPr>
                            <m:mr>
                              <m:e>
                                <m:m>
                                  <m:mPr>
                                    <m:mcs>
                                      <m:mc>
                                        <m:mcPr>
                                          <m:count m:val="1"/>
                                          <m:mcJc m:val="center"/>
                                        </m:mcPr>
                                      </m:mc>
                                    </m:mcs>
                                    <m:ctrlPr>
                                      <a:rPr lang="fr-FR" sz="1200" b="0" i="1" smtClean="0">
                                        <a:latin typeface="Cambria Math" panose="02040503050406030204" pitchFamily="18" charset="0"/>
                                      </a:rPr>
                                    </m:ctrlPr>
                                  </m:mPr>
                                  <m:mr>
                                    <m:e>
                                      <m:r>
                                        <m:rPr>
                                          <m:nor/>
                                        </m:rPr>
                                        <a:rPr lang="en-US" sz="1200" i="1" dirty="0">
                                          <a:latin typeface="Cambria Math" panose="02040503050406030204" pitchFamily="18" charset="0"/>
                                          <a:ea typeface="Cambria Math" panose="02040503050406030204" pitchFamily="18" charset="0"/>
                                        </a:rPr>
                                        <m:t>milk</m:t>
                                      </m:r>
                                    </m:e>
                                  </m:mr>
                                  <m:mr>
                                    <m:e>
                                      <m:r>
                                        <m:rPr>
                                          <m:nor/>
                                        </m:rPr>
                                        <a:rPr lang="en-US" sz="1200" i="1" dirty="0">
                                          <a:latin typeface="Cambria Math" panose="02040503050406030204" pitchFamily="18" charset="0"/>
                                          <a:ea typeface="Cambria Math" panose="02040503050406030204" pitchFamily="18" charset="0"/>
                                        </a:rPr>
                                        <m:t>apple</m:t>
                                      </m:r>
                                    </m:e>
                                  </m:mr>
                                  <m:mr>
                                    <m:e>
                                      <m:r>
                                        <m:rPr>
                                          <m:nor/>
                                        </m:rPr>
                                        <a:rPr lang="fr-FR" sz="1200" i="1" dirty="0">
                                          <a:latin typeface="Cambria Math" panose="02040503050406030204" pitchFamily="18" charset="0"/>
                                          <a:ea typeface="Cambria Math" panose="02040503050406030204" pitchFamily="18" charset="0"/>
                                        </a:rPr>
                                        <m:t>banana</m:t>
                                      </m:r>
                                    </m:e>
                                  </m:mr>
                                </m:m>
                              </m:e>
                              <m:e>
                                <m:m>
                                  <m:mPr>
                                    <m:mcs>
                                      <m:mc>
                                        <m:mcPr>
                                          <m:count m:val="1"/>
                                          <m:mcJc m:val="center"/>
                                        </m:mcPr>
                                      </m:mc>
                                    </m:mcs>
                                    <m:ctrlPr>
                                      <a:rPr lang="fr-FR" sz="1200" b="0" i="1" smtClean="0">
                                        <a:latin typeface="Cambria Math" panose="02040503050406030204" pitchFamily="18" charset="0"/>
                                      </a:rPr>
                                    </m:ctrlPr>
                                  </m:mPr>
                                  <m:mr>
                                    <m:e>
                                      <m:r>
                                        <m:rPr>
                                          <m:brk m:alnAt="7"/>
                                        </m:rPr>
                                        <a:rPr lang="fr-FR" sz="1200" b="0" i="1" smtClean="0">
                                          <a:latin typeface="Cambria Math" panose="02040503050406030204" pitchFamily="18" charset="0"/>
                                        </a:rPr>
                                        <m:t>1</m:t>
                                      </m:r>
                                    </m:e>
                                  </m:mr>
                                  <m:mr>
                                    <m:e>
                                      <m:r>
                                        <a:rPr lang="fr-FR" sz="1200" b="0" i="1" smtClean="0">
                                          <a:latin typeface="Cambria Math" panose="02040503050406030204" pitchFamily="18" charset="0"/>
                                        </a:rPr>
                                        <m:t>2</m:t>
                                      </m:r>
                                    </m:e>
                                  </m:mr>
                                  <m:mr>
                                    <m:e>
                                      <m:r>
                                        <a:rPr lang="fr-FR" sz="1200" b="0" i="1" smtClean="0">
                                          <a:latin typeface="Cambria Math" panose="02040503050406030204" pitchFamily="18" charset="0"/>
                                        </a:rPr>
                                        <m:t>3</m:t>
                                      </m:r>
                                    </m:e>
                                  </m:mr>
                                </m:m>
                              </m:e>
                            </m:mr>
                            <m:mr>
                              <m:e>
                                <m:m>
                                  <m:mPr>
                                    <m:mcs>
                                      <m:mc>
                                        <m:mcPr>
                                          <m:count m:val="1"/>
                                          <m:mcJc m:val="center"/>
                                        </m:mcPr>
                                      </m:mc>
                                    </m:mcs>
                                    <m:ctrlPr>
                                      <a:rPr lang="fr-FR" sz="1200" b="0" i="1" smtClean="0">
                                        <a:latin typeface="Cambria Math" panose="02040503050406030204" pitchFamily="18" charset="0"/>
                                      </a:rPr>
                                    </m:ctrlPr>
                                  </m:mPr>
                                  <m:mr>
                                    <m:e>
                                      <m:r>
                                        <m:rPr>
                                          <m:nor/>
                                        </m:rPr>
                                        <a:rPr lang="en-US" sz="1200" i="1" dirty="0">
                                          <a:latin typeface="Cambria Math" panose="02040503050406030204" pitchFamily="18" charset="0"/>
                                          <a:ea typeface="Cambria Math" panose="02040503050406030204" pitchFamily="18" charset="0"/>
                                        </a:rPr>
                                        <m:t>carrot</m:t>
                                      </m:r>
                                    </m:e>
                                  </m:mr>
                                  <m:mr>
                                    <m:e>
                                      <m:r>
                                        <a:rPr lang="fr-FR" sz="1200" b="0" i="1" smtClean="0">
                                          <a:latin typeface="Cambria Math" panose="02040503050406030204" pitchFamily="18" charset="0"/>
                                        </a:rPr>
                                        <m:t>…</m:t>
                                      </m:r>
                                    </m:e>
                                  </m:mr>
                                  <m:mr>
                                    <m:e>
                                      <m:r>
                                        <m:rPr>
                                          <m:nor/>
                                        </m:rPr>
                                        <a:rPr lang="fr-FR" sz="1200" i="1" dirty="0">
                                          <a:latin typeface="Cambria Math" panose="02040503050406030204" pitchFamily="18" charset="0"/>
                                          <a:ea typeface="Cambria Math" panose="02040503050406030204" pitchFamily="18" charset="0"/>
                                        </a:rPr>
                                        <m:t>egg</m:t>
                                      </m:r>
                                    </m:e>
                                  </m:mr>
                                </m:m>
                              </m:e>
                              <m:e>
                                <m:m>
                                  <m:mPr>
                                    <m:mcs>
                                      <m:mc>
                                        <m:mcPr>
                                          <m:count m:val="1"/>
                                          <m:mcJc m:val="center"/>
                                        </m:mcPr>
                                      </m:mc>
                                    </m:mcs>
                                    <m:ctrlPr>
                                      <a:rPr lang="fr-FR" sz="1200" b="0" i="1" smtClean="0">
                                        <a:latin typeface="Cambria Math" panose="02040503050406030204" pitchFamily="18" charset="0"/>
                                      </a:rPr>
                                    </m:ctrlPr>
                                  </m:mPr>
                                  <m:mr>
                                    <m:e>
                                      <m:r>
                                        <m:rPr>
                                          <m:brk m:alnAt="7"/>
                                        </m:rPr>
                                        <a:rPr lang="fr-FR" sz="1200" b="0" i="1" smtClean="0">
                                          <a:latin typeface="Cambria Math" panose="02040503050406030204" pitchFamily="18" charset="0"/>
                                        </a:rPr>
                                        <m:t>4</m:t>
                                      </m:r>
                                    </m:e>
                                  </m:mr>
                                  <m:mr>
                                    <m:e>
                                      <m:r>
                                        <a:rPr lang="fr-FR" sz="1200" b="0" i="1" smtClean="0">
                                          <a:latin typeface="Cambria Math" panose="02040503050406030204" pitchFamily="18" charset="0"/>
                                        </a:rPr>
                                        <m:t>…</m:t>
                                      </m:r>
                                    </m:e>
                                  </m:mr>
                                  <m:mr>
                                    <m:e>
                                      <m:r>
                                        <a:rPr lang="fr-FR" sz="1200" b="0" i="1" smtClean="0">
                                          <a:latin typeface="Cambria Math" panose="02040503050406030204" pitchFamily="18" charset="0"/>
                                        </a:rPr>
                                        <m:t>𝑛</m:t>
                                      </m:r>
                                    </m:e>
                                  </m:mr>
                                </m:m>
                              </m:e>
                            </m:mr>
                          </m:m>
                        </m:e>
                      </m:d>
                    </m:oMath>
                  </m:oMathPara>
                </a14:m>
                <a:endParaRPr lang="en-US" sz="1200" dirty="0"/>
              </a:p>
            </p:txBody>
          </p:sp>
        </mc:Choice>
        <mc:Fallback xmlns="">
          <p:sp>
            <p:nvSpPr>
              <p:cNvPr id="4368" name="ZoneTexte 4367">
                <a:extLst>
                  <a:ext uri="{FF2B5EF4-FFF2-40B4-BE49-F238E27FC236}">
                    <a16:creationId xmlns:a16="http://schemas.microsoft.com/office/drawing/2014/main" id="{974BF642-1796-B615-9526-FACDC54647A7}"/>
                  </a:ext>
                </a:extLst>
              </p:cNvPr>
              <p:cNvSpPr txBox="1">
                <a:spLocks noRot="1" noChangeAspect="1" noMove="1" noResize="1" noEditPoints="1" noAdjustHandles="1" noChangeArrowheads="1" noChangeShapeType="1" noTextEdit="1"/>
              </p:cNvSpPr>
              <p:nvPr/>
            </p:nvSpPr>
            <p:spPr>
              <a:xfrm>
                <a:off x="2293297" y="3063312"/>
                <a:ext cx="4633686" cy="1139094"/>
              </a:xfrm>
              <a:prstGeom prst="rect">
                <a:avLst/>
              </a:prstGeom>
              <a:blipFill>
                <a:blip r:embed="rId3"/>
                <a:stretch>
                  <a:fillRect/>
                </a:stretch>
              </a:blipFill>
            </p:spPr>
            <p:txBody>
              <a:bodyPr/>
              <a:lstStyle/>
              <a:p>
                <a:r>
                  <a:rPr lang="en-US">
                    <a:noFill/>
                  </a:rPr>
                  <a:t> </a:t>
                </a:r>
              </a:p>
            </p:txBody>
          </p:sp>
        </mc:Fallback>
      </mc:AlternateContent>
      <p:sp>
        <p:nvSpPr>
          <p:cNvPr id="4370" name="Google Shape;4403;p38">
            <a:extLst>
              <a:ext uri="{FF2B5EF4-FFF2-40B4-BE49-F238E27FC236}">
                <a16:creationId xmlns:a16="http://schemas.microsoft.com/office/drawing/2014/main" id="{E0EA8FA9-9CF0-7291-AAFF-E2540061AA5B}"/>
              </a:ext>
            </a:extLst>
          </p:cNvPr>
          <p:cNvSpPr txBox="1">
            <a:spLocks/>
          </p:cNvSpPr>
          <p:nvPr/>
        </p:nvSpPr>
        <p:spPr>
          <a:xfrm>
            <a:off x="1456652" y="4543594"/>
            <a:ext cx="2885700"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200" dirty="0"/>
              <a:t>The </a:t>
            </a:r>
            <a:r>
              <a:rPr lang="en-US" sz="1200" dirty="0"/>
              <a:t>Triangular-Matrix</a:t>
            </a:r>
            <a:r>
              <a:rPr lang="fr-FR" sz="1200" dirty="0"/>
              <a:t> Method</a:t>
            </a:r>
            <a:endParaRPr lang="en-US" sz="1200" dirty="0"/>
          </a:p>
        </p:txBody>
      </p:sp>
      <p:sp>
        <p:nvSpPr>
          <p:cNvPr id="4371" name="Google Shape;4403;p38">
            <a:extLst>
              <a:ext uri="{FF2B5EF4-FFF2-40B4-BE49-F238E27FC236}">
                <a16:creationId xmlns:a16="http://schemas.microsoft.com/office/drawing/2014/main" id="{E7ABB42B-0D9A-9E29-7EF6-08EA3CD42825}"/>
              </a:ext>
            </a:extLst>
          </p:cNvPr>
          <p:cNvSpPr txBox="1">
            <a:spLocks/>
          </p:cNvSpPr>
          <p:nvPr/>
        </p:nvSpPr>
        <p:spPr>
          <a:xfrm>
            <a:off x="4881475" y="4543594"/>
            <a:ext cx="2885700"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The Triples Method</a:t>
            </a:r>
          </a:p>
        </p:txBody>
      </p:sp>
      <p:cxnSp>
        <p:nvCxnSpPr>
          <p:cNvPr id="4373" name="Connecteur droit avec flèche 4372">
            <a:extLst>
              <a:ext uri="{FF2B5EF4-FFF2-40B4-BE49-F238E27FC236}">
                <a16:creationId xmlns:a16="http://schemas.microsoft.com/office/drawing/2014/main" id="{0877E7B5-224F-CB8F-14E4-DB19EE8F971A}"/>
              </a:ext>
            </a:extLst>
          </p:cNvPr>
          <p:cNvCxnSpPr>
            <a:cxnSpLocks/>
            <a:stCxn id="4368" idx="2"/>
            <a:endCxn id="4370" idx="0"/>
          </p:cNvCxnSpPr>
          <p:nvPr/>
        </p:nvCxnSpPr>
        <p:spPr>
          <a:xfrm flipH="1">
            <a:off x="2899502" y="4202406"/>
            <a:ext cx="1710638" cy="341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75" name="Connecteur droit avec flèche 4374">
            <a:extLst>
              <a:ext uri="{FF2B5EF4-FFF2-40B4-BE49-F238E27FC236}">
                <a16:creationId xmlns:a16="http://schemas.microsoft.com/office/drawing/2014/main" id="{7A1970E6-5C8E-2944-DD73-FB075775CE9A}"/>
              </a:ext>
            </a:extLst>
          </p:cNvPr>
          <p:cNvCxnSpPr>
            <a:cxnSpLocks/>
            <a:stCxn id="4368" idx="2"/>
            <a:endCxn id="4371" idx="0"/>
          </p:cNvCxnSpPr>
          <p:nvPr/>
        </p:nvCxnSpPr>
        <p:spPr>
          <a:xfrm>
            <a:off x="4610140" y="4202406"/>
            <a:ext cx="1714185" cy="341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32248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89"/>
        <p:cNvGrpSpPr/>
        <p:nvPr/>
      </p:nvGrpSpPr>
      <p:grpSpPr>
        <a:xfrm>
          <a:off x="0" y="0"/>
          <a:ext cx="0" cy="0"/>
          <a:chOff x="0" y="0"/>
          <a:chExt cx="0" cy="0"/>
        </a:xfrm>
      </p:grpSpPr>
      <p:sp>
        <p:nvSpPr>
          <p:cNvPr id="2" name="Google Shape;4399;p38">
            <a:extLst>
              <a:ext uri="{FF2B5EF4-FFF2-40B4-BE49-F238E27FC236}">
                <a16:creationId xmlns:a16="http://schemas.microsoft.com/office/drawing/2014/main" id="{D37E51EF-E171-D778-F99D-F5CA1EB5D8B7}"/>
              </a:ext>
            </a:extLst>
          </p:cNvPr>
          <p:cNvSpPr txBox="1">
            <a:spLocks/>
          </p:cNvSpPr>
          <p:nvPr/>
        </p:nvSpPr>
        <p:spPr>
          <a:xfrm>
            <a:off x="-1" y="181429"/>
            <a:ext cx="4201887"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USE OF MAIN MEMORY FOR ITEMSET COUNTING</a:t>
            </a:r>
            <a:endParaRPr lang="en-US" sz="5400" dirty="0"/>
          </a:p>
        </p:txBody>
      </p:sp>
      <p:sp>
        <p:nvSpPr>
          <p:cNvPr id="4364" name="Google Shape;4359;p35">
            <a:extLst>
              <a:ext uri="{FF2B5EF4-FFF2-40B4-BE49-F238E27FC236}">
                <a16:creationId xmlns:a16="http://schemas.microsoft.com/office/drawing/2014/main" id="{2D92848D-3AE0-40D9-CCEC-B817AE1AE98C}"/>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08</a:t>
            </a:r>
          </a:p>
        </p:txBody>
      </p:sp>
      <p:sp>
        <p:nvSpPr>
          <p:cNvPr id="4377" name="Google Shape;4403;p38">
            <a:extLst>
              <a:ext uri="{FF2B5EF4-FFF2-40B4-BE49-F238E27FC236}">
                <a16:creationId xmlns:a16="http://schemas.microsoft.com/office/drawing/2014/main" id="{AB5B37FA-0319-2CF1-4D85-8C888A691F6B}"/>
              </a:ext>
            </a:extLst>
          </p:cNvPr>
          <p:cNvSpPr txBox="1">
            <a:spLocks/>
          </p:cNvSpPr>
          <p:nvPr/>
        </p:nvSpPr>
        <p:spPr>
          <a:xfrm>
            <a:off x="3129150" y="1038396"/>
            <a:ext cx="2885700"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dirty="0">
                <a:solidFill>
                  <a:srgbClr val="7A0C0C"/>
                </a:solidFill>
              </a:rPr>
              <a:t>The </a:t>
            </a:r>
            <a:r>
              <a:rPr lang="en-US" dirty="0">
                <a:solidFill>
                  <a:srgbClr val="7A0C0C"/>
                </a:solidFill>
              </a:rPr>
              <a:t>Triangular-Matrix</a:t>
            </a:r>
            <a:r>
              <a:rPr lang="fr-FR" dirty="0">
                <a:solidFill>
                  <a:srgbClr val="7A0C0C"/>
                </a:solidFill>
              </a:rPr>
              <a:t> Method</a:t>
            </a:r>
            <a:endParaRPr lang="en-US" dirty="0">
              <a:solidFill>
                <a:srgbClr val="7A0C0C"/>
              </a:solidFill>
            </a:endParaRPr>
          </a:p>
        </p:txBody>
      </p:sp>
      <mc:AlternateContent xmlns:mc="http://schemas.openxmlformats.org/markup-compatibility/2006" xmlns:a14="http://schemas.microsoft.com/office/drawing/2010/main">
        <mc:Choice Requires="a14">
          <p:sp>
            <p:nvSpPr>
              <p:cNvPr id="4378" name="ZoneTexte 4377">
                <a:extLst>
                  <a:ext uri="{FF2B5EF4-FFF2-40B4-BE49-F238E27FC236}">
                    <a16:creationId xmlns:a16="http://schemas.microsoft.com/office/drawing/2014/main" id="{035051B6-6595-808E-8521-04519EE48C0D}"/>
                  </a:ext>
                </a:extLst>
              </p:cNvPr>
              <p:cNvSpPr txBox="1"/>
              <p:nvPr/>
            </p:nvSpPr>
            <p:spPr>
              <a:xfrm>
                <a:off x="2206211" y="1658529"/>
                <a:ext cx="5116246" cy="461665"/>
              </a:xfrm>
              <a:prstGeom prst="rect">
                <a:avLst/>
              </a:prstGeom>
              <a:noFill/>
            </p:spPr>
            <p:txBody>
              <a:bodyPr wrap="square">
                <a:spAutoFit/>
              </a:bodyPr>
              <a:lstStyle/>
              <a:p>
                <a:pPr algn="ctr"/>
                <a:r>
                  <a:rPr lang="en-US" sz="1200" dirty="0">
                    <a:ea typeface="Cambria Math" panose="02040503050406030204" pitchFamily="18" charset="0"/>
                  </a:rPr>
                  <a:t>Only store the unique pair of items {i,j}, with the rules that </a:t>
                </a:r>
                <a14:m>
                  <m:oMath xmlns:m="http://schemas.openxmlformats.org/officeDocument/2006/math">
                    <m:r>
                      <a:rPr lang="fr-FR" sz="1200" b="0" i="1" smtClean="0">
                        <a:latin typeface="Cambria Math" panose="02040503050406030204" pitchFamily="18" charset="0"/>
                        <a:ea typeface="Cambria Math" panose="02040503050406030204" pitchFamily="18" charset="0"/>
                      </a:rPr>
                      <m:t>1≤</m:t>
                    </m:r>
                    <m:r>
                      <a:rPr lang="fr-FR" sz="1200" b="0" i="1" smtClean="0">
                        <a:latin typeface="Cambria Math" panose="02040503050406030204" pitchFamily="18" charset="0"/>
                        <a:ea typeface="Cambria Math" panose="02040503050406030204" pitchFamily="18" charset="0"/>
                      </a:rPr>
                      <m:t>𝑖</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𝑗</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𝑛</m:t>
                    </m:r>
                  </m:oMath>
                </a14:m>
                <a:r>
                  <a:rPr lang="en-US" sz="1200" dirty="0">
                    <a:ea typeface="Cambria Math" panose="02040503050406030204" pitchFamily="18" charset="0"/>
                  </a:rPr>
                  <a:t>.</a:t>
                </a:r>
              </a:p>
              <a:p>
                <a:pPr algn="ctr"/>
                <a:r>
                  <a:rPr lang="en-US" sz="1200" dirty="0">
                    <a:ea typeface="Cambria Math" panose="02040503050406030204" pitchFamily="18" charset="0"/>
                  </a:rPr>
                  <a:t>The</a:t>
                </a:r>
                <a:r>
                  <a:rPr lang="fr-FR" sz="1200" dirty="0">
                    <a:ea typeface="Cambria Math" panose="02040503050406030204" pitchFamily="18" charset="0"/>
                  </a:rPr>
                  <a:t> </a:t>
                </a:r>
                <a:r>
                  <a:rPr lang="en-US" sz="1200" dirty="0">
                    <a:ea typeface="Cambria Math" panose="02040503050406030204" pitchFamily="18" charset="0"/>
                  </a:rPr>
                  <a:t>goal is to avoid</a:t>
                </a:r>
                <a:r>
                  <a:rPr lang="fr-FR" sz="1200" dirty="0">
                    <a:ea typeface="Cambria Math" panose="02040503050406030204" pitchFamily="18" charset="0"/>
                  </a:rPr>
                  <a:t> duplicate : count for </a:t>
                </a:r>
                <a14:m>
                  <m:oMath xmlns:m="http://schemas.openxmlformats.org/officeDocument/2006/math">
                    <m:d>
                      <m:dPr>
                        <m:begChr m:val="{"/>
                        <m:endChr m:val="}"/>
                        <m:ctrlPr>
                          <a:rPr lang="fr-FR" sz="1200" b="0" i="1" dirty="0" smtClean="0">
                            <a:latin typeface="Cambria Math" panose="02040503050406030204" pitchFamily="18" charset="0"/>
                            <a:ea typeface="Cambria Math" panose="02040503050406030204" pitchFamily="18" charset="0"/>
                          </a:rPr>
                        </m:ctrlPr>
                      </m:dPr>
                      <m:e>
                        <m:r>
                          <a:rPr lang="fr-FR" sz="1200" b="0" i="0" dirty="0" smtClean="0">
                            <a:latin typeface="Cambria Math" panose="02040503050406030204" pitchFamily="18" charset="0"/>
                            <a:ea typeface="Cambria Math" panose="02040503050406030204" pitchFamily="18" charset="0"/>
                          </a:rPr>
                          <m:t>1,2</m:t>
                        </m:r>
                      </m:e>
                    </m:d>
                  </m:oMath>
                </a14:m>
                <a:r>
                  <a:rPr lang="fr-FR" sz="1200" dirty="0">
                    <a:ea typeface="Cambria Math" panose="02040503050406030204" pitchFamily="18" charset="0"/>
                  </a:rPr>
                  <a:t> and </a:t>
                </a:r>
                <a14:m>
                  <m:oMath xmlns:m="http://schemas.openxmlformats.org/officeDocument/2006/math">
                    <m:d>
                      <m:dPr>
                        <m:begChr m:val="{"/>
                        <m:endChr m:val="}"/>
                        <m:ctrlPr>
                          <a:rPr lang="fr-FR" sz="1200" i="1" dirty="0">
                            <a:latin typeface="Cambria Math" panose="02040503050406030204" pitchFamily="18" charset="0"/>
                            <a:ea typeface="Cambria Math" panose="02040503050406030204" pitchFamily="18" charset="0"/>
                          </a:rPr>
                        </m:ctrlPr>
                      </m:dPr>
                      <m:e>
                        <m:r>
                          <a:rPr lang="fr-FR" sz="1200" b="0" i="0" dirty="0" smtClean="0">
                            <a:latin typeface="Cambria Math" panose="02040503050406030204" pitchFamily="18" charset="0"/>
                            <a:ea typeface="Cambria Math" panose="02040503050406030204" pitchFamily="18" charset="0"/>
                          </a:rPr>
                          <m:t>2</m:t>
                        </m:r>
                        <m:r>
                          <a:rPr lang="fr-FR" sz="1200" i="0" dirty="0" smtClean="0">
                            <a:latin typeface="Cambria Math" panose="02040503050406030204" pitchFamily="18" charset="0"/>
                            <a:ea typeface="Cambria Math" panose="02040503050406030204" pitchFamily="18" charset="0"/>
                          </a:rPr>
                          <m:t>,</m:t>
                        </m:r>
                        <m:r>
                          <a:rPr lang="fr-FR" sz="1200" b="0" i="0" dirty="0" smtClean="0">
                            <a:latin typeface="Cambria Math" panose="02040503050406030204" pitchFamily="18" charset="0"/>
                            <a:ea typeface="Cambria Math" panose="02040503050406030204" pitchFamily="18" charset="0"/>
                          </a:rPr>
                          <m:t>1</m:t>
                        </m:r>
                      </m:e>
                    </m:d>
                  </m:oMath>
                </a14:m>
                <a:r>
                  <a:rPr lang="fr-FR" sz="1200" dirty="0">
                    <a:ea typeface="Cambria Math" panose="02040503050406030204" pitchFamily="18" charset="0"/>
                  </a:rPr>
                  <a:t>.</a:t>
                </a:r>
              </a:p>
            </p:txBody>
          </p:sp>
        </mc:Choice>
        <mc:Fallback xmlns="">
          <p:sp>
            <p:nvSpPr>
              <p:cNvPr id="4378" name="ZoneTexte 4377">
                <a:extLst>
                  <a:ext uri="{FF2B5EF4-FFF2-40B4-BE49-F238E27FC236}">
                    <a16:creationId xmlns:a16="http://schemas.microsoft.com/office/drawing/2014/main" id="{035051B6-6595-808E-8521-04519EE48C0D}"/>
                  </a:ext>
                </a:extLst>
              </p:cNvPr>
              <p:cNvSpPr txBox="1">
                <a:spLocks noRot="1" noChangeAspect="1" noMove="1" noResize="1" noEditPoints="1" noAdjustHandles="1" noChangeArrowheads="1" noChangeShapeType="1" noTextEdit="1"/>
              </p:cNvSpPr>
              <p:nvPr/>
            </p:nvSpPr>
            <p:spPr>
              <a:xfrm>
                <a:off x="2206211" y="1658529"/>
                <a:ext cx="5116246" cy="461665"/>
              </a:xfrm>
              <a:prstGeom prst="rect">
                <a:avLst/>
              </a:prstGeom>
              <a:blipFill>
                <a:blip r:embed="rId3"/>
                <a:stretch>
                  <a:fillRect t="-1316"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79" name="ZoneTexte 4378">
                <a:extLst>
                  <a:ext uri="{FF2B5EF4-FFF2-40B4-BE49-F238E27FC236}">
                    <a16:creationId xmlns:a16="http://schemas.microsoft.com/office/drawing/2014/main" id="{7891414B-2B3A-074A-7396-8B6F9B1BD5A8}"/>
                  </a:ext>
                </a:extLst>
              </p:cNvPr>
              <p:cNvSpPr txBox="1"/>
              <p:nvPr/>
            </p:nvSpPr>
            <p:spPr>
              <a:xfrm>
                <a:off x="2206211" y="2482691"/>
                <a:ext cx="5116246" cy="1626664"/>
              </a:xfrm>
              <a:prstGeom prst="rect">
                <a:avLst/>
              </a:prstGeom>
              <a:noFill/>
            </p:spPr>
            <p:txBody>
              <a:bodyPr wrap="square">
                <a:spAutoFit/>
              </a:bodyPr>
              <a:lstStyle/>
              <a:p>
                <a:pPr algn="ctr"/>
                <a:r>
                  <a:rPr lang="en-US" sz="1200" dirty="0">
                    <a:ea typeface="Cambria Math" panose="02040503050406030204" pitchFamily="18" charset="0"/>
                  </a:rPr>
                  <a:t>From 2D matrix to 1D array :</a:t>
                </a:r>
              </a:p>
              <a:p>
                <a:pPr algn="ctr"/>
                <a:endParaRPr lang="fr-FR" sz="1200" b="0"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 </m:t>
                            </m:r>
                          </m:e>
                          <m:e>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1</m:t>
                                        </m:r>
                                      </m:e>
                                      <m:e>
                                        <m:r>
                                          <a:rPr lang="fr-FR" sz="1200" i="1" dirty="0">
                                            <a:latin typeface="Cambria Math" panose="02040503050406030204" pitchFamily="18" charset="0"/>
                                            <a:ea typeface="Cambria Math" panose="02040503050406030204" pitchFamily="18" charset="0"/>
                                          </a:rPr>
                                          <m:t>2</m:t>
                                        </m:r>
                                      </m:e>
                                      <m:e>
                                        <m:r>
                                          <a:rPr lang="fr-FR" sz="1200" i="1" dirty="0">
                                            <a:latin typeface="Cambria Math" panose="02040503050406030204" pitchFamily="18" charset="0"/>
                                            <a:ea typeface="Cambria Math" panose="02040503050406030204" pitchFamily="18" charset="0"/>
                                          </a:rPr>
                                          <m:t>3</m:t>
                                        </m:r>
                                      </m:e>
                                    </m:mr>
                                  </m:m>
                                </m:e>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4</m:t>
                                        </m:r>
                                      </m:e>
                                      <m:e>
                                        <m:r>
                                          <a:rPr lang="fr-FR" sz="1200" i="1" dirty="0">
                                            <a:latin typeface="Cambria Math" panose="02040503050406030204" pitchFamily="18" charset="0"/>
                                            <a:ea typeface="Cambria Math" panose="02040503050406030204" pitchFamily="18" charset="0"/>
                                          </a:rPr>
                                          <m:t>5</m:t>
                                        </m:r>
                                      </m:e>
                                      <m:e>
                                        <m:r>
                                          <a:rPr lang="fr-FR" sz="1200" i="1" dirty="0">
                                            <a:latin typeface="Cambria Math" panose="02040503050406030204" pitchFamily="18" charset="0"/>
                                            <a:ea typeface="Cambria Math" panose="02040503050406030204" pitchFamily="18" charset="0"/>
                                          </a:rPr>
                                          <m:t>6</m:t>
                                        </m:r>
                                      </m:e>
                                    </m:mr>
                                  </m:m>
                                </m:e>
                              </m:mr>
                            </m:m>
                          </m:e>
                        </m:m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1</m:t>
                                        </m:r>
                                      </m:e>
                                    </m:mr>
                                    <m:mr>
                                      <m:e>
                                        <m:r>
                                          <a:rPr lang="fr-FR" sz="1200" i="1" dirty="0">
                                            <a:latin typeface="Cambria Math" panose="02040503050406030204" pitchFamily="18" charset="0"/>
                                            <a:ea typeface="Cambria Math" panose="02040503050406030204" pitchFamily="18" charset="0"/>
                                          </a:rPr>
                                          <m:t>2</m:t>
                                        </m:r>
                                      </m:e>
                                    </m:mr>
                                    <m:mr>
                                      <m:e>
                                        <m:r>
                                          <a:rPr lang="fr-FR" sz="1200" i="1" dirty="0">
                                            <a:latin typeface="Cambria Math" panose="02040503050406030204" pitchFamily="18" charset="0"/>
                                            <a:ea typeface="Cambria Math" panose="02040503050406030204" pitchFamily="18" charset="0"/>
                                          </a:rPr>
                                          <m:t>3</m:t>
                                        </m:r>
                                      </m:e>
                                    </m:mr>
                                  </m:m>
                                </m:e>
                              </m:mr>
                              <m:mr>
                                <m:e>
                                  <m:m>
                                    <m:mPr>
                                      <m:mcs>
                                        <m:mc>
                                          <m:mcPr>
                                            <m:count m:val="1"/>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4</m:t>
                                        </m:r>
                                      </m:e>
                                    </m:mr>
                                    <m:mr>
                                      <m:e>
                                        <m:r>
                                          <a:rPr lang="fr-FR" sz="1200" i="1" dirty="0">
                                            <a:latin typeface="Cambria Math" panose="02040503050406030204" pitchFamily="18" charset="0"/>
                                            <a:ea typeface="Cambria Math" panose="02040503050406030204" pitchFamily="18" charset="0"/>
                                          </a:rPr>
                                          <m:t>5</m:t>
                                        </m:r>
                                      </m:e>
                                    </m:mr>
                                    <m:mr>
                                      <m:e>
                                        <m:r>
                                          <a:rPr lang="fr-FR" sz="1200" i="1" dirty="0">
                                            <a:latin typeface="Cambria Math" panose="02040503050406030204" pitchFamily="18" charset="0"/>
                                            <a:ea typeface="Cambria Math" panose="02040503050406030204" pitchFamily="18" charset="0"/>
                                          </a:rPr>
                                          <m:t>6</m:t>
                                        </m:r>
                                      </m:e>
                                    </m:mr>
                                  </m:m>
                                </m:e>
                              </m:mr>
                            </m:m>
                          </m:e>
                          <m:e>
                            <m:d>
                              <m:dPr>
                                <m:begChr m:val="{"/>
                                <m:endChr m:val="}"/>
                                <m:ctrlPr>
                                  <a:rPr lang="fr-FR" sz="1200" b="0" i="1" dirty="0" smtClean="0">
                                    <a:latin typeface="Cambria Math" panose="02040503050406030204" pitchFamily="18" charset="0"/>
                                    <a:ea typeface="Cambria Math" panose="02040503050406030204" pitchFamily="18" charset="0"/>
                                  </a:rPr>
                                </m:ctrlPr>
                              </m:dPr>
                              <m:e>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 </m:t>
                                            </m:r>
                                          </m:e>
                                          <m:e>
                                            <m:r>
                                              <a:rPr lang="fr-FR" sz="1200" i="1" dirty="0" smtClean="0">
                                                <a:solidFill>
                                                  <a:srgbClr val="00B050"/>
                                                </a:solidFill>
                                                <a:latin typeface="Cambria Math" panose="02040503050406030204" pitchFamily="18" charset="0"/>
                                                <a:ea typeface="Cambria Math" panose="02040503050406030204" pitchFamily="18" charset="0"/>
                                              </a:rPr>
                                              <m:t>0</m:t>
                                            </m:r>
                                          </m:e>
                                          <m:e>
                                            <m:r>
                                              <a:rPr lang="fr-FR" sz="1200" i="1" dirty="0" smtClean="0">
                                                <a:solidFill>
                                                  <a:srgbClr val="0070C0"/>
                                                </a:solidFill>
                                                <a:latin typeface="Cambria Math" panose="02040503050406030204" pitchFamily="18" charset="0"/>
                                                <a:ea typeface="Cambria Math" panose="02040503050406030204" pitchFamily="18" charset="0"/>
                                              </a:rPr>
                                              <m:t>1</m:t>
                                            </m:r>
                                          </m:e>
                                        </m:mr>
                                        <m:mr>
                                          <m:e>
                                            <m:r>
                                              <a:rPr lang="fr-FR" sz="1200" i="1" dirty="0" smtClean="0">
                                                <a:solidFill>
                                                  <a:srgbClr val="00B050"/>
                                                </a:solidFill>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 </m:t>
                                            </m:r>
                                          </m:e>
                                          <m:e>
                                            <m:r>
                                              <a:rPr lang="fr-FR" sz="1200" i="1" dirty="0">
                                                <a:latin typeface="Cambria Math" panose="02040503050406030204" pitchFamily="18" charset="0"/>
                                                <a:ea typeface="Cambria Math" panose="02040503050406030204" pitchFamily="18" charset="0"/>
                                              </a:rPr>
                                              <m:t>0</m:t>
                                            </m:r>
                                          </m:e>
                                        </m:mr>
                                        <m:mr>
                                          <m:e>
                                            <m:r>
                                              <a:rPr lang="fr-FR" sz="1200" i="1" dirty="0" smtClean="0">
                                                <a:solidFill>
                                                  <a:srgbClr val="0070C0"/>
                                                </a:solidFill>
                                                <a:latin typeface="Cambria Math" panose="02040503050406030204" pitchFamily="18" charset="0"/>
                                                <a:ea typeface="Cambria Math" panose="02040503050406030204" pitchFamily="18" charset="0"/>
                                              </a:rPr>
                                              <m:t>1</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 </m:t>
                                            </m:r>
                                          </m:e>
                                        </m:mr>
                                      </m:m>
                                    </m:e>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1</m:t>
                                            </m:r>
                                          </m:e>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5</m:t>
                                            </m:r>
                                          </m:e>
                                        </m:mr>
                                        <m:mr>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2</m:t>
                                            </m:r>
                                          </m:e>
                                          <m:e>
                                            <m:r>
                                              <a:rPr lang="fr-FR" sz="1200" i="1" dirty="0">
                                                <a:latin typeface="Cambria Math" panose="02040503050406030204" pitchFamily="18" charset="0"/>
                                                <a:ea typeface="Cambria Math" panose="02040503050406030204" pitchFamily="18" charset="0"/>
                                              </a:rPr>
                                              <m:t>0</m:t>
                                            </m:r>
                                          </m:e>
                                        </m:mr>
                                        <m:mr>
                                          <m:e>
                                            <m:r>
                                              <a:rPr lang="fr-FR" sz="1200" i="1" dirty="0">
                                                <a:latin typeface="Cambria Math" panose="02040503050406030204" pitchFamily="18" charset="0"/>
                                                <a:ea typeface="Cambria Math" panose="02040503050406030204" pitchFamily="18" charset="0"/>
                                              </a:rPr>
                                              <m:t>3</m:t>
                                            </m:r>
                                          </m:e>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0</m:t>
                                            </m:r>
                                          </m:e>
                                        </m:mr>
                                      </m:m>
                                    </m:e>
                                  </m:mr>
                                  <m:mr>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3</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2</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5</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1</m:t>
                                            </m:r>
                                          </m:e>
                                        </m:mr>
                                      </m:m>
                                    </m:e>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 </m:t>
                                            </m:r>
                                          </m:e>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4</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 </m:t>
                                            </m:r>
                                          </m:e>
                                          <m:e>
                                            <m:r>
                                              <a:rPr lang="fr-FR" sz="1200" i="1" dirty="0">
                                                <a:latin typeface="Cambria Math" panose="02040503050406030204" pitchFamily="18" charset="0"/>
                                                <a:ea typeface="Cambria Math" panose="02040503050406030204" pitchFamily="18" charset="0"/>
                                              </a:rPr>
                                              <m:t>2</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4</m:t>
                                            </m:r>
                                          </m:e>
                                          <m:e>
                                            <m:r>
                                              <a:rPr lang="fr-FR" sz="1200" i="1" dirty="0">
                                                <a:solidFill>
                                                  <a:schemeClr val="accent1">
                                                    <a:lumMod val="50000"/>
                                                  </a:schemeClr>
                                                </a:solidFill>
                                                <a:latin typeface="Cambria Math" panose="02040503050406030204" pitchFamily="18" charset="0"/>
                                                <a:ea typeface="Cambria Math" panose="02040503050406030204" pitchFamily="18" charset="0"/>
                                              </a:rPr>
                                              <m:t>2</m:t>
                                            </m:r>
                                          </m:e>
                                          <m:e>
                                            <m:r>
                                              <a:rPr lang="fr-FR" sz="1200" i="1" dirty="0">
                                                <a:latin typeface="Cambria Math" panose="02040503050406030204" pitchFamily="18" charset="0"/>
                                                <a:ea typeface="Cambria Math" panose="02040503050406030204" pitchFamily="18" charset="0"/>
                                              </a:rPr>
                                              <m:t> </m:t>
                                            </m:r>
                                          </m:e>
                                        </m:mr>
                                      </m:m>
                                    </m:e>
                                  </m:mr>
                                </m:m>
                              </m:e>
                            </m:d>
                          </m:e>
                        </m:mr>
                      </m:m>
                      <m:r>
                        <a:rPr lang="fr-FR" sz="1200" b="0" i="1" dirty="0" smtClean="0">
                          <a:latin typeface="Cambria Math" panose="02040503050406030204" pitchFamily="18" charset="0"/>
                          <a:ea typeface="Cambria Math" panose="02040503050406030204" pitchFamily="18" charset="0"/>
                        </a:rPr>
                        <m:t>⟶</m:t>
                      </m:r>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1</m:t>
                                        </m:r>
                                      </m:e>
                                    </m:mr>
                                    <m:mr>
                                      <m:e>
                                        <m:r>
                                          <a:rPr lang="fr-FR" sz="1200" b="0" i="1" dirty="0" smtClean="0">
                                            <a:latin typeface="Cambria Math" panose="02040503050406030204" pitchFamily="18" charset="0"/>
                                            <a:ea typeface="Cambria Math" panose="02040503050406030204" pitchFamily="18" charset="0"/>
                                          </a:rPr>
                                          <m:t>2</m:t>
                                        </m:r>
                                      </m:e>
                                    </m:mr>
                                    <m:mr>
                                      <m:e>
                                        <m:r>
                                          <a:rPr lang="fr-FR" sz="1200" b="0" i="1" dirty="0" smtClean="0">
                                            <a:latin typeface="Cambria Math" panose="02040503050406030204" pitchFamily="18" charset="0"/>
                                            <a:ea typeface="Cambria Math" panose="02040503050406030204" pitchFamily="18" charset="0"/>
                                          </a:rPr>
                                          <m:t>3</m:t>
                                        </m:r>
                                      </m:e>
                                    </m:mr>
                                  </m:m>
                                </m:e>
                              </m:m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4</m:t>
                                        </m:r>
                                      </m:e>
                                    </m:mr>
                                    <m:mr>
                                      <m:e>
                                        <m:r>
                                          <a:rPr lang="fr-FR" sz="1200" b="0" i="1" dirty="0" smtClean="0">
                                            <a:latin typeface="Cambria Math" panose="02040503050406030204" pitchFamily="18" charset="0"/>
                                            <a:ea typeface="Cambria Math" panose="02040503050406030204" pitchFamily="18" charset="0"/>
                                          </a:rPr>
                                          <m:t>…</m:t>
                                        </m:r>
                                      </m:e>
                                    </m:mr>
                                    <m:mr>
                                      <m:e>
                                        <m:r>
                                          <a:rPr lang="fr-FR" sz="1200" b="0" i="1" dirty="0" smtClean="0">
                                            <a:latin typeface="Cambria Math" panose="02040503050406030204" pitchFamily="18" charset="0"/>
                                            <a:ea typeface="Cambria Math" panose="02040503050406030204" pitchFamily="18" charset="0"/>
                                          </a:rPr>
                                          <m:t>𝑘</m:t>
                                        </m:r>
                                      </m:e>
                                    </m:mr>
                                  </m:m>
                                </m:e>
                              </m:mr>
                            </m:m>
                          </m:e>
                          <m:e>
                            <m:d>
                              <m:dPr>
                                <m:begChr m:val="{"/>
                                <m:endChr m:val="}"/>
                                <m:ctrlPr>
                                  <a:rPr lang="fr-FR" sz="1200" b="0" i="1" dirty="0" smtClean="0">
                                    <a:latin typeface="Cambria Math" panose="02040503050406030204" pitchFamily="18" charset="0"/>
                                    <a:ea typeface="Cambria Math" panose="02040503050406030204" pitchFamily="18" charset="0"/>
                                  </a:rPr>
                                </m:ctrlPr>
                              </m:dP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solidFill>
                                                  <a:srgbClr val="00B050"/>
                                                </a:solidFill>
                                                <a:latin typeface="Cambria Math" panose="02040503050406030204" pitchFamily="18" charset="0"/>
                                                <a:ea typeface="Cambria Math" panose="02040503050406030204" pitchFamily="18" charset="0"/>
                                              </a:rPr>
                                              <m:t>0</m:t>
                                            </m:r>
                                          </m:e>
                                        </m:mr>
                                        <m:mr>
                                          <m:e>
                                            <m:r>
                                              <a:rPr lang="fr-FR" sz="1200" b="0" i="1" dirty="0" smtClean="0">
                                                <a:solidFill>
                                                  <a:srgbClr val="0070C0"/>
                                                </a:solidFill>
                                                <a:latin typeface="Cambria Math" panose="02040503050406030204" pitchFamily="18" charset="0"/>
                                                <a:ea typeface="Cambria Math" panose="02040503050406030204" pitchFamily="18" charset="0"/>
                                              </a:rPr>
                                              <m:t>1</m:t>
                                            </m:r>
                                          </m:e>
                                        </m:mr>
                                        <m:mr>
                                          <m:e>
                                            <m:r>
                                              <a:rPr lang="fr-FR" sz="1200" b="0" i="1" dirty="0" smtClean="0">
                                                <a:latin typeface="Cambria Math" panose="02040503050406030204" pitchFamily="18" charset="0"/>
                                                <a:ea typeface="Cambria Math" panose="02040503050406030204" pitchFamily="18" charset="0"/>
                                              </a:rPr>
                                              <m:t>1</m:t>
                                            </m:r>
                                          </m:e>
                                        </m:mr>
                                      </m:m>
                                    </m:e>
                                  </m:m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0</m:t>
                                            </m:r>
                                          </m:e>
                                        </m:mr>
                                        <m:mr>
                                          <m:e>
                                            <m:r>
                                              <a:rPr lang="fr-FR" sz="1200" b="0" i="1" dirty="0" smtClean="0">
                                                <a:latin typeface="Cambria Math" panose="02040503050406030204" pitchFamily="18" charset="0"/>
                                                <a:ea typeface="Cambria Math" panose="02040503050406030204" pitchFamily="18" charset="0"/>
                                              </a:rPr>
                                              <m:t>…</m:t>
                                            </m:r>
                                          </m:e>
                                        </m:mr>
                                        <m:mr>
                                          <m:e>
                                            <m:r>
                                              <a:rPr lang="fr-FR" sz="1200" b="0" i="1" dirty="0" smtClean="0">
                                                <a:latin typeface="Cambria Math" panose="02040503050406030204" pitchFamily="18" charset="0"/>
                                                <a:ea typeface="Cambria Math" panose="02040503050406030204" pitchFamily="18" charset="0"/>
                                              </a:rPr>
                                              <m:t>2</m:t>
                                            </m:r>
                                          </m:e>
                                        </m:mr>
                                      </m:m>
                                    </m:e>
                                  </m:mr>
                                </m:m>
                              </m:e>
                            </m:d>
                          </m:e>
                        </m:mr>
                      </m:m>
                      <m:r>
                        <a:rPr lang="fr-FR" sz="1200" b="0" i="1" dirty="0" smtClean="0">
                          <a:latin typeface="Cambria Math" panose="02040503050406030204" pitchFamily="18" charset="0"/>
                          <a:ea typeface="Cambria Math" panose="02040503050406030204" pitchFamily="18" charset="0"/>
                        </a:rPr>
                        <m:t>       </m:t>
                      </m:r>
                      <m:r>
                        <a:rPr lang="fr-FR" sz="1200" b="0" i="1" dirty="0" smtClean="0">
                          <a:latin typeface="Cambria Math" panose="02040503050406030204" pitchFamily="18" charset="0"/>
                          <a:ea typeface="Cambria Math" panose="02040503050406030204" pitchFamily="18" charset="0"/>
                        </a:rPr>
                        <m:t>𝑘</m:t>
                      </m:r>
                      <m:r>
                        <a:rPr lang="fr-FR" sz="1200" b="0" i="1" dirty="0" smtClean="0">
                          <a:latin typeface="Cambria Math" panose="02040503050406030204" pitchFamily="18" charset="0"/>
                          <a:ea typeface="Cambria Math" panose="02040503050406030204" pitchFamily="18" charset="0"/>
                        </a:rPr>
                        <m:t>=</m:t>
                      </m:r>
                      <m:d>
                        <m:dPr>
                          <m:ctrlPr>
                            <a:rPr lang="fr-FR" sz="1200" b="0" i="1" dirty="0" smtClean="0">
                              <a:latin typeface="Cambria Math" panose="02040503050406030204" pitchFamily="18" charset="0"/>
                              <a:ea typeface="Cambria Math" panose="02040503050406030204" pitchFamily="18" charset="0"/>
                            </a:rPr>
                          </m:ctrlPr>
                        </m:dPr>
                        <m:e>
                          <m:r>
                            <a:rPr lang="fr-FR" sz="1200" b="0" i="1" dirty="0" smtClean="0">
                              <a:latin typeface="Cambria Math" panose="02040503050406030204" pitchFamily="18" charset="0"/>
                              <a:ea typeface="Cambria Math" panose="02040503050406030204" pitchFamily="18" charset="0"/>
                            </a:rPr>
                            <m:t>𝑖</m:t>
                          </m:r>
                          <m:r>
                            <a:rPr lang="fr-FR" sz="1200" b="0" i="1" dirty="0" smtClean="0">
                              <a:latin typeface="Cambria Math" panose="02040503050406030204" pitchFamily="18" charset="0"/>
                              <a:ea typeface="Cambria Math" panose="02040503050406030204" pitchFamily="18" charset="0"/>
                            </a:rPr>
                            <m:t>−1</m:t>
                          </m:r>
                        </m:e>
                      </m:d>
                      <m:d>
                        <m:dPr>
                          <m:ctrlPr>
                            <a:rPr lang="fr-FR" sz="1200" b="0" i="1" dirty="0" smtClean="0">
                              <a:latin typeface="Cambria Math" panose="02040503050406030204" pitchFamily="18" charset="0"/>
                              <a:ea typeface="Cambria Math" panose="02040503050406030204" pitchFamily="18" charset="0"/>
                            </a:rPr>
                          </m:ctrlPr>
                        </m:dPr>
                        <m:e>
                          <m:r>
                            <a:rPr lang="fr-FR" sz="1200" b="0" i="1" dirty="0" smtClean="0">
                              <a:latin typeface="Cambria Math" panose="02040503050406030204" pitchFamily="18" charset="0"/>
                              <a:ea typeface="Cambria Math" panose="02040503050406030204" pitchFamily="18" charset="0"/>
                            </a:rPr>
                            <m:t>𝑛</m:t>
                          </m:r>
                          <m:r>
                            <a:rPr lang="fr-FR" sz="1200" b="0" i="1" dirty="0" smtClean="0">
                              <a:latin typeface="Cambria Math" panose="02040503050406030204" pitchFamily="18" charset="0"/>
                              <a:ea typeface="Cambria Math" panose="02040503050406030204" pitchFamily="18" charset="0"/>
                            </a:rPr>
                            <m:t>−</m:t>
                          </m:r>
                          <m:f>
                            <m:fPr>
                              <m:ctrlPr>
                                <a:rPr lang="fr-FR" sz="1200" b="0" i="1" dirty="0" smtClean="0">
                                  <a:latin typeface="Cambria Math" panose="02040503050406030204" pitchFamily="18" charset="0"/>
                                  <a:ea typeface="Cambria Math" panose="02040503050406030204" pitchFamily="18" charset="0"/>
                                </a:rPr>
                              </m:ctrlPr>
                            </m:fPr>
                            <m:num>
                              <m:r>
                                <a:rPr lang="fr-FR" sz="1200" b="0" i="1" dirty="0" smtClean="0">
                                  <a:latin typeface="Cambria Math" panose="02040503050406030204" pitchFamily="18" charset="0"/>
                                  <a:ea typeface="Cambria Math" panose="02040503050406030204" pitchFamily="18" charset="0"/>
                                </a:rPr>
                                <m:t>𝑖</m:t>
                              </m:r>
                            </m:num>
                            <m:den>
                              <m:r>
                                <a:rPr lang="fr-FR" sz="1200" b="0" i="1" dirty="0" smtClean="0">
                                  <a:latin typeface="Cambria Math" panose="02040503050406030204" pitchFamily="18" charset="0"/>
                                  <a:ea typeface="Cambria Math" panose="02040503050406030204" pitchFamily="18" charset="0"/>
                                </a:rPr>
                                <m:t>2</m:t>
                              </m:r>
                            </m:den>
                          </m:f>
                        </m:e>
                      </m:d>
                      <m:r>
                        <a:rPr lang="fr-FR" sz="1200" b="0" i="1" dirty="0" smtClean="0">
                          <a:latin typeface="Cambria Math" panose="02040503050406030204" pitchFamily="18" charset="0"/>
                          <a:ea typeface="Cambria Math" panose="02040503050406030204" pitchFamily="18" charset="0"/>
                        </a:rPr>
                        <m:t>+</m:t>
                      </m:r>
                      <m:r>
                        <a:rPr lang="fr-FR" sz="1200" b="0" i="1" dirty="0" smtClean="0">
                          <a:latin typeface="Cambria Math" panose="02040503050406030204" pitchFamily="18" charset="0"/>
                          <a:ea typeface="Cambria Math" panose="02040503050406030204" pitchFamily="18" charset="0"/>
                        </a:rPr>
                        <m:t>𝑗</m:t>
                      </m:r>
                      <m:r>
                        <a:rPr lang="fr-FR" sz="1200" b="0" i="1" dirty="0" smtClean="0">
                          <a:latin typeface="Cambria Math" panose="02040503050406030204" pitchFamily="18" charset="0"/>
                          <a:ea typeface="Cambria Math" panose="02040503050406030204" pitchFamily="18" charset="0"/>
                        </a:rPr>
                        <m:t>−</m:t>
                      </m:r>
                      <m:r>
                        <a:rPr lang="fr-FR" sz="1200" b="0" i="1" dirty="0" smtClean="0">
                          <a:latin typeface="Cambria Math" panose="02040503050406030204" pitchFamily="18" charset="0"/>
                          <a:ea typeface="Cambria Math" panose="02040503050406030204" pitchFamily="18" charset="0"/>
                        </a:rPr>
                        <m:t>𝑖</m:t>
                      </m:r>
                    </m:oMath>
                  </m:oMathPara>
                </a14:m>
                <a:endParaRPr lang="fr-FR" sz="1200" dirty="0">
                  <a:ea typeface="Cambria Math" panose="02040503050406030204" pitchFamily="18" charset="0"/>
                </a:endParaRPr>
              </a:p>
            </p:txBody>
          </p:sp>
        </mc:Choice>
        <mc:Fallback xmlns="">
          <p:sp>
            <p:nvSpPr>
              <p:cNvPr id="4379" name="ZoneTexte 4378">
                <a:extLst>
                  <a:ext uri="{FF2B5EF4-FFF2-40B4-BE49-F238E27FC236}">
                    <a16:creationId xmlns:a16="http://schemas.microsoft.com/office/drawing/2014/main" id="{7891414B-2B3A-074A-7396-8B6F9B1BD5A8}"/>
                  </a:ext>
                </a:extLst>
              </p:cNvPr>
              <p:cNvSpPr txBox="1">
                <a:spLocks noRot="1" noChangeAspect="1" noMove="1" noResize="1" noEditPoints="1" noAdjustHandles="1" noChangeArrowheads="1" noChangeShapeType="1" noTextEdit="1"/>
              </p:cNvSpPr>
              <p:nvPr/>
            </p:nvSpPr>
            <p:spPr>
              <a:xfrm>
                <a:off x="2206211" y="2482691"/>
                <a:ext cx="5116246" cy="1626664"/>
              </a:xfrm>
              <a:prstGeom prst="rect">
                <a:avLst/>
              </a:prstGeom>
              <a:blipFill>
                <a:blip r:embed="rId4"/>
                <a:stretch>
                  <a:fillRect t="-375"/>
                </a:stretch>
              </a:blipFill>
            </p:spPr>
            <p:txBody>
              <a:bodyPr/>
              <a:lstStyle/>
              <a:p>
                <a:r>
                  <a:rPr lang="en-US">
                    <a:noFill/>
                  </a:rPr>
                  <a:t> </a:t>
                </a:r>
              </a:p>
            </p:txBody>
          </p:sp>
        </mc:Fallback>
      </mc:AlternateContent>
      <p:cxnSp>
        <p:nvCxnSpPr>
          <p:cNvPr id="4381" name="Connecteur droit avec flèche 4380">
            <a:extLst>
              <a:ext uri="{FF2B5EF4-FFF2-40B4-BE49-F238E27FC236}">
                <a16:creationId xmlns:a16="http://schemas.microsoft.com/office/drawing/2014/main" id="{23AD474E-5773-601D-44E6-8290180A75AE}"/>
              </a:ext>
            </a:extLst>
          </p:cNvPr>
          <p:cNvCxnSpPr>
            <a:stCxn id="4378" idx="2"/>
            <a:endCxn id="4379" idx="0"/>
          </p:cNvCxnSpPr>
          <p:nvPr/>
        </p:nvCxnSpPr>
        <p:spPr>
          <a:xfrm>
            <a:off x="4764334" y="2120194"/>
            <a:ext cx="0" cy="362497"/>
          </a:xfrm>
          <a:prstGeom prst="straightConnector1">
            <a:avLst/>
          </a:prstGeom>
          <a:ln>
            <a:solidFill>
              <a:srgbClr val="7A0C0C"/>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83" name="ZoneTexte 4382">
                <a:extLst>
                  <a:ext uri="{FF2B5EF4-FFF2-40B4-BE49-F238E27FC236}">
                    <a16:creationId xmlns:a16="http://schemas.microsoft.com/office/drawing/2014/main" id="{978321DC-5F24-1B24-B356-ECEC551DD058}"/>
                  </a:ext>
                </a:extLst>
              </p:cNvPr>
              <p:cNvSpPr txBox="1"/>
              <p:nvPr/>
            </p:nvSpPr>
            <p:spPr>
              <a:xfrm>
                <a:off x="2206211" y="4464537"/>
                <a:ext cx="5116246" cy="276999"/>
              </a:xfrm>
              <a:prstGeom prst="rect">
                <a:avLst/>
              </a:prstGeom>
              <a:noFill/>
            </p:spPr>
            <p:txBody>
              <a:bodyPr wrap="square">
                <a:spAutoFit/>
              </a:bodyPr>
              <a:lstStyle/>
              <a:p>
                <a:pPr algn="ctr"/>
                <a:r>
                  <a:rPr lang="en-US" sz="1200" dirty="0">
                    <a:ea typeface="Cambria Math" panose="02040503050406030204" pitchFamily="18" charset="0"/>
                  </a:rPr>
                  <a:t>It will reduce by half the memory needed from </a:t>
                </a:r>
                <a14:m>
                  <m:oMath xmlns:m="http://schemas.openxmlformats.org/officeDocument/2006/math">
                    <m:sSup>
                      <m:sSupPr>
                        <m:ctrlPr>
                          <a:rPr lang="fr-FR" sz="1200" b="0" i="1" smtClean="0">
                            <a:latin typeface="Cambria Math" panose="02040503050406030204" pitchFamily="18" charset="0"/>
                            <a:ea typeface="Cambria Math" panose="02040503050406030204" pitchFamily="18" charset="0"/>
                          </a:rPr>
                        </m:ctrlPr>
                      </m:sSupPr>
                      <m:e>
                        <m:r>
                          <a:rPr lang="fr-FR" sz="1200" b="0" i="1" smtClean="0">
                            <a:latin typeface="Cambria Math" panose="02040503050406030204" pitchFamily="18" charset="0"/>
                            <a:ea typeface="Cambria Math" panose="02040503050406030204" pitchFamily="18" charset="0"/>
                          </a:rPr>
                          <m:t>𝑛</m:t>
                        </m:r>
                      </m:e>
                      <m:sup>
                        <m:r>
                          <a:rPr lang="fr-FR" sz="1200" b="0" i="1" smtClean="0">
                            <a:latin typeface="Cambria Math" panose="02040503050406030204" pitchFamily="18" charset="0"/>
                            <a:ea typeface="Cambria Math" panose="02040503050406030204" pitchFamily="18" charset="0"/>
                          </a:rPr>
                          <m:t>2</m:t>
                        </m:r>
                      </m:sup>
                    </m:sSup>
                  </m:oMath>
                </a14:m>
                <a:r>
                  <a:rPr lang="fr-FR" sz="1200" dirty="0">
                    <a:ea typeface="Cambria Math" panose="02040503050406030204" pitchFamily="18" charset="0"/>
                  </a:rPr>
                  <a:t> to </a:t>
                </a:r>
                <a14:m>
                  <m:oMath xmlns:m="http://schemas.openxmlformats.org/officeDocument/2006/math">
                    <m:f>
                      <m:fPr>
                        <m:type m:val="lin"/>
                        <m:ctrlPr>
                          <a:rPr lang="fr-FR" sz="1200" i="1" smtClean="0">
                            <a:latin typeface="Cambria Math" panose="02040503050406030204" pitchFamily="18" charset="0"/>
                            <a:ea typeface="Cambria Math" panose="02040503050406030204" pitchFamily="18" charset="0"/>
                          </a:rPr>
                        </m:ctrlPr>
                      </m:fPr>
                      <m:num>
                        <m:sSup>
                          <m:sSupPr>
                            <m:ctrlPr>
                              <a:rPr lang="fr-FR" sz="1200" b="0" i="1" smtClean="0">
                                <a:latin typeface="Cambria Math" panose="02040503050406030204" pitchFamily="18" charset="0"/>
                                <a:ea typeface="Cambria Math" panose="02040503050406030204" pitchFamily="18" charset="0"/>
                              </a:rPr>
                            </m:ctrlPr>
                          </m:sSupPr>
                          <m:e>
                            <m:r>
                              <a:rPr lang="fr-FR" sz="1200" b="0" i="1" smtClean="0">
                                <a:latin typeface="Cambria Math" panose="02040503050406030204" pitchFamily="18" charset="0"/>
                                <a:ea typeface="Cambria Math" panose="02040503050406030204" pitchFamily="18" charset="0"/>
                              </a:rPr>
                              <m:t>𝑛</m:t>
                            </m:r>
                          </m:e>
                          <m:sup>
                            <m:r>
                              <a:rPr lang="fr-FR" sz="1200" b="0" i="1" smtClean="0">
                                <a:latin typeface="Cambria Math" panose="02040503050406030204" pitchFamily="18" charset="0"/>
                                <a:ea typeface="Cambria Math" panose="02040503050406030204" pitchFamily="18" charset="0"/>
                              </a:rPr>
                              <m:t>2</m:t>
                            </m:r>
                          </m:sup>
                        </m:sSup>
                      </m:num>
                      <m:den>
                        <m:r>
                          <a:rPr lang="fr-FR" sz="1200" b="0" i="1" smtClean="0">
                            <a:latin typeface="Cambria Math" panose="02040503050406030204" pitchFamily="18" charset="0"/>
                            <a:ea typeface="Cambria Math" panose="02040503050406030204" pitchFamily="18" charset="0"/>
                          </a:rPr>
                          <m:t>2</m:t>
                        </m:r>
                      </m:den>
                    </m:f>
                    <m:r>
                      <a:rPr lang="fr-FR" sz="1200" b="0" i="1" smtClean="0">
                        <a:latin typeface="Cambria Math" panose="02040503050406030204" pitchFamily="18" charset="0"/>
                        <a:ea typeface="Cambria Math" panose="02040503050406030204" pitchFamily="18" charset="0"/>
                      </a:rPr>
                      <m:t>.</m:t>
                    </m:r>
                  </m:oMath>
                </a14:m>
                <a:endParaRPr lang="fr-FR" sz="1200" dirty="0">
                  <a:ea typeface="Cambria Math" panose="02040503050406030204" pitchFamily="18" charset="0"/>
                </a:endParaRPr>
              </a:p>
            </p:txBody>
          </p:sp>
        </mc:Choice>
        <mc:Fallback xmlns="">
          <p:sp>
            <p:nvSpPr>
              <p:cNvPr id="4383" name="ZoneTexte 4382">
                <a:extLst>
                  <a:ext uri="{FF2B5EF4-FFF2-40B4-BE49-F238E27FC236}">
                    <a16:creationId xmlns:a16="http://schemas.microsoft.com/office/drawing/2014/main" id="{978321DC-5F24-1B24-B356-ECEC551DD058}"/>
                  </a:ext>
                </a:extLst>
              </p:cNvPr>
              <p:cNvSpPr txBox="1">
                <a:spLocks noRot="1" noChangeAspect="1" noMove="1" noResize="1" noEditPoints="1" noAdjustHandles="1" noChangeArrowheads="1" noChangeShapeType="1" noTextEdit="1"/>
              </p:cNvSpPr>
              <p:nvPr/>
            </p:nvSpPr>
            <p:spPr>
              <a:xfrm>
                <a:off x="2206211" y="4464537"/>
                <a:ext cx="5116246" cy="276999"/>
              </a:xfrm>
              <a:prstGeom prst="rect">
                <a:avLst/>
              </a:prstGeom>
              <a:blipFill>
                <a:blip r:embed="rId5"/>
                <a:stretch>
                  <a:fillRect t="-91304" b="-145652"/>
                </a:stretch>
              </a:blipFill>
            </p:spPr>
            <p:txBody>
              <a:bodyPr/>
              <a:lstStyle/>
              <a:p>
                <a:r>
                  <a:rPr lang="en-US">
                    <a:noFill/>
                  </a:rPr>
                  <a:t> </a:t>
                </a:r>
              </a:p>
            </p:txBody>
          </p:sp>
        </mc:Fallback>
      </mc:AlternateContent>
      <p:cxnSp>
        <p:nvCxnSpPr>
          <p:cNvPr id="4385" name="Connecteur droit avec flèche 4384">
            <a:extLst>
              <a:ext uri="{FF2B5EF4-FFF2-40B4-BE49-F238E27FC236}">
                <a16:creationId xmlns:a16="http://schemas.microsoft.com/office/drawing/2014/main" id="{FDA5DD3B-E83D-E441-8BC3-05C426312C39}"/>
              </a:ext>
            </a:extLst>
          </p:cNvPr>
          <p:cNvCxnSpPr>
            <a:stCxn id="4379" idx="2"/>
            <a:endCxn id="4383" idx="0"/>
          </p:cNvCxnSpPr>
          <p:nvPr/>
        </p:nvCxnSpPr>
        <p:spPr>
          <a:xfrm>
            <a:off x="4764334" y="4109355"/>
            <a:ext cx="0" cy="355182"/>
          </a:xfrm>
          <a:prstGeom prst="straightConnector1">
            <a:avLst/>
          </a:prstGeom>
          <a:ln>
            <a:solidFill>
              <a:srgbClr val="7A0C0C"/>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89">
          <a:extLst>
            <a:ext uri="{FF2B5EF4-FFF2-40B4-BE49-F238E27FC236}">
              <a16:creationId xmlns:a16="http://schemas.microsoft.com/office/drawing/2014/main" id="{8B88CADE-1D13-9E33-7B3D-B5D2C384DBD1}"/>
            </a:ext>
          </a:extLst>
        </p:cNvPr>
        <p:cNvGrpSpPr/>
        <p:nvPr/>
      </p:nvGrpSpPr>
      <p:grpSpPr>
        <a:xfrm>
          <a:off x="0" y="0"/>
          <a:ext cx="0" cy="0"/>
          <a:chOff x="0" y="0"/>
          <a:chExt cx="0" cy="0"/>
        </a:xfrm>
      </p:grpSpPr>
      <p:sp>
        <p:nvSpPr>
          <p:cNvPr id="2" name="Google Shape;4399;p38">
            <a:extLst>
              <a:ext uri="{FF2B5EF4-FFF2-40B4-BE49-F238E27FC236}">
                <a16:creationId xmlns:a16="http://schemas.microsoft.com/office/drawing/2014/main" id="{CDF1337F-0E3A-1E37-9696-29781F7AD8CB}"/>
              </a:ext>
            </a:extLst>
          </p:cNvPr>
          <p:cNvSpPr txBox="1">
            <a:spLocks/>
          </p:cNvSpPr>
          <p:nvPr/>
        </p:nvSpPr>
        <p:spPr>
          <a:xfrm>
            <a:off x="-1" y="181429"/>
            <a:ext cx="4201887"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USE OF MAIN MEMORY FOR ITEMSET COUNTING</a:t>
            </a:r>
            <a:endParaRPr lang="en-US" sz="5400" dirty="0"/>
          </a:p>
        </p:txBody>
      </p:sp>
      <p:sp>
        <p:nvSpPr>
          <p:cNvPr id="4364" name="Google Shape;4359;p35">
            <a:extLst>
              <a:ext uri="{FF2B5EF4-FFF2-40B4-BE49-F238E27FC236}">
                <a16:creationId xmlns:a16="http://schemas.microsoft.com/office/drawing/2014/main" id="{B839E74A-C0C4-7DE3-3784-2B27C78AEEE3}"/>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09</a:t>
            </a:r>
          </a:p>
        </p:txBody>
      </p:sp>
      <p:sp>
        <p:nvSpPr>
          <p:cNvPr id="4377" name="Google Shape;4403;p38">
            <a:extLst>
              <a:ext uri="{FF2B5EF4-FFF2-40B4-BE49-F238E27FC236}">
                <a16:creationId xmlns:a16="http://schemas.microsoft.com/office/drawing/2014/main" id="{D27AC60F-B624-0C6A-E973-6A5BD7389CA2}"/>
              </a:ext>
            </a:extLst>
          </p:cNvPr>
          <p:cNvSpPr txBox="1">
            <a:spLocks/>
          </p:cNvSpPr>
          <p:nvPr/>
        </p:nvSpPr>
        <p:spPr>
          <a:xfrm>
            <a:off x="3129150" y="1038396"/>
            <a:ext cx="2885700"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400" dirty="0">
                <a:solidFill>
                  <a:srgbClr val="7A0C0C"/>
                </a:solidFill>
              </a:rPr>
              <a:t>The Triples Method</a:t>
            </a:r>
          </a:p>
        </p:txBody>
      </p:sp>
      <p:sp>
        <p:nvSpPr>
          <p:cNvPr id="4378" name="ZoneTexte 4377">
            <a:extLst>
              <a:ext uri="{FF2B5EF4-FFF2-40B4-BE49-F238E27FC236}">
                <a16:creationId xmlns:a16="http://schemas.microsoft.com/office/drawing/2014/main" id="{D370F65B-DEFE-5441-4807-5704CD5BE998}"/>
              </a:ext>
            </a:extLst>
          </p:cNvPr>
          <p:cNvSpPr txBox="1"/>
          <p:nvPr/>
        </p:nvSpPr>
        <p:spPr>
          <a:xfrm>
            <a:off x="2206211" y="1658529"/>
            <a:ext cx="5116246" cy="1200329"/>
          </a:xfrm>
          <a:prstGeom prst="rect">
            <a:avLst/>
          </a:prstGeom>
          <a:noFill/>
        </p:spPr>
        <p:txBody>
          <a:bodyPr wrap="square">
            <a:spAutoFit/>
          </a:bodyPr>
          <a:lstStyle/>
          <a:p>
            <a:pPr algn="ctr"/>
            <a:r>
              <a:rPr lang="en-US" sz="1200" dirty="0">
                <a:ea typeface="Cambria Math" panose="02040503050406030204" pitchFamily="18" charset="0"/>
              </a:rPr>
              <a:t>The Triples Method is an efficient way to store counts for pairs of items by focusing only on pairs that appear together in the dataset, which is ideal for sparse data.</a:t>
            </a:r>
          </a:p>
          <a:p>
            <a:pPr algn="ctr"/>
            <a:endParaRPr lang="en-US" sz="1200" dirty="0">
              <a:ea typeface="Cambria Math" panose="02040503050406030204" pitchFamily="18" charset="0"/>
            </a:endParaRPr>
          </a:p>
          <a:p>
            <a:pPr algn="ctr"/>
            <a:r>
              <a:rPr lang="en-US" sz="1200" dirty="0">
                <a:ea typeface="Cambria Math" panose="02040503050406030204" pitchFamily="18" charset="0"/>
              </a:rPr>
              <a:t>In cases where 30% or more of pairs have non-zero counts, use the Triples Method.</a:t>
            </a:r>
            <a:endParaRPr lang="fr-FR" sz="1200" dirty="0">
              <a:ea typeface="Cambria Math" panose="02040503050406030204" pitchFamily="18" charset="0"/>
            </a:endParaRPr>
          </a:p>
        </p:txBody>
      </p:sp>
      <mc:AlternateContent xmlns:mc="http://schemas.openxmlformats.org/markup-compatibility/2006" xmlns:a14="http://schemas.microsoft.com/office/drawing/2010/main">
        <mc:Choice Requires="a14">
          <p:sp>
            <p:nvSpPr>
              <p:cNvPr id="4379" name="ZoneTexte 4378">
                <a:extLst>
                  <a:ext uri="{FF2B5EF4-FFF2-40B4-BE49-F238E27FC236}">
                    <a16:creationId xmlns:a16="http://schemas.microsoft.com/office/drawing/2014/main" id="{8A06BBF6-1AFE-8B67-AE04-082122C32E50}"/>
                  </a:ext>
                </a:extLst>
              </p:cNvPr>
              <p:cNvSpPr txBox="1"/>
              <p:nvPr/>
            </p:nvSpPr>
            <p:spPr>
              <a:xfrm>
                <a:off x="2206211" y="3259203"/>
                <a:ext cx="5116246" cy="112518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fr-FR" sz="1200" b="0" i="1" smtClean="0">
                              <a:latin typeface="Cambria Math" panose="02040503050406030204" pitchFamily="18" charset="0"/>
                              <a:ea typeface="Cambria Math" panose="02040503050406030204" pitchFamily="18" charset="0"/>
                            </a:rPr>
                          </m:ctrlPr>
                        </m:dPr>
                        <m:e>
                          <m:m>
                            <m:mPr>
                              <m:mcs>
                                <m:mc>
                                  <m:mcPr>
                                    <m:count m:val="3"/>
                                    <m:mcJc m:val="center"/>
                                  </m:mcPr>
                                </m:mc>
                              </m:mcs>
                              <m:ctrlPr>
                                <a:rPr lang="fr-FR" sz="1200" b="0" i="1" smtClean="0">
                                  <a:solidFill>
                                    <a:srgbClr val="0070C0"/>
                                  </a:solidFill>
                                  <a:latin typeface="Cambria Math" panose="02040503050406030204" pitchFamily="18" charset="0"/>
                                  <a:ea typeface="Cambria Math" panose="02040503050406030204" pitchFamily="18" charset="0"/>
                                </a:rPr>
                              </m:ctrlPr>
                            </m:mPr>
                            <m:mr>
                              <m:e>
                                <m:m>
                                  <m:mPr>
                                    <m:mcs>
                                      <m:mc>
                                        <m:mcPr>
                                          <m:count m:val="1"/>
                                          <m:mcJc m:val="center"/>
                                        </m:mcPr>
                                      </m:mc>
                                    </m:mcs>
                                    <m:ctrlPr>
                                      <a:rPr lang="fr-FR" sz="1200" b="0" i="1" smtClean="0">
                                        <a:solidFill>
                                          <a:srgbClr val="0070C0"/>
                                        </a:solidFill>
                                        <a:latin typeface="Cambria Math" panose="02040503050406030204" pitchFamily="18" charset="0"/>
                                        <a:ea typeface="Cambria Math" panose="02040503050406030204" pitchFamily="18" charset="0"/>
                                      </a:rPr>
                                    </m:ctrlPr>
                                  </m:mPr>
                                  <m:mr>
                                    <m:e>
                                      <m:r>
                                        <m:rPr>
                                          <m:brk m:alnAt="7"/>
                                        </m:rPr>
                                        <a:rPr lang="fr-FR" sz="1200" b="0" i="1" smtClean="0">
                                          <a:solidFill>
                                            <a:srgbClr val="0070C0"/>
                                          </a:solidFill>
                                          <a:latin typeface="Cambria Math" panose="02040503050406030204" pitchFamily="18" charset="0"/>
                                          <a:ea typeface="Cambria Math" panose="02040503050406030204" pitchFamily="18" charset="0"/>
                                        </a:rPr>
                                        <m:t>1</m:t>
                                      </m:r>
                                    </m:e>
                                  </m:mr>
                                  <m:mr>
                                    <m:e>
                                      <m:r>
                                        <a:rPr lang="fr-FR" sz="1200" b="0" i="1" smtClean="0">
                                          <a:solidFill>
                                            <a:srgbClr val="0070C0"/>
                                          </a:solidFill>
                                          <a:latin typeface="Cambria Math" panose="02040503050406030204" pitchFamily="18" charset="0"/>
                                          <a:ea typeface="Cambria Math" panose="02040503050406030204" pitchFamily="18" charset="0"/>
                                        </a:rPr>
                                        <m:t>1</m:t>
                                      </m:r>
                                    </m:e>
                                  </m:mr>
                                  <m:mr>
                                    <m:e>
                                      <m:r>
                                        <a:rPr lang="fr-FR" sz="1200" b="0" i="1" smtClean="0">
                                          <a:solidFill>
                                            <a:srgbClr val="0070C0"/>
                                          </a:solidFill>
                                          <a:latin typeface="Cambria Math" panose="02040503050406030204" pitchFamily="18" charset="0"/>
                                          <a:ea typeface="Cambria Math" panose="02040503050406030204" pitchFamily="18" charset="0"/>
                                        </a:rPr>
                                        <m:t>1</m:t>
                                      </m:r>
                                    </m:e>
                                  </m:mr>
                                </m:m>
                              </m:e>
                              <m:e>
                                <m:m>
                                  <m:mPr>
                                    <m:mcs>
                                      <m:mc>
                                        <m:mcPr>
                                          <m:count m:val="1"/>
                                          <m:mcJc m:val="center"/>
                                        </m:mcPr>
                                      </m:mc>
                                    </m:mcs>
                                    <m:ctrlPr>
                                      <a:rPr lang="fr-FR" sz="1200" i="1">
                                        <a:solidFill>
                                          <a:srgbClr val="0070C0"/>
                                        </a:solidFill>
                                        <a:latin typeface="Cambria Math" panose="02040503050406030204" pitchFamily="18" charset="0"/>
                                        <a:ea typeface="Cambria Math" panose="02040503050406030204" pitchFamily="18" charset="0"/>
                                      </a:rPr>
                                    </m:ctrlPr>
                                  </m:mPr>
                                  <m:mr>
                                    <m:e>
                                      <m:r>
                                        <m:rPr>
                                          <m:brk m:alnAt="7"/>
                                        </m:rPr>
                                        <a:rPr lang="fr-FR" sz="1200" b="0" i="1" smtClean="0">
                                          <a:solidFill>
                                            <a:srgbClr val="0070C0"/>
                                          </a:solidFill>
                                          <a:latin typeface="Cambria Math" panose="02040503050406030204" pitchFamily="18" charset="0"/>
                                          <a:ea typeface="Cambria Math" panose="02040503050406030204" pitchFamily="18" charset="0"/>
                                        </a:rPr>
                                        <m:t>2</m:t>
                                      </m:r>
                                    </m:e>
                                  </m:mr>
                                  <m:mr>
                                    <m:e>
                                      <m:r>
                                        <a:rPr lang="fr-FR" sz="1200" b="0" i="1" smtClean="0">
                                          <a:solidFill>
                                            <a:srgbClr val="0070C0"/>
                                          </a:solidFill>
                                          <a:latin typeface="Cambria Math" panose="02040503050406030204" pitchFamily="18" charset="0"/>
                                          <a:ea typeface="Cambria Math" panose="02040503050406030204" pitchFamily="18" charset="0"/>
                                        </a:rPr>
                                        <m:t>4</m:t>
                                      </m:r>
                                    </m:e>
                                  </m:mr>
                                  <m:mr>
                                    <m:e>
                                      <m:r>
                                        <a:rPr lang="fr-FR" sz="1200" b="0" i="1" smtClean="0">
                                          <a:solidFill>
                                            <a:srgbClr val="0070C0"/>
                                          </a:solidFill>
                                          <a:latin typeface="Cambria Math" panose="02040503050406030204" pitchFamily="18" charset="0"/>
                                          <a:ea typeface="Cambria Math" panose="02040503050406030204" pitchFamily="18" charset="0"/>
                                        </a:rPr>
                                        <m:t>8</m:t>
                                      </m:r>
                                    </m:e>
                                  </m:mr>
                                </m:m>
                              </m:e>
                              <m:e>
                                <m:m>
                                  <m:mPr>
                                    <m:mcs>
                                      <m:mc>
                                        <m:mcPr>
                                          <m:count m:val="1"/>
                                          <m:mcJc m:val="center"/>
                                        </m:mcPr>
                                      </m:mc>
                                    </m:mcs>
                                    <m:ctrlPr>
                                      <a:rPr lang="fr-FR" sz="1200" i="1" smtClean="0">
                                        <a:solidFill>
                                          <a:srgbClr val="7030A0"/>
                                        </a:solidFill>
                                        <a:latin typeface="Cambria Math" panose="02040503050406030204" pitchFamily="18" charset="0"/>
                                        <a:ea typeface="Cambria Math" panose="02040503050406030204" pitchFamily="18" charset="0"/>
                                      </a:rPr>
                                    </m:ctrlPr>
                                  </m:mPr>
                                  <m:mr>
                                    <m:e>
                                      <m:r>
                                        <m:rPr>
                                          <m:brk m:alnAt="7"/>
                                        </m:rPr>
                                        <a:rPr lang="fr-FR" sz="1200" b="0" i="1" smtClean="0">
                                          <a:solidFill>
                                            <a:srgbClr val="7030A0"/>
                                          </a:solidFill>
                                          <a:latin typeface="Cambria Math" panose="02040503050406030204" pitchFamily="18" charset="0"/>
                                          <a:ea typeface="Cambria Math" panose="02040503050406030204" pitchFamily="18" charset="0"/>
                                        </a:rPr>
                                        <m:t>2</m:t>
                                      </m:r>
                                    </m:e>
                                  </m:mr>
                                  <m:mr>
                                    <m:e>
                                      <m:r>
                                        <a:rPr lang="fr-FR" sz="1200" b="0" i="1" smtClean="0">
                                          <a:solidFill>
                                            <a:srgbClr val="7030A0"/>
                                          </a:solidFill>
                                          <a:latin typeface="Cambria Math" panose="02040503050406030204" pitchFamily="18" charset="0"/>
                                          <a:ea typeface="Cambria Math" panose="02040503050406030204" pitchFamily="18" charset="0"/>
                                        </a:rPr>
                                        <m:t>5</m:t>
                                      </m:r>
                                    </m:e>
                                  </m:mr>
                                  <m:mr>
                                    <m:e>
                                      <m:r>
                                        <a:rPr lang="fr-FR" sz="1200" b="0" i="1" smtClean="0">
                                          <a:solidFill>
                                            <a:srgbClr val="7030A0"/>
                                          </a:solidFill>
                                          <a:latin typeface="Cambria Math" panose="02040503050406030204" pitchFamily="18" charset="0"/>
                                          <a:ea typeface="Cambria Math" panose="02040503050406030204" pitchFamily="18" charset="0"/>
                                        </a:rPr>
                                        <m:t>20</m:t>
                                      </m:r>
                                    </m:e>
                                  </m:mr>
                                </m:m>
                              </m:e>
                            </m:mr>
                            <m:mr>
                              <m:e>
                                <m:m>
                                  <m:mPr>
                                    <m:mcs>
                                      <m:mc>
                                        <m:mcPr>
                                          <m:count m:val="1"/>
                                          <m:mcJc m:val="center"/>
                                        </m:mcPr>
                                      </m:mc>
                                    </m:mcs>
                                    <m:ctrlPr>
                                      <a:rPr lang="fr-FR" sz="1200" i="1" smtClean="0">
                                        <a:solidFill>
                                          <a:srgbClr val="0070C0"/>
                                        </a:solidFill>
                                        <a:latin typeface="Cambria Math" panose="02040503050406030204" pitchFamily="18" charset="0"/>
                                        <a:ea typeface="Cambria Math" panose="02040503050406030204" pitchFamily="18" charset="0"/>
                                      </a:rPr>
                                    </m:ctrlPr>
                                  </m:mPr>
                                  <m:mr>
                                    <m:e>
                                      <m:r>
                                        <m:rPr>
                                          <m:brk m:alnAt="7"/>
                                        </m:rPr>
                                        <a:rPr lang="fr-FR" sz="1200" b="0" i="1" smtClean="0">
                                          <a:solidFill>
                                            <a:srgbClr val="0070C0"/>
                                          </a:solidFill>
                                          <a:latin typeface="Cambria Math" panose="02040503050406030204" pitchFamily="18" charset="0"/>
                                          <a:ea typeface="Cambria Math" panose="02040503050406030204" pitchFamily="18" charset="0"/>
                                        </a:rPr>
                                        <m:t>2</m:t>
                                      </m:r>
                                    </m:e>
                                  </m:mr>
                                  <m:mr>
                                    <m:e>
                                      <m:r>
                                        <a:rPr lang="fr-FR" sz="1200" b="0" i="1" smtClean="0">
                                          <a:solidFill>
                                            <a:srgbClr val="0070C0"/>
                                          </a:solidFill>
                                          <a:latin typeface="Cambria Math" panose="02040503050406030204" pitchFamily="18" charset="0"/>
                                          <a:ea typeface="Cambria Math" panose="02040503050406030204" pitchFamily="18" charset="0"/>
                                        </a:rPr>
                                        <m:t>2</m:t>
                                      </m:r>
                                    </m:e>
                                  </m:mr>
                                  <m:mr>
                                    <m:e>
                                      <m:r>
                                        <a:rPr lang="fr-FR" sz="1200" b="0" i="1" smtClean="0">
                                          <a:solidFill>
                                            <a:srgbClr val="0070C0"/>
                                          </a:solidFill>
                                          <a:latin typeface="Cambria Math" panose="02040503050406030204" pitchFamily="18" charset="0"/>
                                          <a:ea typeface="Cambria Math" panose="02040503050406030204" pitchFamily="18" charset="0"/>
                                        </a:rPr>
                                        <m:t>3</m:t>
                                      </m:r>
                                    </m:e>
                                  </m:mr>
                                </m:m>
                              </m:e>
                              <m:e>
                                <m:m>
                                  <m:mPr>
                                    <m:mcs>
                                      <m:mc>
                                        <m:mcPr>
                                          <m:count m:val="1"/>
                                          <m:mcJc m:val="center"/>
                                        </m:mcPr>
                                      </m:mc>
                                    </m:mcs>
                                    <m:ctrlPr>
                                      <a:rPr lang="fr-FR" sz="1200" i="1">
                                        <a:solidFill>
                                          <a:srgbClr val="0070C0"/>
                                        </a:solidFill>
                                        <a:latin typeface="Cambria Math" panose="02040503050406030204" pitchFamily="18" charset="0"/>
                                        <a:ea typeface="Cambria Math" panose="02040503050406030204" pitchFamily="18" charset="0"/>
                                      </a:rPr>
                                    </m:ctrlPr>
                                  </m:mPr>
                                  <m:mr>
                                    <m:e>
                                      <m:r>
                                        <m:rPr>
                                          <m:brk m:alnAt="7"/>
                                        </m:rPr>
                                        <a:rPr lang="fr-FR" sz="1200" b="0" i="1" smtClean="0">
                                          <a:solidFill>
                                            <a:srgbClr val="0070C0"/>
                                          </a:solidFill>
                                          <a:latin typeface="Cambria Math" panose="02040503050406030204" pitchFamily="18" charset="0"/>
                                          <a:ea typeface="Cambria Math" panose="02040503050406030204" pitchFamily="18" charset="0"/>
                                        </a:rPr>
                                        <m:t>3</m:t>
                                      </m:r>
                                    </m:e>
                                  </m:mr>
                                  <m:mr>
                                    <m:e>
                                      <m:r>
                                        <a:rPr lang="fr-FR" sz="1200" b="0" i="1" smtClean="0">
                                          <a:solidFill>
                                            <a:srgbClr val="0070C0"/>
                                          </a:solidFill>
                                          <a:latin typeface="Cambria Math" panose="02040503050406030204" pitchFamily="18" charset="0"/>
                                          <a:ea typeface="Cambria Math" panose="02040503050406030204" pitchFamily="18" charset="0"/>
                                        </a:rPr>
                                        <m:t>7</m:t>
                                      </m:r>
                                    </m:e>
                                  </m:mr>
                                  <m:mr>
                                    <m:e>
                                      <m:r>
                                        <a:rPr lang="fr-FR" sz="1200" b="0" i="1" smtClean="0">
                                          <a:solidFill>
                                            <a:srgbClr val="0070C0"/>
                                          </a:solidFill>
                                          <a:latin typeface="Cambria Math" panose="02040503050406030204" pitchFamily="18" charset="0"/>
                                          <a:ea typeface="Cambria Math" panose="02040503050406030204" pitchFamily="18" charset="0"/>
                                        </a:rPr>
                                        <m:t>4</m:t>
                                      </m:r>
                                    </m:e>
                                  </m:mr>
                                </m:m>
                              </m:e>
                              <m:e>
                                <m:m>
                                  <m:mPr>
                                    <m:mcs>
                                      <m:mc>
                                        <m:mcPr>
                                          <m:count m:val="1"/>
                                          <m:mcJc m:val="center"/>
                                        </m:mcPr>
                                      </m:mc>
                                    </m:mcs>
                                    <m:ctrlPr>
                                      <a:rPr lang="fr-FR" sz="1200" i="1" smtClean="0">
                                        <a:solidFill>
                                          <a:srgbClr val="7030A0"/>
                                        </a:solidFill>
                                        <a:latin typeface="Cambria Math" panose="02040503050406030204" pitchFamily="18" charset="0"/>
                                        <a:ea typeface="Cambria Math" panose="02040503050406030204" pitchFamily="18" charset="0"/>
                                      </a:rPr>
                                    </m:ctrlPr>
                                  </m:mPr>
                                  <m:mr>
                                    <m:e>
                                      <m:r>
                                        <m:rPr>
                                          <m:brk m:alnAt="7"/>
                                        </m:rPr>
                                        <a:rPr lang="fr-FR" sz="1200" b="0" i="1" smtClean="0">
                                          <a:solidFill>
                                            <a:srgbClr val="7030A0"/>
                                          </a:solidFill>
                                          <a:latin typeface="Cambria Math" panose="02040503050406030204" pitchFamily="18" charset="0"/>
                                          <a:ea typeface="Cambria Math" panose="02040503050406030204" pitchFamily="18" charset="0"/>
                                        </a:rPr>
                                        <m:t>1</m:t>
                                      </m:r>
                                      <m:r>
                                        <a:rPr lang="fr-FR" sz="1200" b="0" i="1" smtClean="0">
                                          <a:solidFill>
                                            <a:srgbClr val="7030A0"/>
                                          </a:solidFill>
                                          <a:latin typeface="Cambria Math" panose="02040503050406030204" pitchFamily="18" charset="0"/>
                                          <a:ea typeface="Cambria Math" panose="02040503050406030204" pitchFamily="18" charset="0"/>
                                        </a:rPr>
                                        <m:t>5</m:t>
                                      </m:r>
                                    </m:e>
                                  </m:mr>
                                  <m:mr>
                                    <m:e>
                                      <m:r>
                                        <a:rPr lang="fr-FR" sz="1200" b="0" i="1" smtClean="0">
                                          <a:solidFill>
                                            <a:srgbClr val="7030A0"/>
                                          </a:solidFill>
                                          <a:latin typeface="Cambria Math" panose="02040503050406030204" pitchFamily="18" charset="0"/>
                                          <a:ea typeface="Cambria Math" panose="02040503050406030204" pitchFamily="18" charset="0"/>
                                        </a:rPr>
                                        <m:t>6</m:t>
                                      </m:r>
                                    </m:e>
                                  </m:mr>
                                  <m:mr>
                                    <m:e>
                                      <m:r>
                                        <a:rPr lang="fr-FR" sz="1200" b="0" i="1" smtClean="0">
                                          <a:solidFill>
                                            <a:srgbClr val="7030A0"/>
                                          </a:solidFill>
                                          <a:latin typeface="Cambria Math" panose="02040503050406030204" pitchFamily="18" charset="0"/>
                                          <a:ea typeface="Cambria Math" panose="02040503050406030204" pitchFamily="18" charset="0"/>
                                        </a:rPr>
                                        <m:t>9</m:t>
                                      </m:r>
                                    </m:e>
                                  </m:mr>
                                </m:m>
                              </m:e>
                            </m:mr>
                          </m:m>
                        </m:e>
                      </m:d>
                    </m:oMath>
                  </m:oMathPara>
                </a14:m>
                <a:endParaRPr lang="fr-FR" sz="1200" b="0" dirty="0">
                  <a:latin typeface="Cambria Math" panose="02040503050406030204" pitchFamily="18" charset="0"/>
                  <a:ea typeface="Cambria Math" panose="02040503050406030204" pitchFamily="18" charset="0"/>
                </a:endParaRPr>
              </a:p>
            </p:txBody>
          </p:sp>
        </mc:Choice>
        <mc:Fallback xmlns="">
          <p:sp>
            <p:nvSpPr>
              <p:cNvPr id="4379" name="ZoneTexte 4378">
                <a:extLst>
                  <a:ext uri="{FF2B5EF4-FFF2-40B4-BE49-F238E27FC236}">
                    <a16:creationId xmlns:a16="http://schemas.microsoft.com/office/drawing/2014/main" id="{8A06BBF6-1AFE-8B67-AE04-082122C32E50}"/>
                  </a:ext>
                </a:extLst>
              </p:cNvPr>
              <p:cNvSpPr txBox="1">
                <a:spLocks noRot="1" noChangeAspect="1" noMove="1" noResize="1" noEditPoints="1" noAdjustHandles="1" noChangeArrowheads="1" noChangeShapeType="1" noTextEdit="1"/>
              </p:cNvSpPr>
              <p:nvPr/>
            </p:nvSpPr>
            <p:spPr>
              <a:xfrm>
                <a:off x="2206211" y="3259203"/>
                <a:ext cx="5116246" cy="1125180"/>
              </a:xfrm>
              <a:prstGeom prst="rect">
                <a:avLst/>
              </a:prstGeom>
              <a:blipFill>
                <a:blip r:embed="rId3"/>
                <a:stretch>
                  <a:fillRect/>
                </a:stretch>
              </a:blipFill>
            </p:spPr>
            <p:txBody>
              <a:bodyPr/>
              <a:lstStyle/>
              <a:p>
                <a:r>
                  <a:rPr lang="en-US">
                    <a:noFill/>
                  </a:rPr>
                  <a:t> </a:t>
                </a:r>
              </a:p>
            </p:txBody>
          </p:sp>
        </mc:Fallback>
      </mc:AlternateContent>
      <p:cxnSp>
        <p:nvCxnSpPr>
          <p:cNvPr id="4381" name="Connecteur droit avec flèche 4380">
            <a:extLst>
              <a:ext uri="{FF2B5EF4-FFF2-40B4-BE49-F238E27FC236}">
                <a16:creationId xmlns:a16="http://schemas.microsoft.com/office/drawing/2014/main" id="{EF136D0F-4AA2-B61D-B2A7-96CB5E04E357}"/>
              </a:ext>
            </a:extLst>
          </p:cNvPr>
          <p:cNvCxnSpPr>
            <a:stCxn id="4378" idx="2"/>
            <a:endCxn id="4379" idx="0"/>
          </p:cNvCxnSpPr>
          <p:nvPr/>
        </p:nvCxnSpPr>
        <p:spPr>
          <a:xfrm>
            <a:off x="4764334" y="2858858"/>
            <a:ext cx="0" cy="400345"/>
          </a:xfrm>
          <a:prstGeom prst="straightConnector1">
            <a:avLst/>
          </a:prstGeom>
          <a:ln>
            <a:solidFill>
              <a:srgbClr val="7A0C0C"/>
            </a:solidFill>
            <a:tailEnd type="triangle"/>
          </a:ln>
        </p:spPr>
        <p:style>
          <a:lnRef idx="1">
            <a:schemeClr val="dk1"/>
          </a:lnRef>
          <a:fillRef idx="0">
            <a:schemeClr val="dk1"/>
          </a:fillRef>
          <a:effectRef idx="0">
            <a:schemeClr val="dk1"/>
          </a:effectRef>
          <a:fontRef idx="minor">
            <a:schemeClr val="tx1"/>
          </a:fontRef>
        </p:style>
      </p:cxnSp>
      <p:sp>
        <p:nvSpPr>
          <p:cNvPr id="3" name="Forme libre : forme 2">
            <a:extLst>
              <a:ext uri="{FF2B5EF4-FFF2-40B4-BE49-F238E27FC236}">
                <a16:creationId xmlns:a16="http://schemas.microsoft.com/office/drawing/2014/main" id="{BB05EB7B-BB1C-CFEF-FEC0-D8FAD063D219}"/>
              </a:ext>
            </a:extLst>
          </p:cNvPr>
          <p:cNvSpPr/>
          <p:nvPr/>
        </p:nvSpPr>
        <p:spPr>
          <a:xfrm>
            <a:off x="3868057" y="4376057"/>
            <a:ext cx="696686" cy="238663"/>
          </a:xfrm>
          <a:custGeom>
            <a:avLst/>
            <a:gdLst>
              <a:gd name="connsiteX0" fmla="*/ 0 w 696686"/>
              <a:gd name="connsiteY0" fmla="*/ 217714 h 238663"/>
              <a:gd name="connsiteX1" fmla="*/ 529772 w 696686"/>
              <a:gd name="connsiteY1" fmla="*/ 217714 h 238663"/>
              <a:gd name="connsiteX2" fmla="*/ 696686 w 696686"/>
              <a:gd name="connsiteY2" fmla="*/ 0 h 238663"/>
            </a:gdLst>
            <a:ahLst/>
            <a:cxnLst>
              <a:cxn ang="0">
                <a:pos x="connsiteX0" y="connsiteY0"/>
              </a:cxn>
              <a:cxn ang="0">
                <a:pos x="connsiteX1" y="connsiteY1"/>
              </a:cxn>
              <a:cxn ang="0">
                <a:pos x="connsiteX2" y="connsiteY2"/>
              </a:cxn>
            </a:cxnLst>
            <a:rect l="l" t="t" r="r" b="b"/>
            <a:pathLst>
              <a:path w="696686" h="238663">
                <a:moveTo>
                  <a:pt x="0" y="217714"/>
                </a:moveTo>
                <a:cubicBezTo>
                  <a:pt x="206829" y="235857"/>
                  <a:pt x="413658" y="254000"/>
                  <a:pt x="529772" y="217714"/>
                </a:cubicBezTo>
                <a:cubicBezTo>
                  <a:pt x="645886" y="181428"/>
                  <a:pt x="671286" y="90714"/>
                  <a:pt x="696686" y="0"/>
                </a:cubicBezTo>
              </a:path>
            </a:pathLst>
          </a:custGeom>
          <a:noFill/>
          <a:ln w="9525">
            <a:solidFill>
              <a:srgbClr val="00B0F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rme libre : forme 3">
            <a:extLst>
              <a:ext uri="{FF2B5EF4-FFF2-40B4-BE49-F238E27FC236}">
                <a16:creationId xmlns:a16="http://schemas.microsoft.com/office/drawing/2014/main" id="{EBFD1387-C3FC-6217-F0B9-A05C4B807C36}"/>
              </a:ext>
            </a:extLst>
          </p:cNvPr>
          <p:cNvSpPr/>
          <p:nvPr/>
        </p:nvSpPr>
        <p:spPr>
          <a:xfrm>
            <a:off x="4967736" y="4368800"/>
            <a:ext cx="424321" cy="261257"/>
          </a:xfrm>
          <a:custGeom>
            <a:avLst/>
            <a:gdLst>
              <a:gd name="connsiteX0" fmla="*/ 424321 w 424321"/>
              <a:gd name="connsiteY0" fmla="*/ 261257 h 261257"/>
              <a:gd name="connsiteX1" fmla="*/ 61464 w 424321"/>
              <a:gd name="connsiteY1" fmla="*/ 166914 h 261257"/>
              <a:gd name="connsiteX2" fmla="*/ 3407 w 424321"/>
              <a:gd name="connsiteY2" fmla="*/ 0 h 261257"/>
            </a:gdLst>
            <a:ahLst/>
            <a:cxnLst>
              <a:cxn ang="0">
                <a:pos x="connsiteX0" y="connsiteY0"/>
              </a:cxn>
              <a:cxn ang="0">
                <a:pos x="connsiteX1" y="connsiteY1"/>
              </a:cxn>
              <a:cxn ang="0">
                <a:pos x="connsiteX2" y="connsiteY2"/>
              </a:cxn>
            </a:cxnLst>
            <a:rect l="l" t="t" r="r" b="b"/>
            <a:pathLst>
              <a:path w="424321" h="261257">
                <a:moveTo>
                  <a:pt x="424321" y="261257"/>
                </a:moveTo>
                <a:cubicBezTo>
                  <a:pt x="277968" y="235857"/>
                  <a:pt x="131616" y="210457"/>
                  <a:pt x="61464" y="166914"/>
                </a:cubicBezTo>
                <a:cubicBezTo>
                  <a:pt x="-8688" y="123371"/>
                  <a:pt x="-2641" y="61685"/>
                  <a:pt x="3407" y="0"/>
                </a:cubicBezTo>
              </a:path>
            </a:pathLst>
          </a:custGeom>
          <a:noFill/>
          <a:ln w="9525">
            <a:solidFill>
              <a:srgbClr val="7030A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403;p38">
            <a:extLst>
              <a:ext uri="{FF2B5EF4-FFF2-40B4-BE49-F238E27FC236}">
                <a16:creationId xmlns:a16="http://schemas.microsoft.com/office/drawing/2014/main" id="{440B4AE9-1DF0-D618-6843-627428C9FFEE}"/>
              </a:ext>
            </a:extLst>
          </p:cNvPr>
          <p:cNvSpPr txBox="1">
            <a:spLocks/>
          </p:cNvSpPr>
          <p:nvPr/>
        </p:nvSpPr>
        <p:spPr>
          <a:xfrm>
            <a:off x="5363029" y="4459103"/>
            <a:ext cx="720494"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200" i="1" dirty="0">
                <a:solidFill>
                  <a:srgbClr val="7030A0"/>
                </a:solidFill>
                <a:latin typeface="Cambria Math" panose="02040503050406030204" pitchFamily="18" charset="0"/>
                <a:ea typeface="Cambria Math" panose="02040503050406030204" pitchFamily="18" charset="0"/>
              </a:rPr>
              <a:t>Count</a:t>
            </a:r>
            <a:endParaRPr lang="en-US" sz="1200" i="1" dirty="0">
              <a:solidFill>
                <a:srgbClr val="7030A0"/>
              </a:solidFill>
              <a:latin typeface="Cambria Math" panose="02040503050406030204" pitchFamily="18" charset="0"/>
              <a:ea typeface="Cambria Math" panose="02040503050406030204" pitchFamily="18" charset="0"/>
            </a:endParaRPr>
          </a:p>
        </p:txBody>
      </p:sp>
      <p:sp>
        <p:nvSpPr>
          <p:cNvPr id="7" name="Google Shape;4403;p38">
            <a:extLst>
              <a:ext uri="{FF2B5EF4-FFF2-40B4-BE49-F238E27FC236}">
                <a16:creationId xmlns:a16="http://schemas.microsoft.com/office/drawing/2014/main" id="{C885D85F-BFEC-888F-AA0B-6FA5D0104F03}"/>
              </a:ext>
            </a:extLst>
          </p:cNvPr>
          <p:cNvSpPr txBox="1">
            <a:spLocks/>
          </p:cNvSpPr>
          <p:nvPr/>
        </p:nvSpPr>
        <p:spPr>
          <a:xfrm>
            <a:off x="2987909" y="4425016"/>
            <a:ext cx="880148"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200" i="1" dirty="0">
                <a:solidFill>
                  <a:srgbClr val="00B0F0"/>
                </a:solidFill>
                <a:latin typeface="Cambria Math" panose="02040503050406030204" pitchFamily="18" charset="0"/>
                <a:ea typeface="Cambria Math" panose="02040503050406030204" pitchFamily="18" charset="0"/>
              </a:rPr>
              <a:t>ID of pairs</a:t>
            </a:r>
            <a:endParaRPr lang="en-US" sz="1200" i="1" dirty="0">
              <a:solidFill>
                <a:srgbClr val="00B0F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26878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80">
          <a:extLst>
            <a:ext uri="{FF2B5EF4-FFF2-40B4-BE49-F238E27FC236}">
              <a16:creationId xmlns:a16="http://schemas.microsoft.com/office/drawing/2014/main" id="{6BE52838-4483-6431-843F-5CA39790FEC7}"/>
            </a:ext>
          </a:extLst>
        </p:cNvPr>
        <p:cNvGrpSpPr/>
        <p:nvPr/>
      </p:nvGrpSpPr>
      <p:grpSpPr>
        <a:xfrm>
          <a:off x="0" y="0"/>
          <a:ext cx="0" cy="0"/>
          <a:chOff x="0" y="0"/>
          <a:chExt cx="0" cy="0"/>
        </a:xfrm>
      </p:grpSpPr>
      <p:sp>
        <p:nvSpPr>
          <p:cNvPr id="4381" name="Google Shape;4381;p37">
            <a:extLst>
              <a:ext uri="{FF2B5EF4-FFF2-40B4-BE49-F238E27FC236}">
                <a16:creationId xmlns:a16="http://schemas.microsoft.com/office/drawing/2014/main" id="{EEE366DB-9A08-1BB2-2AE1-7328E5169702}"/>
              </a:ext>
            </a:extLst>
          </p:cNvPr>
          <p:cNvSpPr txBox="1">
            <a:spLocks noGrp="1"/>
          </p:cNvSpPr>
          <p:nvPr>
            <p:ph type="title"/>
          </p:nvPr>
        </p:nvSpPr>
        <p:spPr>
          <a:xfrm>
            <a:off x="622250" y="1934525"/>
            <a:ext cx="3949800" cy="15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500" dirty="0"/>
              <a:t>Monotonicity of Itemsets</a:t>
            </a:r>
          </a:p>
        </p:txBody>
      </p:sp>
      <p:sp>
        <p:nvSpPr>
          <p:cNvPr id="4382" name="Google Shape;4382;p37">
            <a:extLst>
              <a:ext uri="{FF2B5EF4-FFF2-40B4-BE49-F238E27FC236}">
                <a16:creationId xmlns:a16="http://schemas.microsoft.com/office/drawing/2014/main" id="{C6A6914F-41E3-5E3B-DC84-F8211DBDA497}"/>
              </a:ext>
            </a:extLst>
          </p:cNvPr>
          <p:cNvSpPr txBox="1">
            <a:spLocks noGrp="1"/>
          </p:cNvSpPr>
          <p:nvPr>
            <p:ph type="title" idx="2"/>
          </p:nvPr>
        </p:nvSpPr>
        <p:spPr>
          <a:xfrm>
            <a:off x="622250" y="953225"/>
            <a:ext cx="5039400" cy="98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pic>
        <p:nvPicPr>
          <p:cNvPr id="4384" name="Google Shape;4384;p37">
            <a:extLst>
              <a:ext uri="{FF2B5EF4-FFF2-40B4-BE49-F238E27FC236}">
                <a16:creationId xmlns:a16="http://schemas.microsoft.com/office/drawing/2014/main" id="{2B667AE8-864A-7DF8-F3E9-D94549566335}"/>
              </a:ext>
            </a:extLst>
          </p:cNvPr>
          <p:cNvPicPr preferRelativeResize="0"/>
          <p:nvPr/>
        </p:nvPicPr>
        <p:blipFill rotWithShape="1">
          <a:blip r:embed="rId3"/>
          <a:srcRect l="21849" r="21849"/>
          <a:stretch/>
        </p:blipFill>
        <p:spPr>
          <a:xfrm>
            <a:off x="5610355" y="1291787"/>
            <a:ext cx="2589000" cy="2586600"/>
          </a:xfrm>
          <a:prstGeom prst="ellipse">
            <a:avLst/>
          </a:prstGeom>
          <a:noFill/>
          <a:ln>
            <a:noFill/>
          </a:ln>
        </p:spPr>
      </p:pic>
      <p:sp>
        <p:nvSpPr>
          <p:cNvPr id="4385" name="Google Shape;4385;p37">
            <a:extLst>
              <a:ext uri="{FF2B5EF4-FFF2-40B4-BE49-F238E27FC236}">
                <a16:creationId xmlns:a16="http://schemas.microsoft.com/office/drawing/2014/main" id="{9F2F3B8A-2876-4E58-DED1-B0C9F854F664}"/>
              </a:ext>
            </a:extLst>
          </p:cNvPr>
          <p:cNvSpPr/>
          <p:nvPr/>
        </p:nvSpPr>
        <p:spPr>
          <a:xfrm>
            <a:off x="5449675" y="1131075"/>
            <a:ext cx="2910600" cy="2910600"/>
          </a:xfrm>
          <a:prstGeom prst="arc">
            <a:avLst>
              <a:gd name="adj1" fmla="val 16200000"/>
              <a:gd name="adj2" fmla="val 0"/>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Google Shape;4359;p35">
            <a:extLst>
              <a:ext uri="{FF2B5EF4-FFF2-40B4-BE49-F238E27FC236}">
                <a16:creationId xmlns:a16="http://schemas.microsoft.com/office/drawing/2014/main" id="{86E4BE36-C5DA-2BE7-420D-1111550F8F87}"/>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solidFill>
                  <a:schemeClr val="bg1"/>
                </a:solidFill>
              </a:rPr>
              <a:t>10</a:t>
            </a:r>
          </a:p>
        </p:txBody>
      </p:sp>
    </p:spTree>
    <p:extLst>
      <p:ext uri="{BB962C8B-B14F-4D97-AF65-F5344CB8AC3E}">
        <p14:creationId xmlns:p14="http://schemas.microsoft.com/office/powerpoint/2010/main" val="287428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29"/>
        <p:cNvGrpSpPr/>
        <p:nvPr/>
      </p:nvGrpSpPr>
      <p:grpSpPr>
        <a:xfrm>
          <a:off x="0" y="0"/>
          <a:ext cx="0" cy="0"/>
          <a:chOff x="0" y="0"/>
          <a:chExt cx="0" cy="0"/>
        </a:xfrm>
      </p:grpSpPr>
      <p:sp>
        <p:nvSpPr>
          <p:cNvPr id="16" name="Google Shape;4399;p38">
            <a:extLst>
              <a:ext uri="{FF2B5EF4-FFF2-40B4-BE49-F238E27FC236}">
                <a16:creationId xmlns:a16="http://schemas.microsoft.com/office/drawing/2014/main" id="{AA3F86FE-197D-5E13-DA01-13C7A751CE60}"/>
              </a:ext>
            </a:extLst>
          </p:cNvPr>
          <p:cNvSpPr txBox="1">
            <a:spLocks/>
          </p:cNvSpPr>
          <p:nvPr/>
        </p:nvSpPr>
        <p:spPr>
          <a:xfrm>
            <a:off x="-1" y="181429"/>
            <a:ext cx="4201887"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Monotonicity of Itemsets</a:t>
            </a:r>
            <a:endParaRPr lang="en-US" sz="5400" dirty="0"/>
          </a:p>
        </p:txBody>
      </p:sp>
      <p:sp>
        <p:nvSpPr>
          <p:cNvPr id="22" name="Google Shape;4400;p38">
            <a:extLst>
              <a:ext uri="{FF2B5EF4-FFF2-40B4-BE49-F238E27FC236}">
                <a16:creationId xmlns:a16="http://schemas.microsoft.com/office/drawing/2014/main" id="{1896E005-EF79-3667-D370-C67A2FE5147C}"/>
              </a:ext>
            </a:extLst>
          </p:cNvPr>
          <p:cNvSpPr txBox="1">
            <a:spLocks/>
          </p:cNvSpPr>
          <p:nvPr/>
        </p:nvSpPr>
        <p:spPr>
          <a:xfrm>
            <a:off x="3129150" y="1328593"/>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Concept</a:t>
            </a:r>
          </a:p>
        </p:txBody>
      </p:sp>
      <p:cxnSp>
        <p:nvCxnSpPr>
          <p:cNvPr id="23" name="Connecteur droit 22">
            <a:extLst>
              <a:ext uri="{FF2B5EF4-FFF2-40B4-BE49-F238E27FC236}">
                <a16:creationId xmlns:a16="http://schemas.microsoft.com/office/drawing/2014/main" id="{88C01608-3267-DBD3-FB31-7D194BBA1381}"/>
              </a:ext>
            </a:extLst>
          </p:cNvPr>
          <p:cNvCxnSpPr/>
          <p:nvPr/>
        </p:nvCxnSpPr>
        <p:spPr>
          <a:xfrm flipV="1">
            <a:off x="-13425" y="2503721"/>
            <a:ext cx="9180000" cy="0"/>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sp>
        <p:nvSpPr>
          <p:cNvPr id="24" name="Google Shape;4400;p38">
            <a:extLst>
              <a:ext uri="{FF2B5EF4-FFF2-40B4-BE49-F238E27FC236}">
                <a16:creationId xmlns:a16="http://schemas.microsoft.com/office/drawing/2014/main" id="{FDC1B540-E7FC-3387-90CF-4E5DBAC6EE7C}"/>
              </a:ext>
            </a:extLst>
          </p:cNvPr>
          <p:cNvSpPr txBox="1">
            <a:spLocks/>
          </p:cNvSpPr>
          <p:nvPr/>
        </p:nvSpPr>
        <p:spPr>
          <a:xfrm>
            <a:off x="3165150" y="3068528"/>
            <a:ext cx="2885700"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Maximal frequent itemset</a:t>
            </a:r>
          </a:p>
        </p:txBody>
      </p:sp>
      <p:sp>
        <p:nvSpPr>
          <p:cNvPr id="40" name="Google Shape;4403;p38">
            <a:extLst>
              <a:ext uri="{FF2B5EF4-FFF2-40B4-BE49-F238E27FC236}">
                <a16:creationId xmlns:a16="http://schemas.microsoft.com/office/drawing/2014/main" id="{9D7612EE-CB56-2243-8F25-CCA5F9302D6B}"/>
              </a:ext>
            </a:extLst>
          </p:cNvPr>
          <p:cNvSpPr txBox="1">
            <a:spLocks/>
          </p:cNvSpPr>
          <p:nvPr/>
        </p:nvSpPr>
        <p:spPr>
          <a:xfrm>
            <a:off x="1" y="1706486"/>
            <a:ext cx="9141888" cy="38109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If a set of items (an itemset) is frequent, then every subset of that itemset must also at least that frequent.</a:t>
            </a:r>
            <a:endParaRPr lang="en-US" sz="1200" dirty="0">
              <a:solidFill>
                <a:schemeClr val="bg1">
                  <a:lumMod val="10000"/>
                </a:schemeClr>
              </a:solidFill>
            </a:endParaRPr>
          </a:p>
        </p:txBody>
      </p:sp>
      <p:grpSp>
        <p:nvGrpSpPr>
          <p:cNvPr id="46" name="Google Shape;12853;p73">
            <a:extLst>
              <a:ext uri="{FF2B5EF4-FFF2-40B4-BE49-F238E27FC236}">
                <a16:creationId xmlns:a16="http://schemas.microsoft.com/office/drawing/2014/main" id="{789213C0-6049-2499-A01A-E97B58BF07BD}"/>
              </a:ext>
            </a:extLst>
          </p:cNvPr>
          <p:cNvGrpSpPr/>
          <p:nvPr/>
        </p:nvGrpSpPr>
        <p:grpSpPr>
          <a:xfrm>
            <a:off x="4304983" y="858137"/>
            <a:ext cx="457200" cy="457200"/>
            <a:chOff x="2497275" y="2744159"/>
            <a:chExt cx="370930" cy="370549"/>
          </a:xfrm>
          <a:solidFill>
            <a:srgbClr val="7A0C0C"/>
          </a:solidFill>
        </p:grpSpPr>
        <p:sp>
          <p:nvSpPr>
            <p:cNvPr id="47" name="Google Shape;12854;p73">
              <a:extLst>
                <a:ext uri="{FF2B5EF4-FFF2-40B4-BE49-F238E27FC236}">
                  <a16:creationId xmlns:a16="http://schemas.microsoft.com/office/drawing/2014/main" id="{0F2B3C02-D6C7-5A81-B05A-C5F2139CE90A}"/>
                </a:ext>
              </a:extLst>
            </p:cNvPr>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2855;p73">
              <a:extLst>
                <a:ext uri="{FF2B5EF4-FFF2-40B4-BE49-F238E27FC236}">
                  <a16:creationId xmlns:a16="http://schemas.microsoft.com/office/drawing/2014/main" id="{589642E7-565B-9E9A-F440-8A69B50B5CFD}"/>
                </a:ext>
              </a:extLst>
            </p:cNvPr>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2856;p73">
              <a:extLst>
                <a:ext uri="{FF2B5EF4-FFF2-40B4-BE49-F238E27FC236}">
                  <a16:creationId xmlns:a16="http://schemas.microsoft.com/office/drawing/2014/main" id="{E5DB682F-078C-1763-8F9F-E0315BCB130E}"/>
                </a:ext>
              </a:extLst>
            </p:cNvPr>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2857;p73">
              <a:extLst>
                <a:ext uri="{FF2B5EF4-FFF2-40B4-BE49-F238E27FC236}">
                  <a16:creationId xmlns:a16="http://schemas.microsoft.com/office/drawing/2014/main" id="{D218AB86-7AD3-2DFE-C3D2-89891552A154}"/>
                </a:ext>
              </a:extLst>
            </p:cNvPr>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2858;p73">
              <a:extLst>
                <a:ext uri="{FF2B5EF4-FFF2-40B4-BE49-F238E27FC236}">
                  <a16:creationId xmlns:a16="http://schemas.microsoft.com/office/drawing/2014/main" id="{49D57941-260B-83C8-42E0-F528D77DC78D}"/>
                </a:ext>
              </a:extLst>
            </p:cNvPr>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2859;p73">
              <a:extLst>
                <a:ext uri="{FF2B5EF4-FFF2-40B4-BE49-F238E27FC236}">
                  <a16:creationId xmlns:a16="http://schemas.microsoft.com/office/drawing/2014/main" id="{7954FA3A-9519-27A1-4C96-CF34B6F04BE4}"/>
                </a:ext>
              </a:extLst>
            </p:cNvPr>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132E8DB9-9CCF-113B-8623-22FB7EB83E1F}"/>
                  </a:ext>
                </a:extLst>
              </p:cNvPr>
              <p:cNvSpPr txBox="1"/>
              <p:nvPr/>
            </p:nvSpPr>
            <p:spPr>
              <a:xfrm>
                <a:off x="1271814" y="2070914"/>
                <a:ext cx="6551386"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fr-FR" sz="1200" i="1" smtClean="0">
                              <a:latin typeface="Cambria Math" panose="02040503050406030204" pitchFamily="18" charset="0"/>
                              <a:ea typeface="Cambria Math" panose="02040503050406030204" pitchFamily="18" charset="0"/>
                            </a:rPr>
                          </m:ctrlPr>
                        </m:dPr>
                        <m:e>
                          <m:r>
                            <m:rPr>
                              <m:nor/>
                            </m:rPr>
                            <a:rPr lang="en-US" sz="1200" i="1" dirty="0">
                              <a:latin typeface="Cambria Math" panose="02040503050406030204" pitchFamily="18" charset="0"/>
                              <a:ea typeface="Cambria Math" panose="02040503050406030204" pitchFamily="18" charset="0"/>
                            </a:rPr>
                            <m:t>milk</m:t>
                          </m:r>
                          <m:r>
                            <m:rPr>
                              <m:nor/>
                            </m:rPr>
                            <a:rPr lang="en-US" sz="1200" i="1" dirty="0">
                              <a:latin typeface="Cambria Math" panose="02040503050406030204" pitchFamily="18" charset="0"/>
                              <a:ea typeface="Cambria Math" panose="02040503050406030204" pitchFamily="18" charset="0"/>
                            </a:rPr>
                            <m:t>, </m:t>
                          </m:r>
                          <m:r>
                            <m:rPr>
                              <m:nor/>
                            </m:rPr>
                            <a:rPr lang="fr-FR" sz="1200" b="0" i="1" dirty="0" smtClean="0">
                              <a:latin typeface="Cambria Math" panose="02040503050406030204" pitchFamily="18" charset="0"/>
                              <a:ea typeface="Cambria Math" panose="02040503050406030204" pitchFamily="18" charset="0"/>
                            </a:rPr>
                            <m:t>bread</m:t>
                          </m:r>
                          <m:r>
                            <m:rPr>
                              <m:nor/>
                            </m:rPr>
                            <a:rPr lang="fr-FR" sz="1200" i="1" dirty="0">
                              <a:latin typeface="Cambria Math" panose="02040503050406030204" pitchFamily="18" charset="0"/>
                              <a:ea typeface="Cambria Math" panose="02040503050406030204" pitchFamily="18" charset="0"/>
                            </a:rPr>
                            <m:t>, </m:t>
                          </m:r>
                          <m:r>
                            <m:rPr>
                              <m:nor/>
                            </m:rPr>
                            <a:rPr lang="fr-FR" sz="1200" b="0" i="1" dirty="0" smtClean="0">
                              <a:latin typeface="Cambria Math" panose="02040503050406030204" pitchFamily="18" charset="0"/>
                              <a:ea typeface="Cambria Math" panose="02040503050406030204" pitchFamily="18" charset="0"/>
                            </a:rPr>
                            <m:t>butter</m:t>
                          </m:r>
                          <m:r>
                            <a:rPr lang="fr-FR" sz="1200" b="0" i="1" dirty="0" smtClean="0">
                              <a:latin typeface="Cambria Math" panose="02040503050406030204" pitchFamily="18" charset="0"/>
                              <a:ea typeface="Cambria Math" panose="02040503050406030204" pitchFamily="18" charset="0"/>
                            </a:rPr>
                            <m:t> </m:t>
                          </m:r>
                        </m:e>
                      </m:d>
                      <m:r>
                        <a:rPr lang="fr-FR" sz="1200" b="0" i="1" dirty="0" smtClean="0">
                          <a:latin typeface="Cambria Math" panose="02040503050406030204" pitchFamily="18" charset="0"/>
                          <a:ea typeface="Cambria Math" panose="02040503050406030204" pitchFamily="18" charset="0"/>
                        </a:rPr>
                        <m:t>=3    ⟹        </m:t>
                      </m:r>
                      <m:d>
                        <m:dPr>
                          <m:begChr m:val="{"/>
                          <m:endChr m:val="}"/>
                          <m:ctrlPr>
                            <a:rPr lang="fr-FR" sz="1200" i="1">
                              <a:latin typeface="Cambria Math" panose="02040503050406030204" pitchFamily="18" charset="0"/>
                              <a:ea typeface="Cambria Math" panose="02040503050406030204" pitchFamily="18" charset="0"/>
                            </a:rPr>
                          </m:ctrlPr>
                        </m:dPr>
                        <m:e>
                          <m:r>
                            <m:rPr>
                              <m:nor/>
                            </m:rPr>
                            <a:rPr lang="en-US" sz="1200" i="1" dirty="0">
                              <a:latin typeface="Cambria Math" panose="02040503050406030204" pitchFamily="18" charset="0"/>
                              <a:ea typeface="Cambria Math" panose="02040503050406030204" pitchFamily="18" charset="0"/>
                            </a:rPr>
                            <m:t>milk</m:t>
                          </m:r>
                          <m:r>
                            <m:rPr>
                              <m:nor/>
                            </m:rPr>
                            <a:rPr lang="en-US" sz="1200" i="1" dirty="0">
                              <a:latin typeface="Cambria Math" panose="02040503050406030204" pitchFamily="18" charset="0"/>
                              <a:ea typeface="Cambria Math" panose="02040503050406030204" pitchFamily="18" charset="0"/>
                            </a:rPr>
                            <m:t>, </m:t>
                          </m:r>
                          <m:r>
                            <m:rPr>
                              <m:nor/>
                            </m:rPr>
                            <a:rPr lang="fr-FR" sz="1200" i="1" dirty="0">
                              <a:latin typeface="Cambria Math" panose="02040503050406030204" pitchFamily="18" charset="0"/>
                              <a:ea typeface="Cambria Math" panose="02040503050406030204" pitchFamily="18" charset="0"/>
                            </a:rPr>
                            <m:t>bread</m:t>
                          </m:r>
                          <m:r>
                            <a:rPr lang="fr-FR" sz="1200" b="0" i="1" dirty="0" smtClean="0">
                              <a:latin typeface="Cambria Math" panose="02040503050406030204" pitchFamily="18" charset="0"/>
                              <a:ea typeface="Cambria Math" panose="02040503050406030204" pitchFamily="18" charset="0"/>
                            </a:rPr>
                            <m:t> </m:t>
                          </m:r>
                        </m:e>
                      </m:d>
                      <m:r>
                        <a:rPr lang="fr-FR" sz="1200" i="1" dirty="0" smtClean="0">
                          <a:latin typeface="Cambria Math" panose="02040503050406030204" pitchFamily="18" charset="0"/>
                          <a:ea typeface="Cambria Math" panose="02040503050406030204" pitchFamily="18" charset="0"/>
                        </a:rPr>
                        <m:t>≥</m:t>
                      </m:r>
                      <m:r>
                        <a:rPr lang="fr-FR" sz="1200" b="0" i="1" dirty="0" smtClean="0">
                          <a:latin typeface="Cambria Math" panose="02040503050406030204" pitchFamily="18" charset="0"/>
                          <a:ea typeface="Cambria Math" panose="02040503050406030204" pitchFamily="18" charset="0"/>
                        </a:rPr>
                        <m:t>3 </m:t>
                      </m:r>
                      <m:f>
                        <m:fPr>
                          <m:type m:val="lin"/>
                          <m:ctrlPr>
                            <a:rPr lang="fr-FR" sz="1200" b="0" i="1" dirty="0" smtClean="0">
                              <a:latin typeface="Cambria Math" panose="02040503050406030204" pitchFamily="18" charset="0"/>
                              <a:ea typeface="Cambria Math" panose="02040503050406030204" pitchFamily="18" charset="0"/>
                            </a:rPr>
                          </m:ctrlPr>
                        </m:fPr>
                        <m:num>
                          <m:r>
                            <a:rPr lang="fr-FR" sz="1200" b="0" i="1" dirty="0" smtClean="0">
                              <a:latin typeface="Cambria Math" panose="02040503050406030204" pitchFamily="18" charset="0"/>
                              <a:ea typeface="Cambria Math" panose="02040503050406030204" pitchFamily="18" charset="0"/>
                            </a:rPr>
                            <m:t> </m:t>
                          </m:r>
                        </m:num>
                        <m:den>
                          <m:r>
                            <a:rPr lang="fr-FR" sz="1200" b="0" i="1" dirty="0" smtClean="0">
                              <a:latin typeface="Cambria Math" panose="02040503050406030204" pitchFamily="18" charset="0"/>
                              <a:ea typeface="Cambria Math" panose="02040503050406030204" pitchFamily="18" charset="0"/>
                            </a:rPr>
                            <m:t> </m:t>
                          </m:r>
                        </m:den>
                      </m:f>
                      <m:r>
                        <a:rPr lang="fr-FR" sz="1200" b="0" i="1" dirty="0" smtClean="0">
                          <a:latin typeface="Cambria Math" panose="02040503050406030204" pitchFamily="18" charset="0"/>
                          <a:ea typeface="Cambria Math" panose="02040503050406030204" pitchFamily="18" charset="0"/>
                        </a:rPr>
                        <m:t>  </m:t>
                      </m:r>
                      <m:d>
                        <m:dPr>
                          <m:begChr m:val="{"/>
                          <m:endChr m:val="}"/>
                          <m:ctrlPr>
                            <a:rPr lang="fr-FR" sz="1200" i="1">
                              <a:latin typeface="Cambria Math" panose="02040503050406030204" pitchFamily="18" charset="0"/>
                              <a:ea typeface="Cambria Math" panose="02040503050406030204" pitchFamily="18" charset="0"/>
                            </a:rPr>
                          </m:ctrlPr>
                        </m:dPr>
                        <m:e>
                          <m:r>
                            <a:rPr lang="fr-FR" sz="1200" b="0" i="1" dirty="0" smtClean="0">
                              <a:latin typeface="Cambria Math" panose="02040503050406030204" pitchFamily="18" charset="0"/>
                              <a:ea typeface="Cambria Math" panose="02040503050406030204" pitchFamily="18" charset="0"/>
                            </a:rPr>
                            <m:t>𝑏𝑢𝑡𝑡𝑒𝑟</m:t>
                          </m:r>
                        </m:e>
                      </m:d>
                      <m:r>
                        <a:rPr lang="fr-FR" sz="1200" i="1" dirty="0">
                          <a:latin typeface="Cambria Math" panose="02040503050406030204" pitchFamily="18" charset="0"/>
                          <a:ea typeface="Cambria Math" panose="02040503050406030204" pitchFamily="18" charset="0"/>
                        </a:rPr>
                        <m:t>≥3</m:t>
                      </m:r>
                    </m:oMath>
                  </m:oMathPara>
                </a14:m>
                <a:endParaRPr lang="en-US" sz="1200" dirty="0"/>
              </a:p>
            </p:txBody>
          </p:sp>
        </mc:Choice>
        <mc:Fallback xmlns="">
          <p:sp>
            <p:nvSpPr>
              <p:cNvPr id="54" name="ZoneTexte 53">
                <a:extLst>
                  <a:ext uri="{FF2B5EF4-FFF2-40B4-BE49-F238E27FC236}">
                    <a16:creationId xmlns:a16="http://schemas.microsoft.com/office/drawing/2014/main" id="{132E8DB9-9CCF-113B-8623-22FB7EB83E1F}"/>
                  </a:ext>
                </a:extLst>
              </p:cNvPr>
              <p:cNvSpPr txBox="1">
                <a:spLocks noRot="1" noChangeAspect="1" noMove="1" noResize="1" noEditPoints="1" noAdjustHandles="1" noChangeArrowheads="1" noChangeShapeType="1" noTextEdit="1"/>
              </p:cNvSpPr>
              <p:nvPr/>
            </p:nvSpPr>
            <p:spPr>
              <a:xfrm>
                <a:off x="1271814" y="2070914"/>
                <a:ext cx="6551386" cy="276999"/>
              </a:xfrm>
              <a:prstGeom prst="rect">
                <a:avLst/>
              </a:prstGeom>
              <a:blipFill>
                <a:blip r:embed="rId3"/>
                <a:stretch>
                  <a:fillRect t="-93333" b="-151111"/>
                </a:stretch>
              </a:blipFill>
            </p:spPr>
            <p:txBody>
              <a:bodyPr/>
              <a:lstStyle/>
              <a:p>
                <a:r>
                  <a:rPr lang="en-US">
                    <a:noFill/>
                  </a:rPr>
                  <a:t> </a:t>
                </a:r>
              </a:p>
            </p:txBody>
          </p:sp>
        </mc:Fallback>
      </mc:AlternateContent>
      <p:sp>
        <p:nvSpPr>
          <p:cNvPr id="55" name="Google Shape;14331;p75">
            <a:extLst>
              <a:ext uri="{FF2B5EF4-FFF2-40B4-BE49-F238E27FC236}">
                <a16:creationId xmlns:a16="http://schemas.microsoft.com/office/drawing/2014/main" id="{CDA151A2-176F-2259-2554-B9D2B9C6050D}"/>
              </a:ext>
            </a:extLst>
          </p:cNvPr>
          <p:cNvSpPr/>
          <p:nvPr/>
        </p:nvSpPr>
        <p:spPr>
          <a:xfrm>
            <a:off x="4386764" y="2620743"/>
            <a:ext cx="432000" cy="432000"/>
          </a:xfrm>
          <a:custGeom>
            <a:avLst/>
            <a:gdLst/>
            <a:ahLst/>
            <a:cxnLst/>
            <a:rect l="l" t="t" r="r" b="b"/>
            <a:pathLst>
              <a:path w="11014" h="11014" extrusionOk="0">
                <a:moveTo>
                  <a:pt x="3739" y="358"/>
                </a:moveTo>
                <a:cubicBezTo>
                  <a:pt x="4048" y="358"/>
                  <a:pt x="4298" y="608"/>
                  <a:pt x="4298" y="917"/>
                </a:cubicBezTo>
                <a:cubicBezTo>
                  <a:pt x="4298" y="1131"/>
                  <a:pt x="4203" y="1310"/>
                  <a:pt x="4024" y="1405"/>
                </a:cubicBezTo>
                <a:cubicBezTo>
                  <a:pt x="3953" y="1441"/>
                  <a:pt x="3929" y="1501"/>
                  <a:pt x="3929" y="1560"/>
                </a:cubicBezTo>
                <a:lnTo>
                  <a:pt x="3929" y="1965"/>
                </a:lnTo>
                <a:cubicBezTo>
                  <a:pt x="3929" y="2048"/>
                  <a:pt x="4001" y="2143"/>
                  <a:pt x="4108" y="2143"/>
                </a:cubicBezTo>
                <a:lnTo>
                  <a:pt x="5334" y="2143"/>
                </a:lnTo>
                <a:lnTo>
                  <a:pt x="5334" y="3358"/>
                </a:lnTo>
                <a:cubicBezTo>
                  <a:pt x="5334" y="3453"/>
                  <a:pt x="5406" y="3536"/>
                  <a:pt x="5513" y="3536"/>
                </a:cubicBezTo>
                <a:lnTo>
                  <a:pt x="5906" y="3536"/>
                </a:lnTo>
                <a:cubicBezTo>
                  <a:pt x="5965" y="3536"/>
                  <a:pt x="6025" y="3513"/>
                  <a:pt x="6060" y="3453"/>
                </a:cubicBezTo>
                <a:cubicBezTo>
                  <a:pt x="6168" y="3275"/>
                  <a:pt x="6358" y="3167"/>
                  <a:pt x="6549" y="3167"/>
                </a:cubicBezTo>
                <a:cubicBezTo>
                  <a:pt x="6858" y="3167"/>
                  <a:pt x="7120" y="3417"/>
                  <a:pt x="7120" y="3727"/>
                </a:cubicBezTo>
                <a:cubicBezTo>
                  <a:pt x="7120" y="4048"/>
                  <a:pt x="6858" y="4298"/>
                  <a:pt x="6549" y="4298"/>
                </a:cubicBezTo>
                <a:cubicBezTo>
                  <a:pt x="6346" y="4298"/>
                  <a:pt x="6168" y="4191"/>
                  <a:pt x="6060" y="4013"/>
                </a:cubicBezTo>
                <a:cubicBezTo>
                  <a:pt x="6025" y="3953"/>
                  <a:pt x="5965" y="3929"/>
                  <a:pt x="5906" y="3929"/>
                </a:cubicBezTo>
                <a:lnTo>
                  <a:pt x="5513" y="3929"/>
                </a:lnTo>
                <a:cubicBezTo>
                  <a:pt x="5417" y="3929"/>
                  <a:pt x="5334" y="4001"/>
                  <a:pt x="5334" y="4108"/>
                </a:cubicBezTo>
                <a:lnTo>
                  <a:pt x="5334" y="5322"/>
                </a:lnTo>
                <a:lnTo>
                  <a:pt x="4286" y="5322"/>
                </a:lnTo>
                <a:lnTo>
                  <a:pt x="4286" y="5191"/>
                </a:lnTo>
                <a:cubicBezTo>
                  <a:pt x="4513" y="5013"/>
                  <a:pt x="4655" y="4739"/>
                  <a:pt x="4655" y="4465"/>
                </a:cubicBezTo>
                <a:cubicBezTo>
                  <a:pt x="4655" y="3953"/>
                  <a:pt x="4239" y="3536"/>
                  <a:pt x="3739" y="3536"/>
                </a:cubicBezTo>
                <a:cubicBezTo>
                  <a:pt x="3227" y="3536"/>
                  <a:pt x="2810" y="3953"/>
                  <a:pt x="2810" y="4465"/>
                </a:cubicBezTo>
                <a:cubicBezTo>
                  <a:pt x="2810" y="4739"/>
                  <a:pt x="2953" y="5025"/>
                  <a:pt x="3191" y="5191"/>
                </a:cubicBezTo>
                <a:lnTo>
                  <a:pt x="3191" y="5322"/>
                </a:lnTo>
                <a:lnTo>
                  <a:pt x="2143" y="5322"/>
                </a:lnTo>
                <a:lnTo>
                  <a:pt x="2143" y="2143"/>
                </a:lnTo>
                <a:lnTo>
                  <a:pt x="3370" y="2143"/>
                </a:lnTo>
                <a:cubicBezTo>
                  <a:pt x="3453" y="2143"/>
                  <a:pt x="3548" y="2060"/>
                  <a:pt x="3548" y="1965"/>
                </a:cubicBezTo>
                <a:lnTo>
                  <a:pt x="3548" y="1560"/>
                </a:lnTo>
                <a:cubicBezTo>
                  <a:pt x="3548" y="1501"/>
                  <a:pt x="3512" y="1441"/>
                  <a:pt x="3453" y="1405"/>
                </a:cubicBezTo>
                <a:cubicBezTo>
                  <a:pt x="3274" y="1298"/>
                  <a:pt x="3167" y="1108"/>
                  <a:pt x="3167" y="917"/>
                </a:cubicBezTo>
                <a:cubicBezTo>
                  <a:pt x="3167" y="608"/>
                  <a:pt x="3429" y="358"/>
                  <a:pt x="3739" y="358"/>
                </a:cubicBezTo>
                <a:close/>
                <a:moveTo>
                  <a:pt x="8870" y="5644"/>
                </a:moveTo>
                <a:lnTo>
                  <a:pt x="8870" y="7632"/>
                </a:lnTo>
                <a:lnTo>
                  <a:pt x="8870" y="7858"/>
                </a:lnTo>
                <a:lnTo>
                  <a:pt x="8870" y="8870"/>
                </a:lnTo>
                <a:lnTo>
                  <a:pt x="7656" y="8870"/>
                </a:lnTo>
                <a:cubicBezTo>
                  <a:pt x="7561" y="8870"/>
                  <a:pt x="7477" y="8942"/>
                  <a:pt x="7477" y="9049"/>
                </a:cubicBezTo>
                <a:lnTo>
                  <a:pt x="7477" y="9442"/>
                </a:lnTo>
                <a:cubicBezTo>
                  <a:pt x="7477" y="9502"/>
                  <a:pt x="7501" y="9561"/>
                  <a:pt x="7561" y="9597"/>
                </a:cubicBezTo>
                <a:cubicBezTo>
                  <a:pt x="7739" y="9704"/>
                  <a:pt x="7846" y="9894"/>
                  <a:pt x="7846" y="10085"/>
                </a:cubicBezTo>
                <a:cubicBezTo>
                  <a:pt x="7846" y="10394"/>
                  <a:pt x="7596" y="10656"/>
                  <a:pt x="7275" y="10656"/>
                </a:cubicBezTo>
                <a:cubicBezTo>
                  <a:pt x="6965" y="10656"/>
                  <a:pt x="6715" y="10394"/>
                  <a:pt x="6715" y="10085"/>
                </a:cubicBezTo>
                <a:cubicBezTo>
                  <a:pt x="6715" y="9883"/>
                  <a:pt x="6822" y="9704"/>
                  <a:pt x="7001" y="9597"/>
                </a:cubicBezTo>
                <a:cubicBezTo>
                  <a:pt x="7061" y="9561"/>
                  <a:pt x="7084" y="9502"/>
                  <a:pt x="7084" y="9442"/>
                </a:cubicBezTo>
                <a:lnTo>
                  <a:pt x="7084" y="9049"/>
                </a:lnTo>
                <a:cubicBezTo>
                  <a:pt x="7084" y="8954"/>
                  <a:pt x="7013" y="8870"/>
                  <a:pt x="6906" y="8870"/>
                </a:cubicBezTo>
                <a:lnTo>
                  <a:pt x="5691" y="8870"/>
                </a:lnTo>
                <a:lnTo>
                  <a:pt x="5691" y="7644"/>
                </a:lnTo>
                <a:cubicBezTo>
                  <a:pt x="5691" y="7549"/>
                  <a:pt x="5608" y="7466"/>
                  <a:pt x="5513" y="7466"/>
                </a:cubicBezTo>
                <a:lnTo>
                  <a:pt x="5108" y="7466"/>
                </a:lnTo>
                <a:cubicBezTo>
                  <a:pt x="5048" y="7466"/>
                  <a:pt x="4989" y="7489"/>
                  <a:pt x="4953" y="7549"/>
                </a:cubicBezTo>
                <a:cubicBezTo>
                  <a:pt x="4846" y="7739"/>
                  <a:pt x="4655" y="7835"/>
                  <a:pt x="4465" y="7835"/>
                </a:cubicBezTo>
                <a:cubicBezTo>
                  <a:pt x="4155" y="7835"/>
                  <a:pt x="3905" y="7585"/>
                  <a:pt x="3905" y="7251"/>
                </a:cubicBezTo>
                <a:cubicBezTo>
                  <a:pt x="3905" y="6942"/>
                  <a:pt x="4155" y="6680"/>
                  <a:pt x="4465" y="6680"/>
                </a:cubicBezTo>
                <a:cubicBezTo>
                  <a:pt x="4679" y="6680"/>
                  <a:pt x="4846" y="6787"/>
                  <a:pt x="4953" y="6954"/>
                </a:cubicBezTo>
                <a:cubicBezTo>
                  <a:pt x="4989" y="7013"/>
                  <a:pt x="5048" y="7049"/>
                  <a:pt x="5108" y="7049"/>
                </a:cubicBezTo>
                <a:lnTo>
                  <a:pt x="5513" y="7049"/>
                </a:lnTo>
                <a:cubicBezTo>
                  <a:pt x="5596" y="7049"/>
                  <a:pt x="5691" y="6977"/>
                  <a:pt x="5691" y="6870"/>
                </a:cubicBezTo>
                <a:lnTo>
                  <a:pt x="5691" y="5644"/>
                </a:lnTo>
                <a:lnTo>
                  <a:pt x="6727" y="5644"/>
                </a:lnTo>
                <a:lnTo>
                  <a:pt x="6727" y="5787"/>
                </a:lnTo>
                <a:cubicBezTo>
                  <a:pt x="6501" y="5965"/>
                  <a:pt x="6358" y="6227"/>
                  <a:pt x="6358" y="6513"/>
                </a:cubicBezTo>
                <a:cubicBezTo>
                  <a:pt x="6358" y="7013"/>
                  <a:pt x="6775" y="7430"/>
                  <a:pt x="7275" y="7430"/>
                </a:cubicBezTo>
                <a:cubicBezTo>
                  <a:pt x="7787" y="7430"/>
                  <a:pt x="8204" y="7013"/>
                  <a:pt x="8204" y="6513"/>
                </a:cubicBezTo>
                <a:cubicBezTo>
                  <a:pt x="8204" y="6227"/>
                  <a:pt x="8073" y="5942"/>
                  <a:pt x="7834" y="5787"/>
                </a:cubicBezTo>
                <a:lnTo>
                  <a:pt x="7834" y="5644"/>
                </a:lnTo>
                <a:close/>
                <a:moveTo>
                  <a:pt x="3739" y="0"/>
                </a:moveTo>
                <a:cubicBezTo>
                  <a:pt x="3227" y="0"/>
                  <a:pt x="2810" y="405"/>
                  <a:pt x="2810" y="917"/>
                </a:cubicBezTo>
                <a:cubicBezTo>
                  <a:pt x="2810" y="1203"/>
                  <a:pt x="2941" y="1489"/>
                  <a:pt x="3179" y="1643"/>
                </a:cubicBezTo>
                <a:lnTo>
                  <a:pt x="3179" y="1786"/>
                </a:lnTo>
                <a:lnTo>
                  <a:pt x="1965" y="1786"/>
                </a:lnTo>
                <a:cubicBezTo>
                  <a:pt x="1869" y="1786"/>
                  <a:pt x="1786" y="1858"/>
                  <a:pt x="1786" y="1965"/>
                </a:cubicBezTo>
                <a:lnTo>
                  <a:pt x="1786" y="5501"/>
                </a:lnTo>
                <a:lnTo>
                  <a:pt x="1786" y="6727"/>
                </a:lnTo>
                <a:lnTo>
                  <a:pt x="1655" y="6727"/>
                </a:lnTo>
                <a:cubicBezTo>
                  <a:pt x="1476" y="6501"/>
                  <a:pt x="1203" y="6346"/>
                  <a:pt x="917" y="6346"/>
                </a:cubicBezTo>
                <a:cubicBezTo>
                  <a:pt x="417" y="6346"/>
                  <a:pt x="0" y="6763"/>
                  <a:pt x="0" y="7275"/>
                </a:cubicBezTo>
                <a:cubicBezTo>
                  <a:pt x="0" y="7775"/>
                  <a:pt x="417" y="8192"/>
                  <a:pt x="917" y="8192"/>
                </a:cubicBezTo>
                <a:cubicBezTo>
                  <a:pt x="1203" y="8192"/>
                  <a:pt x="1488" y="8061"/>
                  <a:pt x="1655" y="7823"/>
                </a:cubicBezTo>
                <a:lnTo>
                  <a:pt x="1786" y="7823"/>
                </a:lnTo>
                <a:lnTo>
                  <a:pt x="1786" y="9049"/>
                </a:lnTo>
                <a:cubicBezTo>
                  <a:pt x="1786" y="9132"/>
                  <a:pt x="1857" y="9228"/>
                  <a:pt x="1965" y="9228"/>
                </a:cubicBezTo>
                <a:lnTo>
                  <a:pt x="2584" y="9228"/>
                </a:lnTo>
                <a:cubicBezTo>
                  <a:pt x="2679" y="9228"/>
                  <a:pt x="2762" y="9144"/>
                  <a:pt x="2762" y="9049"/>
                </a:cubicBezTo>
                <a:cubicBezTo>
                  <a:pt x="2762" y="8942"/>
                  <a:pt x="2691" y="8870"/>
                  <a:pt x="2584" y="8870"/>
                </a:cubicBezTo>
                <a:lnTo>
                  <a:pt x="2143" y="8870"/>
                </a:lnTo>
                <a:lnTo>
                  <a:pt x="2143" y="7644"/>
                </a:lnTo>
                <a:cubicBezTo>
                  <a:pt x="2143" y="7561"/>
                  <a:pt x="2072" y="7466"/>
                  <a:pt x="1965" y="7466"/>
                </a:cubicBezTo>
                <a:lnTo>
                  <a:pt x="1560" y="7466"/>
                </a:lnTo>
                <a:cubicBezTo>
                  <a:pt x="1500" y="7466"/>
                  <a:pt x="1441" y="7501"/>
                  <a:pt x="1417" y="7561"/>
                </a:cubicBezTo>
                <a:cubicBezTo>
                  <a:pt x="1310" y="7739"/>
                  <a:pt x="1119" y="7835"/>
                  <a:pt x="917" y="7835"/>
                </a:cubicBezTo>
                <a:cubicBezTo>
                  <a:pt x="607" y="7835"/>
                  <a:pt x="357" y="7585"/>
                  <a:pt x="357" y="7275"/>
                </a:cubicBezTo>
                <a:cubicBezTo>
                  <a:pt x="357" y="6965"/>
                  <a:pt x="607" y="6704"/>
                  <a:pt x="917" y="6704"/>
                </a:cubicBezTo>
                <a:cubicBezTo>
                  <a:pt x="1131" y="6704"/>
                  <a:pt x="1310" y="6811"/>
                  <a:pt x="1417" y="6989"/>
                </a:cubicBezTo>
                <a:cubicBezTo>
                  <a:pt x="1441" y="7049"/>
                  <a:pt x="1500" y="7085"/>
                  <a:pt x="1560" y="7085"/>
                </a:cubicBezTo>
                <a:lnTo>
                  <a:pt x="1965" y="7085"/>
                </a:lnTo>
                <a:cubicBezTo>
                  <a:pt x="2048" y="7085"/>
                  <a:pt x="2143" y="7001"/>
                  <a:pt x="2143" y="6906"/>
                </a:cubicBezTo>
                <a:lnTo>
                  <a:pt x="2143" y="5680"/>
                </a:lnTo>
                <a:lnTo>
                  <a:pt x="3358" y="5680"/>
                </a:lnTo>
                <a:cubicBezTo>
                  <a:pt x="3453" y="5680"/>
                  <a:pt x="3536" y="5608"/>
                  <a:pt x="3536" y="5501"/>
                </a:cubicBezTo>
                <a:lnTo>
                  <a:pt x="3536" y="5096"/>
                </a:lnTo>
                <a:cubicBezTo>
                  <a:pt x="3536" y="5037"/>
                  <a:pt x="3512" y="4977"/>
                  <a:pt x="3453" y="4953"/>
                </a:cubicBezTo>
                <a:cubicBezTo>
                  <a:pt x="3274" y="4846"/>
                  <a:pt x="3167" y="4656"/>
                  <a:pt x="3167" y="4465"/>
                </a:cubicBezTo>
                <a:cubicBezTo>
                  <a:pt x="3167" y="4144"/>
                  <a:pt x="3417" y="3894"/>
                  <a:pt x="3739" y="3894"/>
                </a:cubicBezTo>
                <a:cubicBezTo>
                  <a:pt x="4048" y="3894"/>
                  <a:pt x="4298" y="4144"/>
                  <a:pt x="4298" y="4465"/>
                </a:cubicBezTo>
                <a:cubicBezTo>
                  <a:pt x="4298" y="4668"/>
                  <a:pt x="4191" y="4846"/>
                  <a:pt x="4013" y="4953"/>
                </a:cubicBezTo>
                <a:cubicBezTo>
                  <a:pt x="3953" y="4977"/>
                  <a:pt x="3929" y="5037"/>
                  <a:pt x="3929" y="5096"/>
                </a:cubicBezTo>
                <a:lnTo>
                  <a:pt x="3929" y="5501"/>
                </a:lnTo>
                <a:cubicBezTo>
                  <a:pt x="3929" y="5596"/>
                  <a:pt x="4001" y="5680"/>
                  <a:pt x="4108" y="5680"/>
                </a:cubicBezTo>
                <a:lnTo>
                  <a:pt x="5322" y="5680"/>
                </a:lnTo>
                <a:lnTo>
                  <a:pt x="5322" y="6727"/>
                </a:lnTo>
                <a:lnTo>
                  <a:pt x="5191" y="6727"/>
                </a:lnTo>
                <a:cubicBezTo>
                  <a:pt x="5013" y="6501"/>
                  <a:pt x="4751" y="6346"/>
                  <a:pt x="4465" y="6346"/>
                </a:cubicBezTo>
                <a:cubicBezTo>
                  <a:pt x="3953" y="6346"/>
                  <a:pt x="3536" y="6763"/>
                  <a:pt x="3536" y="7275"/>
                </a:cubicBezTo>
                <a:cubicBezTo>
                  <a:pt x="3536" y="7775"/>
                  <a:pt x="3953" y="8192"/>
                  <a:pt x="4465" y="8192"/>
                </a:cubicBezTo>
                <a:cubicBezTo>
                  <a:pt x="4751" y="8192"/>
                  <a:pt x="5025" y="8061"/>
                  <a:pt x="5191" y="7823"/>
                </a:cubicBezTo>
                <a:lnTo>
                  <a:pt x="5322" y="7823"/>
                </a:lnTo>
                <a:lnTo>
                  <a:pt x="5322" y="8870"/>
                </a:lnTo>
                <a:lnTo>
                  <a:pt x="3120" y="8870"/>
                </a:lnTo>
                <a:cubicBezTo>
                  <a:pt x="3036" y="8870"/>
                  <a:pt x="2941" y="8942"/>
                  <a:pt x="2941" y="9049"/>
                </a:cubicBezTo>
                <a:cubicBezTo>
                  <a:pt x="2941" y="9144"/>
                  <a:pt x="3024" y="9228"/>
                  <a:pt x="3120" y="9228"/>
                </a:cubicBezTo>
                <a:lnTo>
                  <a:pt x="6727" y="9228"/>
                </a:lnTo>
                <a:lnTo>
                  <a:pt x="6727" y="9359"/>
                </a:lnTo>
                <a:cubicBezTo>
                  <a:pt x="6501" y="9537"/>
                  <a:pt x="6358" y="9799"/>
                  <a:pt x="6358" y="10085"/>
                </a:cubicBezTo>
                <a:cubicBezTo>
                  <a:pt x="6358" y="10597"/>
                  <a:pt x="6775" y="11014"/>
                  <a:pt x="7275" y="11014"/>
                </a:cubicBezTo>
                <a:cubicBezTo>
                  <a:pt x="7787" y="11014"/>
                  <a:pt x="8204" y="10597"/>
                  <a:pt x="8204" y="10085"/>
                </a:cubicBezTo>
                <a:cubicBezTo>
                  <a:pt x="8204" y="9799"/>
                  <a:pt x="8061" y="9525"/>
                  <a:pt x="7823" y="9359"/>
                </a:cubicBezTo>
                <a:lnTo>
                  <a:pt x="7823" y="9228"/>
                </a:lnTo>
                <a:lnTo>
                  <a:pt x="9049" y="9228"/>
                </a:lnTo>
                <a:cubicBezTo>
                  <a:pt x="9132" y="9228"/>
                  <a:pt x="9227" y="9144"/>
                  <a:pt x="9227" y="9049"/>
                </a:cubicBezTo>
                <a:lnTo>
                  <a:pt x="9227" y="7858"/>
                </a:lnTo>
                <a:lnTo>
                  <a:pt x="9227" y="7632"/>
                </a:lnTo>
                <a:lnTo>
                  <a:pt x="9227" y="5501"/>
                </a:lnTo>
                <a:lnTo>
                  <a:pt x="9227" y="4287"/>
                </a:lnTo>
                <a:lnTo>
                  <a:pt x="9358" y="4287"/>
                </a:lnTo>
                <a:cubicBezTo>
                  <a:pt x="9537" y="4501"/>
                  <a:pt x="9811" y="4656"/>
                  <a:pt x="10097" y="4656"/>
                </a:cubicBezTo>
                <a:cubicBezTo>
                  <a:pt x="10597" y="4656"/>
                  <a:pt x="11013" y="4239"/>
                  <a:pt x="11013" y="3727"/>
                </a:cubicBezTo>
                <a:cubicBezTo>
                  <a:pt x="11013" y="3227"/>
                  <a:pt x="10597" y="2810"/>
                  <a:pt x="10097" y="2810"/>
                </a:cubicBezTo>
                <a:cubicBezTo>
                  <a:pt x="9811" y="2810"/>
                  <a:pt x="9525" y="2941"/>
                  <a:pt x="9358" y="3179"/>
                </a:cubicBezTo>
                <a:lnTo>
                  <a:pt x="9227" y="3179"/>
                </a:lnTo>
                <a:lnTo>
                  <a:pt x="9227" y="1965"/>
                </a:lnTo>
                <a:cubicBezTo>
                  <a:pt x="9227" y="1870"/>
                  <a:pt x="9156" y="1786"/>
                  <a:pt x="9049" y="1786"/>
                </a:cubicBezTo>
                <a:lnTo>
                  <a:pt x="8465" y="1786"/>
                </a:lnTo>
                <a:cubicBezTo>
                  <a:pt x="8382" y="1786"/>
                  <a:pt x="8287" y="1858"/>
                  <a:pt x="8287" y="1965"/>
                </a:cubicBezTo>
                <a:cubicBezTo>
                  <a:pt x="8287" y="2048"/>
                  <a:pt x="8358" y="2143"/>
                  <a:pt x="8465" y="2143"/>
                </a:cubicBezTo>
                <a:lnTo>
                  <a:pt x="8870" y="2143"/>
                </a:lnTo>
                <a:lnTo>
                  <a:pt x="8870" y="3358"/>
                </a:lnTo>
                <a:cubicBezTo>
                  <a:pt x="8870" y="3453"/>
                  <a:pt x="8942" y="3536"/>
                  <a:pt x="9049" y="3536"/>
                </a:cubicBezTo>
                <a:lnTo>
                  <a:pt x="9454" y="3536"/>
                </a:lnTo>
                <a:cubicBezTo>
                  <a:pt x="9513" y="3536"/>
                  <a:pt x="9573" y="3513"/>
                  <a:pt x="9597" y="3453"/>
                </a:cubicBezTo>
                <a:cubicBezTo>
                  <a:pt x="9704" y="3275"/>
                  <a:pt x="9894" y="3167"/>
                  <a:pt x="10085" y="3167"/>
                </a:cubicBezTo>
                <a:cubicBezTo>
                  <a:pt x="10406" y="3167"/>
                  <a:pt x="10656" y="3417"/>
                  <a:pt x="10656" y="3727"/>
                </a:cubicBezTo>
                <a:cubicBezTo>
                  <a:pt x="10656" y="4048"/>
                  <a:pt x="10406" y="4298"/>
                  <a:pt x="10085" y="4298"/>
                </a:cubicBezTo>
                <a:cubicBezTo>
                  <a:pt x="9882" y="4298"/>
                  <a:pt x="9704" y="4191"/>
                  <a:pt x="9597" y="4013"/>
                </a:cubicBezTo>
                <a:cubicBezTo>
                  <a:pt x="9573" y="3953"/>
                  <a:pt x="9513" y="3929"/>
                  <a:pt x="9454" y="3929"/>
                </a:cubicBezTo>
                <a:lnTo>
                  <a:pt x="9049" y="3929"/>
                </a:lnTo>
                <a:cubicBezTo>
                  <a:pt x="8966" y="3929"/>
                  <a:pt x="8870" y="4001"/>
                  <a:pt x="8870" y="4108"/>
                </a:cubicBezTo>
                <a:lnTo>
                  <a:pt x="8870" y="5322"/>
                </a:lnTo>
                <a:lnTo>
                  <a:pt x="7644" y="5322"/>
                </a:lnTo>
                <a:cubicBezTo>
                  <a:pt x="7561" y="5322"/>
                  <a:pt x="7465" y="5394"/>
                  <a:pt x="7465" y="5501"/>
                </a:cubicBezTo>
                <a:lnTo>
                  <a:pt x="7465" y="5906"/>
                </a:lnTo>
                <a:cubicBezTo>
                  <a:pt x="7465" y="5965"/>
                  <a:pt x="7501" y="6025"/>
                  <a:pt x="7561" y="6049"/>
                </a:cubicBezTo>
                <a:cubicBezTo>
                  <a:pt x="7739" y="6156"/>
                  <a:pt x="7846" y="6346"/>
                  <a:pt x="7846" y="6549"/>
                </a:cubicBezTo>
                <a:cubicBezTo>
                  <a:pt x="7846" y="6858"/>
                  <a:pt x="7584" y="7108"/>
                  <a:pt x="7275" y="7108"/>
                </a:cubicBezTo>
                <a:cubicBezTo>
                  <a:pt x="6965" y="7108"/>
                  <a:pt x="6715" y="6858"/>
                  <a:pt x="6715" y="6549"/>
                </a:cubicBezTo>
                <a:cubicBezTo>
                  <a:pt x="6715" y="6334"/>
                  <a:pt x="6810" y="6156"/>
                  <a:pt x="7001" y="6049"/>
                </a:cubicBezTo>
                <a:cubicBezTo>
                  <a:pt x="7061" y="6025"/>
                  <a:pt x="7084" y="5965"/>
                  <a:pt x="7084" y="5906"/>
                </a:cubicBezTo>
                <a:lnTo>
                  <a:pt x="7084" y="5501"/>
                </a:lnTo>
                <a:cubicBezTo>
                  <a:pt x="7084" y="5418"/>
                  <a:pt x="7013" y="5322"/>
                  <a:pt x="6906" y="5322"/>
                </a:cubicBezTo>
                <a:lnTo>
                  <a:pt x="5679" y="5322"/>
                </a:lnTo>
                <a:lnTo>
                  <a:pt x="5679" y="4287"/>
                </a:lnTo>
                <a:lnTo>
                  <a:pt x="5822" y="4287"/>
                </a:lnTo>
                <a:cubicBezTo>
                  <a:pt x="6001" y="4501"/>
                  <a:pt x="6263" y="4656"/>
                  <a:pt x="6549" y="4656"/>
                </a:cubicBezTo>
                <a:cubicBezTo>
                  <a:pt x="7061" y="4656"/>
                  <a:pt x="7477" y="4239"/>
                  <a:pt x="7477" y="3727"/>
                </a:cubicBezTo>
                <a:cubicBezTo>
                  <a:pt x="7477" y="3227"/>
                  <a:pt x="7061" y="2810"/>
                  <a:pt x="6549" y="2810"/>
                </a:cubicBezTo>
                <a:cubicBezTo>
                  <a:pt x="6263" y="2810"/>
                  <a:pt x="5989" y="2941"/>
                  <a:pt x="5822" y="3179"/>
                </a:cubicBezTo>
                <a:lnTo>
                  <a:pt x="5679" y="3179"/>
                </a:lnTo>
                <a:lnTo>
                  <a:pt x="5679" y="2143"/>
                </a:lnTo>
                <a:lnTo>
                  <a:pt x="7882" y="2143"/>
                </a:lnTo>
                <a:cubicBezTo>
                  <a:pt x="7977" y="2143"/>
                  <a:pt x="8061" y="2060"/>
                  <a:pt x="8061" y="1965"/>
                </a:cubicBezTo>
                <a:cubicBezTo>
                  <a:pt x="8061" y="1870"/>
                  <a:pt x="7989" y="1786"/>
                  <a:pt x="7882" y="1786"/>
                </a:cubicBezTo>
                <a:lnTo>
                  <a:pt x="4286" y="1786"/>
                </a:lnTo>
                <a:lnTo>
                  <a:pt x="4286" y="1643"/>
                </a:lnTo>
                <a:cubicBezTo>
                  <a:pt x="4513" y="1465"/>
                  <a:pt x="4655" y="1203"/>
                  <a:pt x="4655" y="917"/>
                </a:cubicBezTo>
                <a:cubicBezTo>
                  <a:pt x="4655" y="417"/>
                  <a:pt x="4239" y="0"/>
                  <a:pt x="3739" y="0"/>
                </a:cubicBezTo>
                <a:close/>
              </a:path>
            </a:pathLst>
          </a:custGeom>
          <a:solidFill>
            <a:srgbClr val="7A0C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359;p35">
            <a:extLst>
              <a:ext uri="{FF2B5EF4-FFF2-40B4-BE49-F238E27FC236}">
                <a16:creationId xmlns:a16="http://schemas.microsoft.com/office/drawing/2014/main" id="{806856B0-5672-44D9-C09A-DCA16747404C}"/>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11</a:t>
            </a:r>
          </a:p>
        </p:txBody>
      </p:sp>
      <mc:AlternateContent xmlns:mc="http://schemas.openxmlformats.org/markup-compatibility/2006" xmlns:a14="http://schemas.microsoft.com/office/drawing/2010/main">
        <mc:Choice Requires="a14">
          <p:sp>
            <p:nvSpPr>
              <p:cNvPr id="57" name="ZoneTexte 56">
                <a:extLst>
                  <a:ext uri="{FF2B5EF4-FFF2-40B4-BE49-F238E27FC236}">
                    <a16:creationId xmlns:a16="http://schemas.microsoft.com/office/drawing/2014/main" id="{493D1C14-B147-F247-90E1-B2B9E787A3C2}"/>
                  </a:ext>
                </a:extLst>
              </p:cNvPr>
              <p:cNvSpPr txBox="1"/>
              <p:nvPr/>
            </p:nvSpPr>
            <p:spPr>
              <a:xfrm>
                <a:off x="1148072" y="3489685"/>
                <a:ext cx="6313821" cy="276999"/>
              </a:xfrm>
              <a:prstGeom prst="rect">
                <a:avLst/>
              </a:prstGeom>
              <a:noFill/>
            </p:spPr>
            <p:txBody>
              <a:bodyPr wrap="square">
                <a:spAutoFit/>
              </a:bodyPr>
              <a:lstStyle/>
              <a:p>
                <a:pPr algn="ctr"/>
                <a14:m>
                  <m:oMath xmlns:m="http://schemas.openxmlformats.org/officeDocument/2006/math">
                    <m:d>
                      <m:dPr>
                        <m:begChr m:val="{"/>
                        <m:endChr m:val="}"/>
                        <m:ctrlPr>
                          <a:rPr lang="fr-FR" sz="1200" i="1" smtClean="0">
                            <a:latin typeface="Cambria Math" panose="02040503050406030204" pitchFamily="18" charset="0"/>
                            <a:ea typeface="Cambria Math" panose="02040503050406030204" pitchFamily="18" charset="0"/>
                          </a:rPr>
                        </m:ctrlPr>
                      </m:dPr>
                      <m:e>
                        <m:r>
                          <m:rPr>
                            <m:nor/>
                          </m:rPr>
                          <a:rPr lang="en-US" sz="1200" i="1" dirty="0">
                            <a:latin typeface="Cambria Math" panose="02040503050406030204" pitchFamily="18" charset="0"/>
                            <a:ea typeface="Cambria Math" panose="02040503050406030204" pitchFamily="18" charset="0"/>
                          </a:rPr>
                          <m:t>milk</m:t>
                        </m:r>
                        <m:r>
                          <m:rPr>
                            <m:nor/>
                          </m:rPr>
                          <a:rPr lang="en-US" sz="1200" i="1" dirty="0">
                            <a:latin typeface="Cambria Math" panose="02040503050406030204" pitchFamily="18" charset="0"/>
                            <a:ea typeface="Cambria Math" panose="02040503050406030204" pitchFamily="18" charset="0"/>
                          </a:rPr>
                          <m:t>, </m:t>
                        </m:r>
                        <m:r>
                          <m:rPr>
                            <m:nor/>
                          </m:rPr>
                          <a:rPr lang="fr-FR" sz="1200" i="1" dirty="0">
                            <a:latin typeface="Cambria Math" panose="02040503050406030204" pitchFamily="18" charset="0"/>
                            <a:ea typeface="Cambria Math" panose="02040503050406030204" pitchFamily="18" charset="0"/>
                          </a:rPr>
                          <m:t>bread</m:t>
                        </m:r>
                        <m:r>
                          <a:rPr lang="fr-FR" sz="1200" i="1" dirty="0">
                            <a:latin typeface="Cambria Math" panose="02040503050406030204" pitchFamily="18" charset="0"/>
                            <a:ea typeface="Cambria Math" panose="02040503050406030204" pitchFamily="18" charset="0"/>
                          </a:rPr>
                          <m:t> </m:t>
                        </m:r>
                      </m:e>
                    </m:d>
                    <m:f>
                      <m:fPr>
                        <m:type m:val="lin"/>
                        <m:ctrlPr>
                          <a:rPr lang="fr-FR" sz="1200" b="0" i="1" dirty="0" smtClean="0">
                            <a:latin typeface="Cambria Math" panose="02040503050406030204" pitchFamily="18" charset="0"/>
                            <a:ea typeface="Cambria Math" panose="02040503050406030204" pitchFamily="18" charset="0"/>
                          </a:rPr>
                        </m:ctrlPr>
                      </m:fPr>
                      <m:num>
                        <m:r>
                          <a:rPr lang="fr-FR" sz="1200" b="0" i="1" dirty="0" smtClean="0">
                            <a:latin typeface="Cambria Math" panose="02040503050406030204" pitchFamily="18" charset="0"/>
                            <a:ea typeface="Cambria Math" panose="02040503050406030204" pitchFamily="18" charset="0"/>
                          </a:rPr>
                          <m:t> </m:t>
                        </m:r>
                      </m:num>
                      <m:den>
                        <m:r>
                          <a:rPr lang="fr-FR" sz="1200" b="0" i="1" dirty="0" smtClean="0">
                            <a:latin typeface="Cambria Math" panose="02040503050406030204" pitchFamily="18" charset="0"/>
                            <a:ea typeface="Cambria Math" panose="02040503050406030204" pitchFamily="18" charset="0"/>
                          </a:rPr>
                          <m:t> </m:t>
                        </m:r>
                      </m:den>
                    </m:f>
                    <m:d>
                      <m:dPr>
                        <m:begChr m:val="{"/>
                        <m:endChr m:val="}"/>
                        <m:ctrlPr>
                          <a:rPr lang="fr-FR" sz="1200" i="1">
                            <a:latin typeface="Cambria Math" panose="02040503050406030204" pitchFamily="18" charset="0"/>
                            <a:ea typeface="Cambria Math" panose="02040503050406030204" pitchFamily="18" charset="0"/>
                          </a:rPr>
                        </m:ctrlPr>
                      </m:dPr>
                      <m:e>
                        <m:r>
                          <m:rPr>
                            <m:nor/>
                          </m:rPr>
                          <a:rPr lang="en-US" sz="1200" i="1" dirty="0">
                            <a:latin typeface="Cambria Math" panose="02040503050406030204" pitchFamily="18" charset="0"/>
                            <a:ea typeface="Cambria Math" panose="02040503050406030204" pitchFamily="18" charset="0"/>
                          </a:rPr>
                          <m:t>milk</m:t>
                        </m:r>
                        <m:r>
                          <m:rPr>
                            <m:nor/>
                          </m:rPr>
                          <a:rPr lang="en-US" sz="1200" i="1" dirty="0">
                            <a:latin typeface="Cambria Math" panose="02040503050406030204" pitchFamily="18" charset="0"/>
                            <a:ea typeface="Cambria Math" panose="02040503050406030204" pitchFamily="18" charset="0"/>
                          </a:rPr>
                          <m:t>, </m:t>
                        </m:r>
                        <m:r>
                          <m:rPr>
                            <m:nor/>
                          </m:rPr>
                          <a:rPr lang="fr-FR" sz="1200" b="0" i="1" dirty="0" smtClean="0">
                            <a:latin typeface="Cambria Math" panose="02040503050406030204" pitchFamily="18" charset="0"/>
                            <a:ea typeface="Cambria Math" panose="02040503050406030204" pitchFamily="18" charset="0"/>
                          </a:rPr>
                          <m:t>butter</m:t>
                        </m:r>
                        <m:r>
                          <a:rPr lang="fr-FR" sz="1200" i="1" dirty="0">
                            <a:latin typeface="Cambria Math" panose="02040503050406030204" pitchFamily="18" charset="0"/>
                            <a:ea typeface="Cambria Math" panose="02040503050406030204" pitchFamily="18" charset="0"/>
                          </a:rPr>
                          <m:t> </m:t>
                        </m:r>
                      </m:e>
                    </m:d>
                  </m:oMath>
                </a14:m>
                <a:r>
                  <a:rPr lang="fr-FR" sz="1200" dirty="0">
                    <a:ea typeface="Cambria Math" panose="02040503050406030204" pitchFamily="18" charset="0"/>
                  </a:rPr>
                  <a:t> </a:t>
                </a:r>
                <a14:m>
                  <m:oMath xmlns:m="http://schemas.openxmlformats.org/officeDocument/2006/math">
                    <m:f>
                      <m:fPr>
                        <m:type m:val="lin"/>
                        <m:ctrlPr>
                          <a:rPr lang="fr-FR" sz="1200" i="1" dirty="0">
                            <a:latin typeface="Cambria Math" panose="02040503050406030204" pitchFamily="18" charset="0"/>
                            <a:ea typeface="Cambria Math" panose="02040503050406030204" pitchFamily="18" charset="0"/>
                          </a:rPr>
                        </m:ctrlPr>
                      </m:fPr>
                      <m:num>
                        <m:r>
                          <a:rPr lang="fr-FR" sz="1200" i="1" dirty="0">
                            <a:latin typeface="Cambria Math" panose="02040503050406030204" pitchFamily="18" charset="0"/>
                            <a:ea typeface="Cambria Math" panose="02040503050406030204" pitchFamily="18" charset="0"/>
                          </a:rPr>
                          <m:t> </m:t>
                        </m:r>
                      </m:num>
                      <m:den>
                        <m:r>
                          <a:rPr lang="fr-FR" sz="1200" i="1" dirty="0">
                            <a:latin typeface="Cambria Math" panose="02040503050406030204" pitchFamily="18" charset="0"/>
                            <a:ea typeface="Cambria Math" panose="02040503050406030204" pitchFamily="18" charset="0"/>
                          </a:rPr>
                          <m:t> </m:t>
                        </m:r>
                      </m:den>
                    </m:f>
                    <m:d>
                      <m:dPr>
                        <m:begChr m:val="{"/>
                        <m:endChr m:val="}"/>
                        <m:ctrlPr>
                          <a:rPr lang="fr-FR" sz="1200" i="1">
                            <a:latin typeface="Cambria Math" panose="02040503050406030204" pitchFamily="18" charset="0"/>
                            <a:ea typeface="Cambria Math" panose="02040503050406030204" pitchFamily="18" charset="0"/>
                          </a:rPr>
                        </m:ctrlPr>
                      </m:dPr>
                      <m:e>
                        <m:r>
                          <m:rPr>
                            <m:nor/>
                          </m:rPr>
                          <a:rPr lang="fr-FR" sz="1200" b="0" i="1" dirty="0" smtClean="0">
                            <a:latin typeface="Cambria Math" panose="02040503050406030204" pitchFamily="18" charset="0"/>
                            <a:ea typeface="Cambria Math" panose="02040503050406030204" pitchFamily="18" charset="0"/>
                          </a:rPr>
                          <m:t>bread</m:t>
                        </m:r>
                        <m:r>
                          <m:rPr>
                            <m:nor/>
                          </m:rPr>
                          <a:rPr lang="en-US" sz="1200" i="1" dirty="0">
                            <a:latin typeface="Cambria Math" panose="02040503050406030204" pitchFamily="18" charset="0"/>
                            <a:ea typeface="Cambria Math" panose="02040503050406030204" pitchFamily="18" charset="0"/>
                          </a:rPr>
                          <m:t>, </m:t>
                        </m:r>
                        <m:r>
                          <m:rPr>
                            <m:nor/>
                          </m:rPr>
                          <a:rPr lang="fr-FR" sz="1200" i="1" dirty="0">
                            <a:latin typeface="Cambria Math" panose="02040503050406030204" pitchFamily="18" charset="0"/>
                            <a:ea typeface="Cambria Math" panose="02040503050406030204" pitchFamily="18" charset="0"/>
                          </a:rPr>
                          <m:t>butter</m:t>
                        </m:r>
                        <m:r>
                          <a:rPr lang="fr-FR" sz="1200" i="1" dirty="0">
                            <a:latin typeface="Cambria Math" panose="02040503050406030204" pitchFamily="18" charset="0"/>
                            <a:ea typeface="Cambria Math" panose="02040503050406030204" pitchFamily="18" charset="0"/>
                          </a:rPr>
                          <m:t> </m:t>
                        </m:r>
                      </m:e>
                    </m:d>
                    <m:r>
                      <a:rPr lang="fr-FR" sz="1200" b="0" i="1" dirty="0" smtClean="0">
                        <a:latin typeface="Cambria Math" panose="02040503050406030204" pitchFamily="18" charset="0"/>
                        <a:ea typeface="Cambria Math" panose="02040503050406030204" pitchFamily="18" charset="0"/>
                      </a:rPr>
                      <m:t>            ⟹                  </m:t>
                    </m:r>
                    <m:d>
                      <m:dPr>
                        <m:begChr m:val="{"/>
                        <m:endChr m:val="}"/>
                        <m:ctrlPr>
                          <a:rPr lang="fr-FR" sz="1200" i="1">
                            <a:latin typeface="Cambria Math" panose="02040503050406030204" pitchFamily="18" charset="0"/>
                            <a:ea typeface="Cambria Math" panose="02040503050406030204" pitchFamily="18" charset="0"/>
                          </a:rPr>
                        </m:ctrlPr>
                      </m:dPr>
                      <m:e>
                        <m:r>
                          <m:rPr>
                            <m:nor/>
                          </m:rPr>
                          <a:rPr lang="en-US" sz="1200" i="1" dirty="0">
                            <a:latin typeface="Cambria Math" panose="02040503050406030204" pitchFamily="18" charset="0"/>
                            <a:ea typeface="Cambria Math" panose="02040503050406030204" pitchFamily="18" charset="0"/>
                          </a:rPr>
                          <m:t>milk</m:t>
                        </m:r>
                        <m:r>
                          <m:rPr>
                            <m:nor/>
                          </m:rPr>
                          <a:rPr lang="en-US" sz="1200" i="1" dirty="0">
                            <a:latin typeface="Cambria Math" panose="02040503050406030204" pitchFamily="18" charset="0"/>
                            <a:ea typeface="Cambria Math" panose="02040503050406030204" pitchFamily="18" charset="0"/>
                          </a:rPr>
                          <m:t>, </m:t>
                        </m:r>
                        <m:r>
                          <m:rPr>
                            <m:nor/>
                          </m:rPr>
                          <a:rPr lang="fr-FR" sz="1200" i="1" dirty="0">
                            <a:latin typeface="Cambria Math" panose="02040503050406030204" pitchFamily="18" charset="0"/>
                            <a:ea typeface="Cambria Math" panose="02040503050406030204" pitchFamily="18" charset="0"/>
                          </a:rPr>
                          <m:t>bread</m:t>
                        </m:r>
                        <m:r>
                          <m:rPr>
                            <m:nor/>
                          </m:rPr>
                          <a:rPr lang="fr-FR" sz="1200" i="1" dirty="0">
                            <a:latin typeface="Cambria Math" panose="02040503050406030204" pitchFamily="18" charset="0"/>
                            <a:ea typeface="Cambria Math" panose="02040503050406030204" pitchFamily="18" charset="0"/>
                          </a:rPr>
                          <m:t>, </m:t>
                        </m:r>
                        <m:r>
                          <m:rPr>
                            <m:nor/>
                          </m:rPr>
                          <a:rPr lang="fr-FR" sz="1200" i="1" dirty="0">
                            <a:latin typeface="Cambria Math" panose="02040503050406030204" pitchFamily="18" charset="0"/>
                            <a:ea typeface="Cambria Math" panose="02040503050406030204" pitchFamily="18" charset="0"/>
                          </a:rPr>
                          <m:t>butter</m:t>
                        </m:r>
                        <m:r>
                          <a:rPr lang="fr-FR" sz="1200" i="1" dirty="0">
                            <a:latin typeface="Cambria Math" panose="02040503050406030204" pitchFamily="18" charset="0"/>
                            <a:ea typeface="Cambria Math" panose="02040503050406030204" pitchFamily="18" charset="0"/>
                          </a:rPr>
                          <m:t> </m:t>
                        </m:r>
                      </m:e>
                    </m:d>
                  </m:oMath>
                </a14:m>
                <a:endParaRPr lang="en-US" sz="1200" dirty="0"/>
              </a:p>
            </p:txBody>
          </p:sp>
        </mc:Choice>
        <mc:Fallback xmlns="">
          <p:sp>
            <p:nvSpPr>
              <p:cNvPr id="57" name="ZoneTexte 56">
                <a:extLst>
                  <a:ext uri="{FF2B5EF4-FFF2-40B4-BE49-F238E27FC236}">
                    <a16:creationId xmlns:a16="http://schemas.microsoft.com/office/drawing/2014/main" id="{493D1C14-B147-F247-90E1-B2B9E787A3C2}"/>
                  </a:ext>
                </a:extLst>
              </p:cNvPr>
              <p:cNvSpPr txBox="1">
                <a:spLocks noRot="1" noChangeAspect="1" noMove="1" noResize="1" noEditPoints="1" noAdjustHandles="1" noChangeArrowheads="1" noChangeShapeType="1" noTextEdit="1"/>
              </p:cNvSpPr>
              <p:nvPr/>
            </p:nvSpPr>
            <p:spPr>
              <a:xfrm>
                <a:off x="1148072" y="3489685"/>
                <a:ext cx="6313821" cy="276999"/>
              </a:xfrm>
              <a:prstGeom prst="rect">
                <a:avLst/>
              </a:prstGeom>
              <a:blipFill>
                <a:blip r:embed="rId4"/>
                <a:stretch>
                  <a:fillRect t="-91304" b="-145652"/>
                </a:stretch>
              </a:blipFill>
            </p:spPr>
            <p:txBody>
              <a:bodyPr/>
              <a:lstStyle/>
              <a:p>
                <a:r>
                  <a:rPr lang="en-US">
                    <a:noFill/>
                  </a:rPr>
                  <a:t> </a:t>
                </a:r>
              </a:p>
            </p:txBody>
          </p:sp>
        </mc:Fallback>
      </mc:AlternateContent>
      <p:sp>
        <p:nvSpPr>
          <p:cNvPr id="58" name="Google Shape;4403;p38">
            <a:extLst>
              <a:ext uri="{FF2B5EF4-FFF2-40B4-BE49-F238E27FC236}">
                <a16:creationId xmlns:a16="http://schemas.microsoft.com/office/drawing/2014/main" id="{5F5EDF2B-F294-8EFC-2C28-9DBD642C4B38}"/>
              </a:ext>
            </a:extLst>
          </p:cNvPr>
          <p:cNvSpPr txBox="1">
            <a:spLocks/>
          </p:cNvSpPr>
          <p:nvPr/>
        </p:nvSpPr>
        <p:spPr>
          <a:xfrm>
            <a:off x="2112" y="3961874"/>
            <a:ext cx="9141888" cy="38109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rgbClr val="7A0C0C"/>
                </a:solidFill>
              </a:rPr>
              <a:t>Reduced Output Size / Avoids redundancy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80">
          <a:extLst>
            <a:ext uri="{FF2B5EF4-FFF2-40B4-BE49-F238E27FC236}">
              <a16:creationId xmlns:a16="http://schemas.microsoft.com/office/drawing/2014/main" id="{BD38F5FE-E597-8DC8-CB17-EDD13B5ECE6C}"/>
            </a:ext>
          </a:extLst>
        </p:cNvPr>
        <p:cNvGrpSpPr/>
        <p:nvPr/>
      </p:nvGrpSpPr>
      <p:grpSpPr>
        <a:xfrm>
          <a:off x="0" y="0"/>
          <a:ext cx="0" cy="0"/>
          <a:chOff x="0" y="0"/>
          <a:chExt cx="0" cy="0"/>
        </a:xfrm>
      </p:grpSpPr>
      <p:sp>
        <p:nvSpPr>
          <p:cNvPr id="4381" name="Google Shape;4381;p37">
            <a:extLst>
              <a:ext uri="{FF2B5EF4-FFF2-40B4-BE49-F238E27FC236}">
                <a16:creationId xmlns:a16="http://schemas.microsoft.com/office/drawing/2014/main" id="{7C367AD9-EB4A-0056-6FCA-24B0B7DF2DD2}"/>
              </a:ext>
            </a:extLst>
          </p:cNvPr>
          <p:cNvSpPr txBox="1">
            <a:spLocks noGrp="1"/>
          </p:cNvSpPr>
          <p:nvPr>
            <p:ph type="title"/>
          </p:nvPr>
        </p:nvSpPr>
        <p:spPr>
          <a:xfrm>
            <a:off x="3679371" y="1934525"/>
            <a:ext cx="4870545" cy="1546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sz="3500" dirty="0"/>
              <a:t>The A-Priori Algorithm</a:t>
            </a:r>
            <a:endParaRPr lang="fr-FR" sz="3500" dirty="0"/>
          </a:p>
        </p:txBody>
      </p:sp>
      <p:sp>
        <p:nvSpPr>
          <p:cNvPr id="4382" name="Google Shape;4382;p37">
            <a:extLst>
              <a:ext uri="{FF2B5EF4-FFF2-40B4-BE49-F238E27FC236}">
                <a16:creationId xmlns:a16="http://schemas.microsoft.com/office/drawing/2014/main" id="{023175B6-4EE6-2119-692E-DA7312B08166}"/>
              </a:ext>
            </a:extLst>
          </p:cNvPr>
          <p:cNvSpPr txBox="1">
            <a:spLocks noGrp="1"/>
          </p:cNvSpPr>
          <p:nvPr>
            <p:ph type="title" idx="2"/>
          </p:nvPr>
        </p:nvSpPr>
        <p:spPr>
          <a:xfrm>
            <a:off x="4600166" y="953225"/>
            <a:ext cx="3949750" cy="981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04.</a:t>
            </a:r>
            <a:endParaRPr dirty="0"/>
          </a:p>
        </p:txBody>
      </p:sp>
      <p:sp>
        <p:nvSpPr>
          <p:cNvPr id="2" name="Google Shape;4359;p35">
            <a:extLst>
              <a:ext uri="{FF2B5EF4-FFF2-40B4-BE49-F238E27FC236}">
                <a16:creationId xmlns:a16="http://schemas.microsoft.com/office/drawing/2014/main" id="{BC6F6539-343D-BAF4-BABE-8DAE12133542}"/>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solidFill>
                  <a:schemeClr val="bg1"/>
                </a:solidFill>
              </a:rPr>
              <a:t>12</a:t>
            </a:r>
          </a:p>
        </p:txBody>
      </p:sp>
      <p:pic>
        <p:nvPicPr>
          <p:cNvPr id="3" name="Google Shape;4384;p37">
            <a:extLst>
              <a:ext uri="{FF2B5EF4-FFF2-40B4-BE49-F238E27FC236}">
                <a16:creationId xmlns:a16="http://schemas.microsoft.com/office/drawing/2014/main" id="{4E7A24A4-71A1-DFEA-59CB-AC7C86B9ABEE}"/>
              </a:ext>
            </a:extLst>
          </p:cNvPr>
          <p:cNvPicPr preferRelativeResize="0"/>
          <p:nvPr/>
        </p:nvPicPr>
        <p:blipFill rotWithShape="1">
          <a:blip r:embed="rId3"/>
          <a:srcRect l="21849" r="21849"/>
          <a:stretch/>
        </p:blipFill>
        <p:spPr>
          <a:xfrm>
            <a:off x="842434" y="1291787"/>
            <a:ext cx="2589000" cy="2586600"/>
          </a:xfrm>
          <a:prstGeom prst="ellipse">
            <a:avLst/>
          </a:prstGeom>
          <a:noFill/>
          <a:ln>
            <a:noFill/>
          </a:ln>
        </p:spPr>
      </p:pic>
      <p:sp>
        <p:nvSpPr>
          <p:cNvPr id="4" name="Google Shape;4385;p37">
            <a:extLst>
              <a:ext uri="{FF2B5EF4-FFF2-40B4-BE49-F238E27FC236}">
                <a16:creationId xmlns:a16="http://schemas.microsoft.com/office/drawing/2014/main" id="{1A9DAAEC-674F-20D1-DBED-71B56A8ADF36}"/>
              </a:ext>
            </a:extLst>
          </p:cNvPr>
          <p:cNvSpPr/>
          <p:nvPr/>
        </p:nvSpPr>
        <p:spPr>
          <a:xfrm rot="16200000">
            <a:off x="681754" y="1131075"/>
            <a:ext cx="2910600" cy="2910600"/>
          </a:xfrm>
          <a:prstGeom prst="arc">
            <a:avLst>
              <a:gd name="adj1" fmla="val 16200000"/>
              <a:gd name="adj2" fmla="val 0"/>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0690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36">
          <a:extLst>
            <a:ext uri="{FF2B5EF4-FFF2-40B4-BE49-F238E27FC236}">
              <a16:creationId xmlns:a16="http://schemas.microsoft.com/office/drawing/2014/main" id="{6BE17174-8C7E-764F-30DE-D3E5649EA9B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41A6FDDF-25B6-4C23-057B-10D215D46109}"/>
                  </a:ext>
                </a:extLst>
              </p:cNvPr>
              <p:cNvSpPr txBox="1"/>
              <p:nvPr/>
            </p:nvSpPr>
            <p:spPr>
              <a:xfrm>
                <a:off x="787394" y="2098503"/>
                <a:ext cx="1429658" cy="113909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fr-FR" sz="1200" b="0" i="1" smtClean="0">
                              <a:latin typeface="Cambria Math" panose="02040503050406030204" pitchFamily="18" charset="0"/>
                            </a:rPr>
                          </m:ctrlPr>
                        </m:dPr>
                        <m:e>
                          <m:m>
                            <m:mPr>
                              <m:mcs>
                                <m:mc>
                                  <m:mcPr>
                                    <m:count m:val="2"/>
                                    <m:mcJc m:val="center"/>
                                  </m:mcPr>
                                </m:mc>
                              </m:mcs>
                              <m:ctrlPr>
                                <a:rPr lang="fr-FR" sz="1200" b="0" i="1" smtClean="0">
                                  <a:latin typeface="Cambria Math" panose="02040503050406030204" pitchFamily="18" charset="0"/>
                                </a:rPr>
                              </m:ctrlPr>
                            </m:mPr>
                            <m:mr>
                              <m:e>
                                <m:m>
                                  <m:mPr>
                                    <m:mcs>
                                      <m:mc>
                                        <m:mcPr>
                                          <m:count m:val="1"/>
                                          <m:mcJc m:val="center"/>
                                        </m:mcPr>
                                      </m:mc>
                                    </m:mcs>
                                    <m:ctrlPr>
                                      <a:rPr lang="fr-FR" sz="1200" b="0" i="1" smtClean="0">
                                        <a:latin typeface="Cambria Math" panose="02040503050406030204" pitchFamily="18" charset="0"/>
                                      </a:rPr>
                                    </m:ctrlPr>
                                  </m:mPr>
                                  <m:mr>
                                    <m:e>
                                      <m:r>
                                        <m:rPr>
                                          <m:nor/>
                                        </m:rPr>
                                        <a:rPr lang="en-US" sz="1200" i="1" dirty="0">
                                          <a:latin typeface="Cambria Math" panose="02040503050406030204" pitchFamily="18" charset="0"/>
                                          <a:ea typeface="Cambria Math" panose="02040503050406030204" pitchFamily="18" charset="0"/>
                                        </a:rPr>
                                        <m:t>milk</m:t>
                                      </m:r>
                                    </m:e>
                                  </m:mr>
                                  <m:mr>
                                    <m:e>
                                      <m:r>
                                        <m:rPr>
                                          <m:nor/>
                                        </m:rPr>
                                        <a:rPr lang="en-US" sz="1200" i="1" dirty="0">
                                          <a:latin typeface="Cambria Math" panose="02040503050406030204" pitchFamily="18" charset="0"/>
                                          <a:ea typeface="Cambria Math" panose="02040503050406030204" pitchFamily="18" charset="0"/>
                                        </a:rPr>
                                        <m:t>apple</m:t>
                                      </m:r>
                                    </m:e>
                                  </m:mr>
                                  <m:mr>
                                    <m:e>
                                      <m:r>
                                        <m:rPr>
                                          <m:nor/>
                                        </m:rPr>
                                        <a:rPr lang="fr-FR" sz="1200" i="1" dirty="0">
                                          <a:latin typeface="Cambria Math" panose="02040503050406030204" pitchFamily="18" charset="0"/>
                                          <a:ea typeface="Cambria Math" panose="02040503050406030204" pitchFamily="18" charset="0"/>
                                        </a:rPr>
                                        <m:t>banana</m:t>
                                      </m:r>
                                    </m:e>
                                  </m:mr>
                                </m:m>
                              </m:e>
                              <m:e>
                                <m:m>
                                  <m:mPr>
                                    <m:mcs>
                                      <m:mc>
                                        <m:mcPr>
                                          <m:count m:val="1"/>
                                          <m:mcJc m:val="center"/>
                                        </m:mcPr>
                                      </m:mc>
                                    </m:mcs>
                                    <m:ctrlPr>
                                      <a:rPr lang="fr-FR" sz="1200" b="0" i="1" smtClean="0">
                                        <a:latin typeface="Cambria Math" panose="02040503050406030204" pitchFamily="18" charset="0"/>
                                      </a:rPr>
                                    </m:ctrlPr>
                                  </m:mPr>
                                  <m:mr>
                                    <m:e>
                                      <m:r>
                                        <m:rPr>
                                          <m:brk m:alnAt="7"/>
                                        </m:rPr>
                                        <a:rPr lang="fr-FR" sz="1200" b="0" i="1" smtClean="0">
                                          <a:latin typeface="Cambria Math" panose="02040503050406030204" pitchFamily="18" charset="0"/>
                                        </a:rPr>
                                        <m:t>1</m:t>
                                      </m:r>
                                    </m:e>
                                  </m:mr>
                                  <m:mr>
                                    <m:e>
                                      <m:r>
                                        <a:rPr lang="fr-FR" sz="1200" b="0" i="1" smtClean="0">
                                          <a:latin typeface="Cambria Math" panose="02040503050406030204" pitchFamily="18" charset="0"/>
                                        </a:rPr>
                                        <m:t>2</m:t>
                                      </m:r>
                                    </m:e>
                                  </m:mr>
                                  <m:mr>
                                    <m:e>
                                      <m:r>
                                        <a:rPr lang="fr-FR" sz="1200" b="0" i="1" smtClean="0">
                                          <a:latin typeface="Cambria Math" panose="02040503050406030204" pitchFamily="18" charset="0"/>
                                        </a:rPr>
                                        <m:t>3</m:t>
                                      </m:r>
                                    </m:e>
                                  </m:mr>
                                </m:m>
                              </m:e>
                            </m:mr>
                            <m:mr>
                              <m:e>
                                <m:m>
                                  <m:mPr>
                                    <m:mcs>
                                      <m:mc>
                                        <m:mcPr>
                                          <m:count m:val="1"/>
                                          <m:mcJc m:val="center"/>
                                        </m:mcPr>
                                      </m:mc>
                                    </m:mcs>
                                    <m:ctrlPr>
                                      <a:rPr lang="fr-FR" sz="1200" b="0" i="1" smtClean="0">
                                        <a:latin typeface="Cambria Math" panose="02040503050406030204" pitchFamily="18" charset="0"/>
                                      </a:rPr>
                                    </m:ctrlPr>
                                  </m:mPr>
                                  <m:mr>
                                    <m:e>
                                      <m:r>
                                        <m:rPr>
                                          <m:nor/>
                                        </m:rPr>
                                        <a:rPr lang="en-US" sz="1200" i="1" dirty="0">
                                          <a:latin typeface="Cambria Math" panose="02040503050406030204" pitchFamily="18" charset="0"/>
                                          <a:ea typeface="Cambria Math" panose="02040503050406030204" pitchFamily="18" charset="0"/>
                                        </a:rPr>
                                        <m:t>carrot</m:t>
                                      </m:r>
                                    </m:e>
                                  </m:mr>
                                  <m:mr>
                                    <m:e>
                                      <m:r>
                                        <a:rPr lang="fr-FR" sz="1200" b="0" i="1" smtClean="0">
                                          <a:latin typeface="Cambria Math" panose="02040503050406030204" pitchFamily="18" charset="0"/>
                                        </a:rPr>
                                        <m:t>…</m:t>
                                      </m:r>
                                    </m:e>
                                  </m:mr>
                                  <m:mr>
                                    <m:e>
                                      <m:r>
                                        <m:rPr>
                                          <m:nor/>
                                        </m:rPr>
                                        <a:rPr lang="fr-FR" sz="1200" i="1" dirty="0">
                                          <a:latin typeface="Cambria Math" panose="02040503050406030204" pitchFamily="18" charset="0"/>
                                          <a:ea typeface="Cambria Math" panose="02040503050406030204" pitchFamily="18" charset="0"/>
                                        </a:rPr>
                                        <m:t>egg</m:t>
                                      </m:r>
                                    </m:e>
                                  </m:mr>
                                </m:m>
                              </m:e>
                              <m:e>
                                <m:m>
                                  <m:mPr>
                                    <m:mcs>
                                      <m:mc>
                                        <m:mcPr>
                                          <m:count m:val="1"/>
                                          <m:mcJc m:val="center"/>
                                        </m:mcPr>
                                      </m:mc>
                                    </m:mcs>
                                    <m:ctrlPr>
                                      <a:rPr lang="fr-FR" sz="1200" b="0" i="1" smtClean="0">
                                        <a:latin typeface="Cambria Math" panose="02040503050406030204" pitchFamily="18" charset="0"/>
                                      </a:rPr>
                                    </m:ctrlPr>
                                  </m:mPr>
                                  <m:mr>
                                    <m:e>
                                      <m:r>
                                        <m:rPr>
                                          <m:brk m:alnAt="7"/>
                                        </m:rPr>
                                        <a:rPr lang="fr-FR" sz="1200" b="0" i="1" smtClean="0">
                                          <a:latin typeface="Cambria Math" panose="02040503050406030204" pitchFamily="18" charset="0"/>
                                        </a:rPr>
                                        <m:t>4</m:t>
                                      </m:r>
                                    </m:e>
                                  </m:mr>
                                  <m:mr>
                                    <m:e>
                                      <m:r>
                                        <a:rPr lang="fr-FR" sz="1200" b="0" i="1" smtClean="0">
                                          <a:latin typeface="Cambria Math" panose="02040503050406030204" pitchFamily="18" charset="0"/>
                                        </a:rPr>
                                        <m:t>…</m:t>
                                      </m:r>
                                    </m:e>
                                  </m:mr>
                                  <m:mr>
                                    <m:e>
                                      <m:r>
                                        <a:rPr lang="fr-FR" sz="1200" b="0" i="1" smtClean="0">
                                          <a:latin typeface="Cambria Math" panose="02040503050406030204" pitchFamily="18" charset="0"/>
                                        </a:rPr>
                                        <m:t>𝑛</m:t>
                                      </m:r>
                                    </m:e>
                                  </m:mr>
                                </m:m>
                              </m:e>
                            </m:mr>
                          </m:m>
                        </m:e>
                      </m:d>
                    </m:oMath>
                  </m:oMathPara>
                </a14:m>
                <a:endParaRPr lang="en-US" sz="1200" dirty="0"/>
              </a:p>
            </p:txBody>
          </p:sp>
        </mc:Choice>
        <mc:Fallback xmlns="">
          <p:sp>
            <p:nvSpPr>
              <p:cNvPr id="6" name="ZoneTexte 5">
                <a:extLst>
                  <a:ext uri="{FF2B5EF4-FFF2-40B4-BE49-F238E27FC236}">
                    <a16:creationId xmlns:a16="http://schemas.microsoft.com/office/drawing/2014/main" id="{41A6FDDF-25B6-4C23-057B-10D215D46109}"/>
                  </a:ext>
                </a:extLst>
              </p:cNvPr>
              <p:cNvSpPr txBox="1">
                <a:spLocks noRot="1" noChangeAspect="1" noMove="1" noResize="1" noEditPoints="1" noAdjustHandles="1" noChangeArrowheads="1" noChangeShapeType="1" noTextEdit="1"/>
              </p:cNvSpPr>
              <p:nvPr/>
            </p:nvSpPr>
            <p:spPr>
              <a:xfrm>
                <a:off x="787394" y="2098503"/>
                <a:ext cx="1429658" cy="1139094"/>
              </a:xfrm>
              <a:prstGeom prst="rect">
                <a:avLst/>
              </a:prstGeom>
              <a:blipFill>
                <a:blip r:embed="rId3"/>
                <a:stretch>
                  <a:fillRect/>
                </a:stretch>
              </a:blipFill>
            </p:spPr>
            <p:txBody>
              <a:bodyPr/>
              <a:lstStyle/>
              <a:p>
                <a:r>
                  <a:rPr lang="en-US">
                    <a:noFill/>
                  </a:rPr>
                  <a:t> </a:t>
                </a:r>
              </a:p>
            </p:txBody>
          </p:sp>
        </mc:Fallback>
      </mc:AlternateContent>
      <p:sp>
        <p:nvSpPr>
          <p:cNvPr id="7" name="Google Shape;4359;p35">
            <a:extLst>
              <a:ext uri="{FF2B5EF4-FFF2-40B4-BE49-F238E27FC236}">
                <a16:creationId xmlns:a16="http://schemas.microsoft.com/office/drawing/2014/main" id="{073D80EF-E90D-36DE-BCAD-A41D7182E78B}"/>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13</a:t>
            </a:r>
          </a:p>
        </p:txBody>
      </p:sp>
      <p:sp>
        <p:nvSpPr>
          <p:cNvPr id="8" name="Google Shape;4399;p38">
            <a:extLst>
              <a:ext uri="{FF2B5EF4-FFF2-40B4-BE49-F238E27FC236}">
                <a16:creationId xmlns:a16="http://schemas.microsoft.com/office/drawing/2014/main" id="{FE812DB9-7AA8-1465-50F4-F30A71CE0C69}"/>
              </a:ext>
            </a:extLst>
          </p:cNvPr>
          <p:cNvSpPr txBox="1">
            <a:spLocks/>
          </p:cNvSpPr>
          <p:nvPr/>
        </p:nvSpPr>
        <p:spPr>
          <a:xfrm>
            <a:off x="-1" y="181429"/>
            <a:ext cx="4201887"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The A-Priori Algorithm</a:t>
            </a:r>
            <a:endParaRPr lang="en-US" sz="5400" dirty="0"/>
          </a:p>
        </p:txBody>
      </p:sp>
      <p:sp>
        <p:nvSpPr>
          <p:cNvPr id="11" name="Google Shape;4403;p38">
            <a:extLst>
              <a:ext uri="{FF2B5EF4-FFF2-40B4-BE49-F238E27FC236}">
                <a16:creationId xmlns:a16="http://schemas.microsoft.com/office/drawing/2014/main" id="{052896EE-D8CA-FB98-4392-BAF79C27E41E}"/>
              </a:ext>
            </a:extLst>
          </p:cNvPr>
          <p:cNvSpPr txBox="1">
            <a:spLocks/>
          </p:cNvSpPr>
          <p:nvPr/>
        </p:nvSpPr>
        <p:spPr>
          <a:xfrm>
            <a:off x="537029" y="899885"/>
            <a:ext cx="7975599" cy="67969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The main problem is the memory a viable, so The A-Priori Algorithm is designed to reduce the number of pairs that must be counted, at the expense of performing two passes over data, rather than one pass.</a:t>
            </a:r>
          </a:p>
        </p:txBody>
      </p:sp>
      <p:cxnSp>
        <p:nvCxnSpPr>
          <p:cNvPr id="12" name="Connecteur droit 11">
            <a:extLst>
              <a:ext uri="{FF2B5EF4-FFF2-40B4-BE49-F238E27FC236}">
                <a16:creationId xmlns:a16="http://schemas.microsoft.com/office/drawing/2014/main" id="{C16B962F-41E5-3AA9-4225-E1D4F2B55405}"/>
              </a:ext>
            </a:extLst>
          </p:cNvPr>
          <p:cNvCxnSpPr/>
          <p:nvPr/>
        </p:nvCxnSpPr>
        <p:spPr>
          <a:xfrm flipV="1">
            <a:off x="-18000" y="1698178"/>
            <a:ext cx="9180000" cy="0"/>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cxnSp>
        <p:nvCxnSpPr>
          <p:cNvPr id="13" name="Connecteur droit 12">
            <a:extLst>
              <a:ext uri="{FF2B5EF4-FFF2-40B4-BE49-F238E27FC236}">
                <a16:creationId xmlns:a16="http://schemas.microsoft.com/office/drawing/2014/main" id="{F24E4B2A-256F-AB63-EEB7-EF9EB614A775}"/>
              </a:ext>
            </a:extLst>
          </p:cNvPr>
          <p:cNvCxnSpPr>
            <a:cxnSpLocks/>
          </p:cNvCxnSpPr>
          <p:nvPr/>
        </p:nvCxnSpPr>
        <p:spPr>
          <a:xfrm>
            <a:off x="3029859" y="1698177"/>
            <a:ext cx="0" cy="3541479"/>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cxnSp>
        <p:nvCxnSpPr>
          <p:cNvPr id="15" name="Connecteur droit 14">
            <a:extLst>
              <a:ext uri="{FF2B5EF4-FFF2-40B4-BE49-F238E27FC236}">
                <a16:creationId xmlns:a16="http://schemas.microsoft.com/office/drawing/2014/main" id="{55CDB985-74D6-656F-1C38-59D31DE598E8}"/>
              </a:ext>
            </a:extLst>
          </p:cNvPr>
          <p:cNvCxnSpPr>
            <a:cxnSpLocks/>
          </p:cNvCxnSpPr>
          <p:nvPr/>
        </p:nvCxnSpPr>
        <p:spPr>
          <a:xfrm>
            <a:off x="6056079" y="1698177"/>
            <a:ext cx="0" cy="3541479"/>
          </a:xfrm>
          <a:prstGeom prst="line">
            <a:avLst/>
          </a:prstGeom>
          <a:ln>
            <a:solidFill>
              <a:srgbClr val="7A0C0C"/>
            </a:solidFill>
          </a:ln>
        </p:spPr>
        <p:style>
          <a:lnRef idx="1">
            <a:schemeClr val="dk1"/>
          </a:lnRef>
          <a:fillRef idx="0">
            <a:schemeClr val="dk1"/>
          </a:fillRef>
          <a:effectRef idx="0">
            <a:schemeClr val="dk1"/>
          </a:effectRef>
          <a:fontRef idx="minor">
            <a:schemeClr val="tx1"/>
          </a:fontRef>
        </p:style>
      </p:cxnSp>
      <p:sp>
        <p:nvSpPr>
          <p:cNvPr id="16" name="Google Shape;4400;p38">
            <a:extLst>
              <a:ext uri="{FF2B5EF4-FFF2-40B4-BE49-F238E27FC236}">
                <a16:creationId xmlns:a16="http://schemas.microsoft.com/office/drawing/2014/main" id="{F39C130B-75B8-B47D-F954-58D1FDE53000}"/>
              </a:ext>
            </a:extLst>
          </p:cNvPr>
          <p:cNvSpPr txBox="1">
            <a:spLocks/>
          </p:cNvSpPr>
          <p:nvPr/>
        </p:nvSpPr>
        <p:spPr>
          <a:xfrm>
            <a:off x="-1" y="1707792"/>
            <a:ext cx="3004449"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1</a:t>
            </a:r>
            <a:r>
              <a:rPr lang="en-US" baseline="30000" dirty="0">
                <a:solidFill>
                  <a:srgbClr val="7A0C0C"/>
                </a:solidFill>
              </a:rPr>
              <a:t>st</a:t>
            </a:r>
            <a:r>
              <a:rPr lang="en-US" dirty="0">
                <a:solidFill>
                  <a:srgbClr val="7A0C0C"/>
                </a:solidFill>
              </a:rPr>
              <a:t> Step</a:t>
            </a:r>
          </a:p>
        </p:txBody>
      </p:sp>
      <p:sp>
        <p:nvSpPr>
          <p:cNvPr id="17" name="Google Shape;4400;p38">
            <a:extLst>
              <a:ext uri="{FF2B5EF4-FFF2-40B4-BE49-F238E27FC236}">
                <a16:creationId xmlns:a16="http://schemas.microsoft.com/office/drawing/2014/main" id="{60ACC7E7-582C-E4B0-BEAE-D55B306DB677}"/>
              </a:ext>
            </a:extLst>
          </p:cNvPr>
          <p:cNvSpPr txBox="1">
            <a:spLocks/>
          </p:cNvSpPr>
          <p:nvPr/>
        </p:nvSpPr>
        <p:spPr>
          <a:xfrm>
            <a:off x="3022603" y="1707792"/>
            <a:ext cx="3004449"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Between Steps</a:t>
            </a:r>
          </a:p>
        </p:txBody>
      </p:sp>
      <p:sp>
        <p:nvSpPr>
          <p:cNvPr id="18" name="Google Shape;4400;p38">
            <a:extLst>
              <a:ext uri="{FF2B5EF4-FFF2-40B4-BE49-F238E27FC236}">
                <a16:creationId xmlns:a16="http://schemas.microsoft.com/office/drawing/2014/main" id="{E346741F-009B-28FF-178B-6608B60541AF}"/>
              </a:ext>
            </a:extLst>
          </p:cNvPr>
          <p:cNvSpPr txBox="1">
            <a:spLocks/>
          </p:cNvSpPr>
          <p:nvPr/>
        </p:nvSpPr>
        <p:spPr>
          <a:xfrm>
            <a:off x="6083147" y="1707792"/>
            <a:ext cx="3004449" cy="3810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2</a:t>
            </a:r>
            <a:r>
              <a:rPr lang="en-US" baseline="30000" dirty="0">
                <a:solidFill>
                  <a:srgbClr val="7A0C0C"/>
                </a:solidFill>
              </a:rPr>
              <a:t>nd</a:t>
            </a:r>
            <a:r>
              <a:rPr lang="en-US" dirty="0">
                <a:solidFill>
                  <a:srgbClr val="7A0C0C"/>
                </a:solidFill>
              </a:rPr>
              <a:t> Step</a:t>
            </a:r>
          </a:p>
        </p:txBody>
      </p:sp>
      <p:cxnSp>
        <p:nvCxnSpPr>
          <p:cNvPr id="19" name="Connecteur droit 18">
            <a:extLst>
              <a:ext uri="{FF2B5EF4-FFF2-40B4-BE49-F238E27FC236}">
                <a16:creationId xmlns:a16="http://schemas.microsoft.com/office/drawing/2014/main" id="{982F3DB1-5247-6C97-3177-CC138370883A}"/>
              </a:ext>
            </a:extLst>
          </p:cNvPr>
          <p:cNvCxnSpPr/>
          <p:nvPr/>
        </p:nvCxnSpPr>
        <p:spPr>
          <a:xfrm flipV="1">
            <a:off x="660537" y="3468916"/>
            <a:ext cx="1800000" cy="0"/>
          </a:xfrm>
          <a:prstGeom prst="line">
            <a:avLst/>
          </a:prstGeom>
          <a:ln>
            <a:solidFill>
              <a:srgbClr val="7A0C0C"/>
            </a:solidFill>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188727AD-482D-C24F-993D-319EFA5E4E1E}"/>
                  </a:ext>
                </a:extLst>
              </p:cNvPr>
              <p:cNvSpPr txBox="1"/>
              <p:nvPr/>
            </p:nvSpPr>
            <p:spPr>
              <a:xfrm>
                <a:off x="787394" y="3600732"/>
                <a:ext cx="1429658" cy="127041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limLow>
                        <m:limLowPr>
                          <m:ctrlPr>
                            <a:rPr lang="fr-FR" sz="1200" b="0" i="1" smtClean="0">
                              <a:latin typeface="Cambria Math" panose="02040503050406030204" pitchFamily="18" charset="0"/>
                            </a:rPr>
                          </m:ctrlPr>
                        </m:limLowPr>
                        <m:e>
                          <m:groupChr>
                            <m:groupChrPr>
                              <m:chr m:val="⏟"/>
                              <m:ctrlPr>
                                <a:rPr lang="fr-FR" sz="1200" b="0" i="1" smtClean="0">
                                  <a:latin typeface="Cambria Math" panose="02040503050406030204" pitchFamily="18" charset="0"/>
                                </a:rPr>
                              </m:ctrlPr>
                            </m:groupChrPr>
                            <m:e>
                              <m:d>
                                <m:dPr>
                                  <m:begChr m:val="{"/>
                                  <m:endChr m:val="}"/>
                                  <m:ctrlPr>
                                    <a:rPr lang="fr-FR" sz="1200" b="0" i="1" smtClean="0">
                                      <a:latin typeface="Cambria Math" panose="02040503050406030204" pitchFamily="18" charset="0"/>
                                    </a:rPr>
                                  </m:ctrlPr>
                                </m:dPr>
                                <m:e>
                                  <m:m>
                                    <m:mPr>
                                      <m:mcs>
                                        <m:mc>
                                          <m:mcPr>
                                            <m:count m:val="1"/>
                                            <m:mcJc m:val="center"/>
                                          </m:mcPr>
                                        </m:mc>
                                      </m:mcs>
                                      <m:ctrlPr>
                                        <a:rPr lang="fr-FR" sz="1200" b="0" i="1" smtClean="0">
                                          <a:latin typeface="Cambria Math" panose="02040503050406030204" pitchFamily="18" charset="0"/>
                                        </a:rPr>
                                      </m:ctrlPr>
                                    </m:mPr>
                                    <m:mr>
                                      <m:e>
                                        <m:m>
                                          <m:mPr>
                                            <m:mcs>
                                              <m:mc>
                                                <m:mcPr>
                                                  <m:count m:val="1"/>
                                                  <m:mcJc m:val="center"/>
                                                </m:mcPr>
                                              </m:mc>
                                            </m:mcs>
                                            <m:ctrlPr>
                                              <a:rPr lang="fr-FR" sz="1200" b="0" i="1" smtClean="0">
                                                <a:latin typeface="Cambria Math" panose="02040503050406030204" pitchFamily="18" charset="0"/>
                                              </a:rPr>
                                            </m:ctrlPr>
                                          </m:mPr>
                                          <m:mr>
                                            <m:e>
                                              <m:r>
                                                <m:rPr>
                                                  <m:brk m:alnAt="7"/>
                                                </m:rPr>
                                                <a:rPr lang="fr-FR" sz="1200" b="0" i="1" smtClean="0">
                                                  <a:latin typeface="Cambria Math" panose="02040503050406030204" pitchFamily="18" charset="0"/>
                                                </a:rPr>
                                                <m:t>1</m:t>
                                              </m:r>
                                              <m:r>
                                                <a:rPr lang="fr-FR" sz="1200" b="0" i="1" smtClean="0">
                                                  <a:latin typeface="Cambria Math" panose="02040503050406030204" pitchFamily="18" charset="0"/>
                                                </a:rPr>
                                                <m:t>1</m:t>
                                              </m:r>
                                            </m:e>
                                          </m:mr>
                                          <m:mr>
                                            <m:e>
                                              <m:r>
                                                <a:rPr lang="fr-FR" sz="1200" b="0" i="1" smtClean="0">
                                                  <a:latin typeface="Cambria Math" panose="02040503050406030204" pitchFamily="18" charset="0"/>
                                                </a:rPr>
                                                <m:t>1</m:t>
                                              </m:r>
                                            </m:e>
                                          </m:mr>
                                          <m:mr>
                                            <m:e>
                                              <m:r>
                                                <a:rPr lang="fr-FR" sz="1200" b="0" i="1" smtClean="0">
                                                  <a:latin typeface="Cambria Math" panose="02040503050406030204" pitchFamily="18" charset="0"/>
                                                </a:rPr>
                                                <m:t>2</m:t>
                                              </m:r>
                                            </m:e>
                                          </m:mr>
                                        </m:m>
                                      </m:e>
                                    </m:mr>
                                    <m:mr>
                                      <m:e>
                                        <m:m>
                                          <m:mPr>
                                            <m:mcs>
                                              <m:mc>
                                                <m:mcPr>
                                                  <m:count m:val="1"/>
                                                  <m:mcJc m:val="center"/>
                                                </m:mcPr>
                                              </m:mc>
                                            </m:mcs>
                                            <m:ctrlPr>
                                              <a:rPr lang="fr-FR" sz="1200" b="0" i="1" smtClean="0">
                                                <a:latin typeface="Cambria Math" panose="02040503050406030204" pitchFamily="18" charset="0"/>
                                              </a:rPr>
                                            </m:ctrlPr>
                                          </m:mPr>
                                          <m:mr>
                                            <m:e>
                                              <m:r>
                                                <m:rPr>
                                                  <m:brk m:alnAt="7"/>
                                                </m:rPr>
                                                <a:rPr lang="fr-FR" sz="1200" b="0" i="1" smtClean="0">
                                                  <a:latin typeface="Cambria Math" panose="02040503050406030204" pitchFamily="18" charset="0"/>
                                                </a:rPr>
                                                <m:t>1</m:t>
                                              </m:r>
                                              <m:r>
                                                <a:rPr lang="fr-FR" sz="1200" b="0" i="1" smtClean="0">
                                                  <a:latin typeface="Cambria Math" panose="02040503050406030204" pitchFamily="18" charset="0"/>
                                                </a:rPr>
                                                <m:t>5</m:t>
                                              </m:r>
                                            </m:e>
                                          </m:mr>
                                          <m:mr>
                                            <m:e>
                                              <m:r>
                                                <a:rPr lang="fr-FR" sz="1200" b="0" i="1" smtClean="0">
                                                  <a:latin typeface="Cambria Math" panose="02040503050406030204" pitchFamily="18" charset="0"/>
                                                </a:rPr>
                                                <m:t>…</m:t>
                                              </m:r>
                                            </m:e>
                                          </m:mr>
                                          <m:mr>
                                            <m:e>
                                              <m:r>
                                                <a:rPr lang="fr-FR" sz="1200" b="0" i="1" smtClean="0">
                                                  <a:latin typeface="Cambria Math" panose="02040503050406030204" pitchFamily="18" charset="0"/>
                                                </a:rPr>
                                                <m:t>22</m:t>
                                              </m:r>
                                            </m:e>
                                          </m:mr>
                                        </m:m>
                                      </m:e>
                                    </m:mr>
                                  </m:m>
                                </m:e>
                              </m:d>
                            </m:e>
                          </m:groupChr>
                        </m:e>
                        <m:lim>
                          <m:r>
                            <a:rPr lang="fr-FR" sz="1200" i="1">
                              <a:latin typeface="Cambria Math" panose="02040503050406030204" pitchFamily="18" charset="0"/>
                            </a:rPr>
                            <m:t>𝑐𝑜𝑢𝑛𝑡𝑠</m:t>
                          </m:r>
                        </m:lim>
                      </m:limLow>
                    </m:oMath>
                  </m:oMathPara>
                </a14:m>
                <a:endParaRPr lang="en-US" sz="1200" dirty="0"/>
              </a:p>
            </p:txBody>
          </p:sp>
        </mc:Choice>
        <mc:Fallback xmlns="">
          <p:sp>
            <p:nvSpPr>
              <p:cNvPr id="20" name="ZoneTexte 19">
                <a:extLst>
                  <a:ext uri="{FF2B5EF4-FFF2-40B4-BE49-F238E27FC236}">
                    <a16:creationId xmlns:a16="http://schemas.microsoft.com/office/drawing/2014/main" id="{188727AD-482D-C24F-993D-319EFA5E4E1E}"/>
                  </a:ext>
                </a:extLst>
              </p:cNvPr>
              <p:cNvSpPr txBox="1">
                <a:spLocks noRot="1" noChangeAspect="1" noMove="1" noResize="1" noEditPoints="1" noAdjustHandles="1" noChangeArrowheads="1" noChangeShapeType="1" noTextEdit="1"/>
              </p:cNvSpPr>
              <p:nvPr/>
            </p:nvSpPr>
            <p:spPr>
              <a:xfrm>
                <a:off x="787394" y="3600732"/>
                <a:ext cx="1429658" cy="127041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5C7A13A8-D350-2AE4-F2CE-A736487F2B79}"/>
                  </a:ext>
                </a:extLst>
              </p:cNvPr>
              <p:cNvSpPr txBox="1"/>
              <p:nvPr/>
            </p:nvSpPr>
            <p:spPr>
              <a:xfrm>
                <a:off x="3073408" y="2150253"/>
                <a:ext cx="2939128"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fr-FR" sz="1200" i="1" smtClean="0">
                          <a:latin typeface="Cambria Math" panose="02040503050406030204" pitchFamily="18" charset="0"/>
                        </a:rPr>
                        <m:t>𝑇h𝑟𝑒𝑠h𝑜𝑙𝑑</m:t>
                      </m:r>
                      <m:r>
                        <a:rPr lang="fr-FR" sz="1200" b="0" i="1" smtClean="0">
                          <a:latin typeface="Cambria Math" panose="02040503050406030204" pitchFamily="18" charset="0"/>
                        </a:rPr>
                        <m:t> </m:t>
                      </m:r>
                      <m:r>
                        <a:rPr lang="fr-FR" sz="1200" b="0" i="1" smtClean="0">
                          <a:latin typeface="Cambria Math" panose="02040503050406030204" pitchFamily="18" charset="0"/>
                        </a:rPr>
                        <m:t>𝑠</m:t>
                      </m:r>
                      <m:r>
                        <a:rPr lang="fr-FR" sz="1200" b="0" i="1" smtClean="0">
                          <a:latin typeface="Cambria Math" panose="02040503050406030204" pitchFamily="18" charset="0"/>
                          <a:ea typeface="Cambria Math" panose="02040503050406030204" pitchFamily="18" charset="0"/>
                        </a:rPr>
                        <m:t>⟶</m:t>
                      </m:r>
                      <m:r>
                        <a:rPr lang="fr-FR" sz="1200" b="0" i="1" smtClean="0">
                          <a:latin typeface="Cambria Math" panose="02040503050406030204" pitchFamily="18" charset="0"/>
                          <a:ea typeface="Cambria Math" panose="02040503050406030204" pitchFamily="18" charset="0"/>
                        </a:rPr>
                        <m:t>𝑠𝑒𝑙𝑒𝑐𝑡</m:t>
                      </m:r>
                      <m:r>
                        <a:rPr lang="fr-FR" sz="1200" b="0" i="1" smtClean="0">
                          <a:latin typeface="Cambria Math" panose="02040503050406030204" pitchFamily="18" charset="0"/>
                          <a:ea typeface="Cambria Math" panose="02040503050406030204" pitchFamily="18" charset="0"/>
                        </a:rPr>
                        <m:t> ≅1%</m:t>
                      </m:r>
                    </m:oMath>
                  </m:oMathPara>
                </a14:m>
                <a:endParaRPr lang="en-US" sz="1200" dirty="0"/>
              </a:p>
            </p:txBody>
          </p:sp>
        </mc:Choice>
        <mc:Fallback xmlns="">
          <p:sp>
            <p:nvSpPr>
              <p:cNvPr id="22" name="ZoneTexte 21">
                <a:extLst>
                  <a:ext uri="{FF2B5EF4-FFF2-40B4-BE49-F238E27FC236}">
                    <a16:creationId xmlns:a16="http://schemas.microsoft.com/office/drawing/2014/main" id="{5C7A13A8-D350-2AE4-F2CE-A736487F2B79}"/>
                  </a:ext>
                </a:extLst>
              </p:cNvPr>
              <p:cNvSpPr txBox="1">
                <a:spLocks noRot="1" noChangeAspect="1" noMove="1" noResize="1" noEditPoints="1" noAdjustHandles="1" noChangeArrowheads="1" noChangeShapeType="1" noTextEdit="1"/>
              </p:cNvSpPr>
              <p:nvPr/>
            </p:nvSpPr>
            <p:spPr>
              <a:xfrm>
                <a:off x="3073408" y="2150253"/>
                <a:ext cx="2939128"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3F2E26A3-2380-6203-764F-E1D4ABBE684A}"/>
                  </a:ext>
                </a:extLst>
              </p:cNvPr>
              <p:cNvSpPr txBox="1"/>
              <p:nvPr/>
            </p:nvSpPr>
            <p:spPr>
              <a:xfrm>
                <a:off x="1888852" y="3995644"/>
                <a:ext cx="656398"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𝑆𝑖𝑧𝑒</m:t>
                      </m:r>
                      <m:r>
                        <a:rPr lang="fr-FR" sz="1200" b="0" i="1" smtClean="0">
                          <a:latin typeface="Cambria Math" panose="02040503050406030204" pitchFamily="18" charset="0"/>
                        </a:rPr>
                        <m:t> </m:t>
                      </m:r>
                      <m:r>
                        <a:rPr lang="fr-FR" sz="1200" b="0" i="1" smtClean="0">
                          <a:latin typeface="Cambria Math" panose="02040503050406030204" pitchFamily="18" charset="0"/>
                        </a:rPr>
                        <m:t>𝑛</m:t>
                      </m:r>
                    </m:oMath>
                  </m:oMathPara>
                </a14:m>
                <a:endParaRPr lang="en-US" sz="1200" dirty="0"/>
              </a:p>
            </p:txBody>
          </p:sp>
        </mc:Choice>
        <mc:Fallback xmlns="">
          <p:sp>
            <p:nvSpPr>
              <p:cNvPr id="23" name="ZoneTexte 22">
                <a:extLst>
                  <a:ext uri="{FF2B5EF4-FFF2-40B4-BE49-F238E27FC236}">
                    <a16:creationId xmlns:a16="http://schemas.microsoft.com/office/drawing/2014/main" id="{3F2E26A3-2380-6203-764F-E1D4ABBE684A}"/>
                  </a:ext>
                </a:extLst>
              </p:cNvPr>
              <p:cNvSpPr txBox="1">
                <a:spLocks noRot="1" noChangeAspect="1" noMove="1" noResize="1" noEditPoints="1" noAdjustHandles="1" noChangeArrowheads="1" noChangeShapeType="1" noTextEdit="1"/>
              </p:cNvSpPr>
              <p:nvPr/>
            </p:nvSpPr>
            <p:spPr>
              <a:xfrm>
                <a:off x="1888852" y="3995644"/>
                <a:ext cx="656398"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D266A307-056E-34E5-826A-852F898920D4}"/>
                  </a:ext>
                </a:extLst>
              </p:cNvPr>
              <p:cNvSpPr txBox="1"/>
              <p:nvPr/>
            </p:nvSpPr>
            <p:spPr>
              <a:xfrm>
                <a:off x="3741050" y="2990967"/>
                <a:ext cx="1429658" cy="109568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fr-FR" sz="1200" i="1">
                              <a:latin typeface="Cambria Math" panose="02040503050406030204" pitchFamily="18" charset="0"/>
                            </a:rPr>
                          </m:ctrlPr>
                        </m:dPr>
                        <m:e>
                          <m:m>
                            <m:mPr>
                              <m:mcs>
                                <m:mc>
                                  <m:mcPr>
                                    <m:count m:val="1"/>
                                    <m:mcJc m:val="center"/>
                                  </m:mcPr>
                                </m:mc>
                              </m:mcs>
                              <m:ctrlPr>
                                <a:rPr lang="fr-FR" sz="1200" i="1">
                                  <a:latin typeface="Cambria Math" panose="02040503050406030204" pitchFamily="18" charset="0"/>
                                </a:rPr>
                              </m:ctrlPr>
                            </m:mPr>
                            <m:mr>
                              <m:e>
                                <m:m>
                                  <m:mPr>
                                    <m:mcs>
                                      <m:mc>
                                        <m:mcPr>
                                          <m:count m:val="1"/>
                                          <m:mcJc m:val="center"/>
                                        </m:mcPr>
                                      </m:mc>
                                    </m:mcs>
                                    <m:ctrlPr>
                                      <a:rPr lang="fr-FR" sz="1200" i="1">
                                        <a:latin typeface="Cambria Math" panose="02040503050406030204" pitchFamily="18" charset="0"/>
                                      </a:rPr>
                                    </m:ctrlPr>
                                  </m:mPr>
                                  <m:mr>
                                    <m:e>
                                      <m:r>
                                        <a:rPr lang="fr-FR" sz="1200" i="1">
                                          <a:latin typeface="Cambria Math" panose="02040503050406030204" pitchFamily="18" charset="0"/>
                                        </a:rPr>
                                        <m:t>1</m:t>
                                      </m:r>
                                    </m:e>
                                  </m:mr>
                                  <m:mr>
                                    <m:e>
                                      <m:r>
                                        <a:rPr lang="fr-FR" sz="1200" i="1">
                                          <a:latin typeface="Cambria Math" panose="02040503050406030204" pitchFamily="18" charset="0"/>
                                        </a:rPr>
                                        <m:t>0</m:t>
                                      </m:r>
                                    </m:e>
                                  </m:mr>
                                  <m:mr>
                                    <m:e>
                                      <m:r>
                                        <a:rPr lang="fr-FR" sz="1200" i="1">
                                          <a:latin typeface="Cambria Math" panose="02040503050406030204" pitchFamily="18" charset="0"/>
                                        </a:rPr>
                                        <m:t>0</m:t>
                                      </m:r>
                                    </m:e>
                                  </m:mr>
                                </m:m>
                              </m:e>
                            </m:mr>
                            <m:mr>
                              <m:e>
                                <m:m>
                                  <m:mPr>
                                    <m:mcs>
                                      <m:mc>
                                        <m:mcPr>
                                          <m:count m:val="1"/>
                                          <m:mcJc m:val="center"/>
                                        </m:mcPr>
                                      </m:mc>
                                    </m:mcs>
                                    <m:ctrlPr>
                                      <a:rPr lang="fr-FR" sz="1200" i="1">
                                        <a:latin typeface="Cambria Math" panose="02040503050406030204" pitchFamily="18" charset="0"/>
                                      </a:rPr>
                                    </m:ctrlPr>
                                  </m:mPr>
                                  <m:mr>
                                    <m:e>
                                      <m:r>
                                        <m:rPr>
                                          <m:brk m:alnAt="7"/>
                                        </m:rPr>
                                        <a:rPr lang="fr-FR" sz="1200" i="1">
                                          <a:latin typeface="Cambria Math" panose="02040503050406030204" pitchFamily="18" charset="0"/>
                                        </a:rPr>
                                        <m:t>2</m:t>
                                      </m:r>
                                    </m:e>
                                  </m:mr>
                                  <m:mr>
                                    <m:e>
                                      <m:r>
                                        <a:rPr lang="fr-FR" sz="1200" i="1">
                                          <a:latin typeface="Cambria Math" panose="02040503050406030204" pitchFamily="18" charset="0"/>
                                        </a:rPr>
                                        <m:t>…</m:t>
                                      </m:r>
                                    </m:e>
                                  </m:mr>
                                  <m:mr>
                                    <m:e>
                                      <m:r>
                                        <a:rPr lang="fr-FR" sz="1200" i="1">
                                          <a:latin typeface="Cambria Math" panose="02040503050406030204" pitchFamily="18" charset="0"/>
                                        </a:rPr>
                                        <m:t>𝑚</m:t>
                                      </m:r>
                                    </m:e>
                                  </m:mr>
                                </m:m>
                              </m:e>
                            </m:mr>
                          </m:m>
                        </m:e>
                      </m:d>
                    </m:oMath>
                  </m:oMathPara>
                </a14:m>
                <a:endParaRPr lang="en-US" sz="1200" dirty="0"/>
              </a:p>
            </p:txBody>
          </p:sp>
        </mc:Choice>
        <mc:Fallback xmlns="">
          <p:sp>
            <p:nvSpPr>
              <p:cNvPr id="24" name="ZoneTexte 23">
                <a:extLst>
                  <a:ext uri="{FF2B5EF4-FFF2-40B4-BE49-F238E27FC236}">
                    <a16:creationId xmlns:a16="http://schemas.microsoft.com/office/drawing/2014/main" id="{D266A307-056E-34E5-826A-852F898920D4}"/>
                  </a:ext>
                </a:extLst>
              </p:cNvPr>
              <p:cNvSpPr txBox="1">
                <a:spLocks noRot="1" noChangeAspect="1" noMove="1" noResize="1" noEditPoints="1" noAdjustHandles="1" noChangeArrowheads="1" noChangeShapeType="1" noTextEdit="1"/>
              </p:cNvSpPr>
              <p:nvPr/>
            </p:nvSpPr>
            <p:spPr>
              <a:xfrm>
                <a:off x="3741050" y="2990967"/>
                <a:ext cx="1429658" cy="109568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73E90278-A6B9-0A72-9703-8F518844D30D}"/>
                  </a:ext>
                </a:extLst>
              </p:cNvPr>
              <p:cNvSpPr txBox="1"/>
              <p:nvPr/>
            </p:nvSpPr>
            <p:spPr>
              <a:xfrm>
                <a:off x="4900558" y="3380016"/>
                <a:ext cx="656398"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𝑆𝑖𝑧𝑒</m:t>
                      </m:r>
                      <m:r>
                        <a:rPr lang="fr-FR" sz="1200" b="0" i="1" smtClean="0">
                          <a:latin typeface="Cambria Math" panose="02040503050406030204" pitchFamily="18" charset="0"/>
                        </a:rPr>
                        <m:t> </m:t>
                      </m:r>
                      <m:r>
                        <a:rPr lang="fr-FR" sz="1200" b="0" i="1" smtClean="0">
                          <a:latin typeface="Cambria Math" panose="02040503050406030204" pitchFamily="18" charset="0"/>
                        </a:rPr>
                        <m:t>𝑛</m:t>
                      </m:r>
                    </m:oMath>
                  </m:oMathPara>
                </a14:m>
                <a:endParaRPr lang="en-US" sz="1200" dirty="0"/>
              </a:p>
            </p:txBody>
          </p:sp>
        </mc:Choice>
        <mc:Fallback xmlns="">
          <p:sp>
            <p:nvSpPr>
              <p:cNvPr id="25" name="ZoneTexte 24">
                <a:extLst>
                  <a:ext uri="{FF2B5EF4-FFF2-40B4-BE49-F238E27FC236}">
                    <a16:creationId xmlns:a16="http://schemas.microsoft.com/office/drawing/2014/main" id="{73E90278-A6B9-0A72-9703-8F518844D30D}"/>
                  </a:ext>
                </a:extLst>
              </p:cNvPr>
              <p:cNvSpPr txBox="1">
                <a:spLocks noRot="1" noChangeAspect="1" noMove="1" noResize="1" noEditPoints="1" noAdjustHandles="1" noChangeArrowheads="1" noChangeShapeType="1" noTextEdit="1"/>
              </p:cNvSpPr>
              <p:nvPr/>
            </p:nvSpPr>
            <p:spPr>
              <a:xfrm>
                <a:off x="4900558" y="3380016"/>
                <a:ext cx="656398" cy="276999"/>
              </a:xfrm>
              <a:prstGeom prst="rect">
                <a:avLst/>
              </a:prstGeom>
              <a:blipFill>
                <a:blip r:embed="rId6"/>
                <a:stretch>
                  <a:fillRect/>
                </a:stretch>
              </a:blipFill>
            </p:spPr>
            <p:txBody>
              <a:bodyPr/>
              <a:lstStyle/>
              <a:p>
                <a:r>
                  <a:rPr lang="en-US">
                    <a:noFill/>
                  </a:rPr>
                  <a:t> </a:t>
                </a:r>
              </a:p>
            </p:txBody>
          </p:sp>
        </mc:Fallback>
      </mc:AlternateContent>
      <p:sp>
        <p:nvSpPr>
          <p:cNvPr id="26" name="Google Shape;4403;p38">
            <a:extLst>
              <a:ext uri="{FF2B5EF4-FFF2-40B4-BE49-F238E27FC236}">
                <a16:creationId xmlns:a16="http://schemas.microsoft.com/office/drawing/2014/main" id="{6254F8DA-B030-1D35-7480-4C47307B0CC6}"/>
              </a:ext>
            </a:extLst>
          </p:cNvPr>
          <p:cNvSpPr txBox="1">
            <a:spLocks/>
          </p:cNvSpPr>
          <p:nvPr/>
        </p:nvSpPr>
        <p:spPr>
          <a:xfrm>
            <a:off x="6301948" y="2235884"/>
            <a:ext cx="2527096" cy="3358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algn="ctr">
              <a:defRPr sz="1200"/>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dirty="0"/>
              <a:t>The </a:t>
            </a:r>
            <a:r>
              <a:rPr lang="en-US" dirty="0"/>
              <a:t>Triangular-Matrix</a:t>
            </a:r>
            <a:r>
              <a:rPr lang="fr-FR" dirty="0"/>
              <a:t> Method</a:t>
            </a:r>
            <a:endParaRPr lang="en-US" dirty="0"/>
          </a:p>
        </p:txBody>
      </p:sp>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0F9B9EC6-F393-6A3E-A1FA-0EBADD4ECDFB}"/>
                  </a:ext>
                </a:extLst>
              </p:cNvPr>
              <p:cNvSpPr txBox="1"/>
              <p:nvPr/>
            </p:nvSpPr>
            <p:spPr>
              <a:xfrm>
                <a:off x="6139477" y="2829320"/>
                <a:ext cx="2939126" cy="1257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 </m:t>
                            </m:r>
                          </m:e>
                          <m:e>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1</m:t>
                                        </m:r>
                                      </m:e>
                                      <m:e>
                                        <m:r>
                                          <a:rPr lang="fr-FR" sz="1200" i="1" dirty="0">
                                            <a:latin typeface="Cambria Math" panose="02040503050406030204" pitchFamily="18" charset="0"/>
                                            <a:ea typeface="Cambria Math" panose="02040503050406030204" pitchFamily="18" charset="0"/>
                                          </a:rPr>
                                          <m:t>2</m:t>
                                        </m:r>
                                      </m:e>
                                      <m:e>
                                        <m:r>
                                          <a:rPr lang="fr-FR" sz="1200" i="1" dirty="0">
                                            <a:latin typeface="Cambria Math" panose="02040503050406030204" pitchFamily="18" charset="0"/>
                                            <a:ea typeface="Cambria Math" panose="02040503050406030204" pitchFamily="18" charset="0"/>
                                          </a:rPr>
                                          <m:t>3</m:t>
                                        </m:r>
                                      </m:e>
                                    </m:mr>
                                  </m:m>
                                </m:e>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4</m:t>
                                        </m:r>
                                      </m:e>
                                      <m:e>
                                        <m:r>
                                          <a:rPr lang="fr-FR" sz="1200" i="1" dirty="0">
                                            <a:latin typeface="Cambria Math" panose="02040503050406030204" pitchFamily="18" charset="0"/>
                                            <a:ea typeface="Cambria Math" panose="02040503050406030204" pitchFamily="18" charset="0"/>
                                          </a:rPr>
                                          <m:t>5</m:t>
                                        </m:r>
                                      </m:e>
                                      <m:e>
                                        <m:r>
                                          <a:rPr lang="fr-FR" sz="1200" b="0" i="1" dirty="0" smtClean="0">
                                            <a:latin typeface="Cambria Math" panose="02040503050406030204" pitchFamily="18" charset="0"/>
                                            <a:ea typeface="Cambria Math" panose="02040503050406030204" pitchFamily="18" charset="0"/>
                                          </a:rPr>
                                          <m:t>𝑚</m:t>
                                        </m:r>
                                      </m:e>
                                    </m:mr>
                                  </m:m>
                                </m:e>
                              </m:mr>
                            </m:m>
                          </m:e>
                        </m:m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1</m:t>
                                        </m:r>
                                      </m:e>
                                    </m:mr>
                                    <m:mr>
                                      <m:e>
                                        <m:r>
                                          <a:rPr lang="fr-FR" sz="1200" i="1" dirty="0">
                                            <a:latin typeface="Cambria Math" panose="02040503050406030204" pitchFamily="18" charset="0"/>
                                            <a:ea typeface="Cambria Math" panose="02040503050406030204" pitchFamily="18" charset="0"/>
                                          </a:rPr>
                                          <m:t>2</m:t>
                                        </m:r>
                                      </m:e>
                                    </m:mr>
                                    <m:mr>
                                      <m:e>
                                        <m:r>
                                          <a:rPr lang="fr-FR" sz="1200" i="1" dirty="0">
                                            <a:latin typeface="Cambria Math" panose="02040503050406030204" pitchFamily="18" charset="0"/>
                                            <a:ea typeface="Cambria Math" panose="02040503050406030204" pitchFamily="18" charset="0"/>
                                          </a:rPr>
                                          <m:t>3</m:t>
                                        </m:r>
                                      </m:e>
                                    </m:mr>
                                  </m:m>
                                </m:e>
                              </m:mr>
                              <m:mr>
                                <m:e>
                                  <m:m>
                                    <m:mPr>
                                      <m:mcs>
                                        <m:mc>
                                          <m:mcPr>
                                            <m:count m:val="1"/>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4</m:t>
                                        </m:r>
                                      </m:e>
                                    </m:mr>
                                    <m:mr>
                                      <m:e>
                                        <m:r>
                                          <a:rPr lang="fr-FR" sz="1200" i="1" dirty="0">
                                            <a:latin typeface="Cambria Math" panose="02040503050406030204" pitchFamily="18" charset="0"/>
                                            <a:ea typeface="Cambria Math" panose="02040503050406030204" pitchFamily="18" charset="0"/>
                                          </a:rPr>
                                          <m:t>5</m:t>
                                        </m:r>
                                      </m:e>
                                    </m:mr>
                                    <m:mr>
                                      <m:e>
                                        <m:r>
                                          <a:rPr lang="fr-FR" sz="1200" b="0" i="1" dirty="0" smtClean="0">
                                            <a:latin typeface="Cambria Math" panose="02040503050406030204" pitchFamily="18" charset="0"/>
                                            <a:ea typeface="Cambria Math" panose="02040503050406030204" pitchFamily="18" charset="0"/>
                                          </a:rPr>
                                          <m:t>𝑚</m:t>
                                        </m:r>
                                      </m:e>
                                    </m:mr>
                                  </m:m>
                                </m:e>
                              </m:mr>
                            </m:m>
                          </m:e>
                          <m:e>
                            <m:d>
                              <m:dPr>
                                <m:begChr m:val="{"/>
                                <m:endChr m:val="}"/>
                                <m:ctrlPr>
                                  <a:rPr lang="fr-FR" sz="1200" b="0" i="1" dirty="0" smtClean="0">
                                    <a:latin typeface="Cambria Math" panose="02040503050406030204" pitchFamily="18" charset="0"/>
                                    <a:ea typeface="Cambria Math" panose="02040503050406030204" pitchFamily="18" charset="0"/>
                                  </a:rPr>
                                </m:ctrlPr>
                              </m:dPr>
                              <m:e>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 </m:t>
                                            </m:r>
                                          </m:e>
                                          <m:e>
                                            <m:r>
                                              <a:rPr lang="fr-FR" sz="1200" i="1" dirty="0" smtClean="0">
                                                <a:solidFill>
                                                  <a:srgbClr val="00B050"/>
                                                </a:solidFill>
                                                <a:latin typeface="Cambria Math" panose="02040503050406030204" pitchFamily="18" charset="0"/>
                                                <a:ea typeface="Cambria Math" panose="02040503050406030204" pitchFamily="18" charset="0"/>
                                              </a:rPr>
                                              <m:t>0</m:t>
                                            </m:r>
                                          </m:e>
                                          <m:e>
                                            <m:r>
                                              <a:rPr lang="fr-FR" sz="1200" i="1" dirty="0" smtClean="0">
                                                <a:solidFill>
                                                  <a:srgbClr val="0070C0"/>
                                                </a:solidFill>
                                                <a:latin typeface="Cambria Math" panose="02040503050406030204" pitchFamily="18" charset="0"/>
                                                <a:ea typeface="Cambria Math" panose="02040503050406030204" pitchFamily="18" charset="0"/>
                                              </a:rPr>
                                              <m:t>1</m:t>
                                            </m:r>
                                          </m:e>
                                        </m:mr>
                                        <m:mr>
                                          <m:e>
                                            <m:r>
                                              <a:rPr lang="fr-FR" sz="1200" i="1" dirty="0" smtClean="0">
                                                <a:solidFill>
                                                  <a:srgbClr val="00B050"/>
                                                </a:solidFill>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 </m:t>
                                            </m:r>
                                          </m:e>
                                          <m:e>
                                            <m:r>
                                              <a:rPr lang="fr-FR" sz="1200" i="1" dirty="0">
                                                <a:latin typeface="Cambria Math" panose="02040503050406030204" pitchFamily="18" charset="0"/>
                                                <a:ea typeface="Cambria Math" panose="02040503050406030204" pitchFamily="18" charset="0"/>
                                              </a:rPr>
                                              <m:t>0</m:t>
                                            </m:r>
                                          </m:e>
                                        </m:mr>
                                        <m:mr>
                                          <m:e>
                                            <m:r>
                                              <a:rPr lang="fr-FR" sz="1200" i="1" dirty="0" smtClean="0">
                                                <a:solidFill>
                                                  <a:srgbClr val="0070C0"/>
                                                </a:solidFill>
                                                <a:latin typeface="Cambria Math" panose="02040503050406030204" pitchFamily="18" charset="0"/>
                                                <a:ea typeface="Cambria Math" panose="02040503050406030204" pitchFamily="18" charset="0"/>
                                              </a:rPr>
                                              <m:t>1</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 </m:t>
                                            </m:r>
                                          </m:e>
                                        </m:mr>
                                      </m:m>
                                    </m:e>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1</m:t>
                                            </m:r>
                                          </m:e>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5</m:t>
                                            </m:r>
                                          </m:e>
                                        </m:mr>
                                        <m:mr>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2</m:t>
                                            </m:r>
                                          </m:e>
                                          <m:e>
                                            <m:r>
                                              <a:rPr lang="fr-FR" sz="1200" i="1" dirty="0">
                                                <a:latin typeface="Cambria Math" panose="02040503050406030204" pitchFamily="18" charset="0"/>
                                                <a:ea typeface="Cambria Math" panose="02040503050406030204" pitchFamily="18" charset="0"/>
                                              </a:rPr>
                                              <m:t>0</m:t>
                                            </m:r>
                                          </m:e>
                                        </m:mr>
                                        <m:mr>
                                          <m:e>
                                            <m:r>
                                              <a:rPr lang="fr-FR" sz="1200" i="1" dirty="0">
                                                <a:latin typeface="Cambria Math" panose="02040503050406030204" pitchFamily="18" charset="0"/>
                                                <a:ea typeface="Cambria Math" panose="02040503050406030204" pitchFamily="18" charset="0"/>
                                              </a:rPr>
                                              <m:t>3</m:t>
                                            </m:r>
                                          </m:e>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0</m:t>
                                            </m:r>
                                          </m:e>
                                        </m:mr>
                                      </m:m>
                                    </m:e>
                                  </m:mr>
                                  <m:mr>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3</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2</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5</m:t>
                                            </m:r>
                                          </m:e>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solidFill>
                                                  <a:schemeClr val="accent1">
                                                    <a:lumMod val="50000"/>
                                                  </a:schemeClr>
                                                </a:solidFill>
                                                <a:latin typeface="Cambria Math" panose="02040503050406030204" pitchFamily="18" charset="0"/>
                                                <a:ea typeface="Cambria Math" panose="02040503050406030204" pitchFamily="18" charset="0"/>
                                              </a:rPr>
                                              <m:t>1</m:t>
                                            </m:r>
                                          </m:e>
                                        </m:mr>
                                      </m:m>
                                    </m:e>
                                    <m:e>
                                      <m:m>
                                        <m:mPr>
                                          <m:mcs>
                                            <m:mc>
                                              <m:mcPr>
                                                <m:count m:val="3"/>
                                                <m:mcJc m:val="center"/>
                                              </m:mcPr>
                                            </m:mc>
                                          </m:mcs>
                                          <m:ctrlPr>
                                            <a:rPr lang="fr-FR" sz="1200" i="1" dirty="0">
                                              <a:latin typeface="Cambria Math" panose="02040503050406030204" pitchFamily="18" charset="0"/>
                                              <a:ea typeface="Cambria Math" panose="02040503050406030204" pitchFamily="18" charset="0"/>
                                            </a:rPr>
                                          </m:ctrlPr>
                                        </m:mPr>
                                        <m:mr>
                                          <m:e>
                                            <m:r>
                                              <m:rPr>
                                                <m:brk m:alnAt="7"/>
                                              </m:rPr>
                                              <a:rPr lang="fr-FR" sz="1200" i="1" dirty="0">
                                                <a:latin typeface="Cambria Math" panose="02040503050406030204" pitchFamily="18" charset="0"/>
                                                <a:ea typeface="Cambria Math" panose="02040503050406030204" pitchFamily="18" charset="0"/>
                                              </a:rPr>
                                              <m:t> </m:t>
                                            </m:r>
                                          </m:e>
                                          <m:e>
                                            <m:r>
                                              <a:rPr lang="fr-FR" sz="1200" i="1" dirty="0">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4</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0</m:t>
                                            </m:r>
                                          </m:e>
                                          <m:e>
                                            <m:r>
                                              <a:rPr lang="fr-FR" sz="1200" i="1" dirty="0">
                                                <a:latin typeface="Cambria Math" panose="02040503050406030204" pitchFamily="18" charset="0"/>
                                                <a:ea typeface="Cambria Math" panose="02040503050406030204" pitchFamily="18" charset="0"/>
                                              </a:rPr>
                                              <m:t> </m:t>
                                            </m:r>
                                          </m:e>
                                          <m:e>
                                            <m:r>
                                              <a:rPr lang="fr-FR" sz="1200" i="1" dirty="0">
                                                <a:latin typeface="Cambria Math" panose="02040503050406030204" pitchFamily="18" charset="0"/>
                                                <a:ea typeface="Cambria Math" panose="02040503050406030204" pitchFamily="18" charset="0"/>
                                              </a:rPr>
                                              <m:t>2</m:t>
                                            </m:r>
                                          </m:e>
                                        </m:mr>
                                        <m:mr>
                                          <m:e>
                                            <m:r>
                                              <a:rPr lang="fr-FR" sz="1200" i="1" dirty="0">
                                                <a:solidFill>
                                                  <a:schemeClr val="accent1">
                                                    <a:lumMod val="50000"/>
                                                  </a:schemeClr>
                                                </a:solidFill>
                                                <a:latin typeface="Cambria Math" panose="02040503050406030204" pitchFamily="18" charset="0"/>
                                                <a:ea typeface="Cambria Math" panose="02040503050406030204" pitchFamily="18" charset="0"/>
                                              </a:rPr>
                                              <m:t>4</m:t>
                                            </m:r>
                                          </m:e>
                                          <m:e>
                                            <m:r>
                                              <a:rPr lang="fr-FR" sz="1200" i="1" dirty="0">
                                                <a:solidFill>
                                                  <a:schemeClr val="accent1">
                                                    <a:lumMod val="50000"/>
                                                  </a:schemeClr>
                                                </a:solidFill>
                                                <a:latin typeface="Cambria Math" panose="02040503050406030204" pitchFamily="18" charset="0"/>
                                                <a:ea typeface="Cambria Math" panose="02040503050406030204" pitchFamily="18" charset="0"/>
                                              </a:rPr>
                                              <m:t>2</m:t>
                                            </m:r>
                                          </m:e>
                                          <m:e>
                                            <m:r>
                                              <a:rPr lang="fr-FR" sz="1200" i="1" dirty="0">
                                                <a:latin typeface="Cambria Math" panose="02040503050406030204" pitchFamily="18" charset="0"/>
                                                <a:ea typeface="Cambria Math" panose="02040503050406030204" pitchFamily="18" charset="0"/>
                                              </a:rPr>
                                              <m:t> </m:t>
                                            </m:r>
                                          </m:e>
                                        </m:mr>
                                      </m:m>
                                    </m:e>
                                  </m:mr>
                                </m:m>
                              </m:e>
                            </m:d>
                          </m:e>
                        </m:mr>
                      </m:m>
                      <m:r>
                        <a:rPr lang="fr-FR" sz="1200" b="0" i="1" dirty="0" smtClean="0">
                          <a:latin typeface="Cambria Math" panose="02040503050406030204" pitchFamily="18" charset="0"/>
                          <a:ea typeface="Cambria Math" panose="02040503050406030204" pitchFamily="18" charset="0"/>
                        </a:rPr>
                        <m:t>⟶</m:t>
                      </m:r>
                      <m:m>
                        <m:mPr>
                          <m:mcs>
                            <m:mc>
                              <m:mcPr>
                                <m:count m:val="2"/>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1</m:t>
                                        </m:r>
                                      </m:e>
                                    </m:mr>
                                    <m:mr>
                                      <m:e>
                                        <m:r>
                                          <a:rPr lang="fr-FR" sz="1200" b="0" i="1" dirty="0" smtClean="0">
                                            <a:latin typeface="Cambria Math" panose="02040503050406030204" pitchFamily="18" charset="0"/>
                                            <a:ea typeface="Cambria Math" panose="02040503050406030204" pitchFamily="18" charset="0"/>
                                          </a:rPr>
                                          <m:t>2</m:t>
                                        </m:r>
                                      </m:e>
                                    </m:mr>
                                    <m:mr>
                                      <m:e>
                                        <m:r>
                                          <a:rPr lang="fr-FR" sz="1200" b="0" i="1" dirty="0" smtClean="0">
                                            <a:latin typeface="Cambria Math" panose="02040503050406030204" pitchFamily="18" charset="0"/>
                                            <a:ea typeface="Cambria Math" panose="02040503050406030204" pitchFamily="18" charset="0"/>
                                          </a:rPr>
                                          <m:t>3</m:t>
                                        </m:r>
                                      </m:e>
                                    </m:mr>
                                  </m:m>
                                </m:e>
                              </m:m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4</m:t>
                                        </m:r>
                                      </m:e>
                                    </m:mr>
                                    <m:mr>
                                      <m:e>
                                        <m:r>
                                          <a:rPr lang="fr-FR" sz="1200" b="0" i="1" dirty="0" smtClean="0">
                                            <a:latin typeface="Cambria Math" panose="02040503050406030204" pitchFamily="18" charset="0"/>
                                            <a:ea typeface="Cambria Math" panose="02040503050406030204" pitchFamily="18" charset="0"/>
                                          </a:rPr>
                                          <m:t>…</m:t>
                                        </m:r>
                                      </m:e>
                                    </m:mr>
                                    <m:mr>
                                      <m:e>
                                        <m:r>
                                          <a:rPr lang="fr-FR" sz="1200" b="0" i="1" dirty="0" smtClean="0">
                                            <a:latin typeface="Cambria Math" panose="02040503050406030204" pitchFamily="18" charset="0"/>
                                            <a:ea typeface="Cambria Math" panose="02040503050406030204" pitchFamily="18" charset="0"/>
                                          </a:rPr>
                                          <m:t>𝑘</m:t>
                                        </m:r>
                                      </m:e>
                                    </m:mr>
                                  </m:m>
                                </m:e>
                              </m:mr>
                            </m:m>
                          </m:e>
                          <m:e>
                            <m:d>
                              <m:dPr>
                                <m:begChr m:val="{"/>
                                <m:endChr m:val="}"/>
                                <m:ctrlPr>
                                  <a:rPr lang="fr-FR" sz="1200" b="0" i="1" dirty="0" smtClean="0">
                                    <a:latin typeface="Cambria Math" panose="02040503050406030204" pitchFamily="18" charset="0"/>
                                    <a:ea typeface="Cambria Math" panose="02040503050406030204" pitchFamily="18" charset="0"/>
                                  </a:rPr>
                                </m:ctrlPr>
                              </m:dP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solidFill>
                                                  <a:srgbClr val="00B050"/>
                                                </a:solidFill>
                                                <a:latin typeface="Cambria Math" panose="02040503050406030204" pitchFamily="18" charset="0"/>
                                                <a:ea typeface="Cambria Math" panose="02040503050406030204" pitchFamily="18" charset="0"/>
                                              </a:rPr>
                                              <m:t>0</m:t>
                                            </m:r>
                                          </m:e>
                                        </m:mr>
                                        <m:mr>
                                          <m:e>
                                            <m:r>
                                              <a:rPr lang="fr-FR" sz="1200" b="0" i="1" dirty="0" smtClean="0">
                                                <a:solidFill>
                                                  <a:srgbClr val="0070C0"/>
                                                </a:solidFill>
                                                <a:latin typeface="Cambria Math" panose="02040503050406030204" pitchFamily="18" charset="0"/>
                                                <a:ea typeface="Cambria Math" panose="02040503050406030204" pitchFamily="18" charset="0"/>
                                              </a:rPr>
                                              <m:t>1</m:t>
                                            </m:r>
                                          </m:e>
                                        </m:mr>
                                        <m:mr>
                                          <m:e>
                                            <m:r>
                                              <a:rPr lang="fr-FR" sz="1200" b="0" i="1" dirty="0" smtClean="0">
                                                <a:latin typeface="Cambria Math" panose="02040503050406030204" pitchFamily="18" charset="0"/>
                                                <a:ea typeface="Cambria Math" panose="02040503050406030204" pitchFamily="18" charset="0"/>
                                              </a:rPr>
                                              <m:t>1</m:t>
                                            </m:r>
                                          </m:e>
                                        </m:mr>
                                      </m:m>
                                    </m:e>
                                  </m:mr>
                                  <m:mr>
                                    <m:e>
                                      <m:m>
                                        <m:mPr>
                                          <m:mcs>
                                            <m:mc>
                                              <m:mcPr>
                                                <m:count m:val="1"/>
                                                <m:mcJc m:val="center"/>
                                              </m:mcPr>
                                            </m:mc>
                                          </m:mcs>
                                          <m:ctrlPr>
                                            <a:rPr lang="fr-FR" sz="1200" b="0" i="1" dirty="0" smtClean="0">
                                              <a:latin typeface="Cambria Math" panose="02040503050406030204" pitchFamily="18" charset="0"/>
                                              <a:ea typeface="Cambria Math" panose="02040503050406030204" pitchFamily="18" charset="0"/>
                                            </a:rPr>
                                          </m:ctrlPr>
                                        </m:mPr>
                                        <m:mr>
                                          <m:e>
                                            <m:r>
                                              <m:rPr>
                                                <m:brk m:alnAt="7"/>
                                              </m:rPr>
                                              <a:rPr lang="fr-FR" sz="1200" b="0" i="1" dirty="0" smtClean="0">
                                                <a:latin typeface="Cambria Math" panose="02040503050406030204" pitchFamily="18" charset="0"/>
                                                <a:ea typeface="Cambria Math" panose="02040503050406030204" pitchFamily="18" charset="0"/>
                                              </a:rPr>
                                              <m:t>0</m:t>
                                            </m:r>
                                          </m:e>
                                        </m:mr>
                                        <m:mr>
                                          <m:e>
                                            <m:r>
                                              <a:rPr lang="fr-FR" sz="1200" b="0" i="1" dirty="0" smtClean="0">
                                                <a:latin typeface="Cambria Math" panose="02040503050406030204" pitchFamily="18" charset="0"/>
                                                <a:ea typeface="Cambria Math" panose="02040503050406030204" pitchFamily="18" charset="0"/>
                                              </a:rPr>
                                              <m:t>…</m:t>
                                            </m:r>
                                          </m:e>
                                        </m:mr>
                                        <m:mr>
                                          <m:e>
                                            <m:r>
                                              <a:rPr lang="fr-FR" sz="1200" b="0" i="1" dirty="0" smtClean="0">
                                                <a:latin typeface="Cambria Math" panose="02040503050406030204" pitchFamily="18" charset="0"/>
                                                <a:ea typeface="Cambria Math" panose="02040503050406030204" pitchFamily="18" charset="0"/>
                                              </a:rPr>
                                              <m:t>2</m:t>
                                            </m:r>
                                          </m:e>
                                        </m:mr>
                                      </m:m>
                                    </m:e>
                                  </m:mr>
                                </m:m>
                              </m:e>
                            </m:d>
                          </m:e>
                        </m:mr>
                      </m:m>
                      <m:r>
                        <a:rPr lang="fr-FR" sz="1200" b="0" i="1" dirty="0" smtClean="0">
                          <a:latin typeface="Cambria Math" panose="02040503050406030204" pitchFamily="18" charset="0"/>
                          <a:ea typeface="Cambria Math" panose="02040503050406030204" pitchFamily="18" charset="0"/>
                        </a:rPr>
                        <m:t> </m:t>
                      </m:r>
                    </m:oMath>
                  </m:oMathPara>
                </a14:m>
                <a:endParaRPr lang="fr-FR" sz="1200" dirty="0">
                  <a:ea typeface="Cambria Math" panose="02040503050406030204" pitchFamily="18" charset="0"/>
                </a:endParaRPr>
              </a:p>
            </p:txBody>
          </p:sp>
        </mc:Choice>
        <mc:Fallback xmlns="">
          <p:sp>
            <p:nvSpPr>
              <p:cNvPr id="27" name="ZoneTexte 26">
                <a:extLst>
                  <a:ext uri="{FF2B5EF4-FFF2-40B4-BE49-F238E27FC236}">
                    <a16:creationId xmlns:a16="http://schemas.microsoft.com/office/drawing/2014/main" id="{0F9B9EC6-F393-6A3E-A1FA-0EBADD4ECDFB}"/>
                  </a:ext>
                </a:extLst>
              </p:cNvPr>
              <p:cNvSpPr txBox="1">
                <a:spLocks noRot="1" noChangeAspect="1" noMove="1" noResize="1" noEditPoints="1" noAdjustHandles="1" noChangeArrowheads="1" noChangeShapeType="1" noTextEdit="1"/>
              </p:cNvSpPr>
              <p:nvPr/>
            </p:nvSpPr>
            <p:spPr>
              <a:xfrm>
                <a:off x="6139477" y="2829320"/>
                <a:ext cx="2939126" cy="1257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971678B7-A983-0647-E524-3A06B6CEB8F7}"/>
                  </a:ext>
                </a:extLst>
              </p:cNvPr>
              <p:cNvSpPr txBox="1"/>
              <p:nvPr/>
            </p:nvSpPr>
            <p:spPr>
              <a:xfrm>
                <a:off x="7092239" y="4428742"/>
                <a:ext cx="1420389"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fr-FR" sz="1200" b="0" i="1" smtClean="0">
                          <a:latin typeface="Cambria Math" panose="02040503050406030204" pitchFamily="18" charset="0"/>
                        </a:rPr>
                        <m:t>𝑆𝑖𝑧𝑒</m:t>
                      </m:r>
                      <m:r>
                        <a:rPr lang="fr-FR" sz="1200" b="0" i="1" smtClean="0">
                          <a:latin typeface="Cambria Math" panose="02040503050406030204" pitchFamily="18" charset="0"/>
                        </a:rPr>
                        <m:t> </m:t>
                      </m:r>
                      <m:sSup>
                        <m:sSupPr>
                          <m:ctrlPr>
                            <a:rPr lang="fr-FR" sz="1200" b="0" i="1" smtClean="0">
                              <a:latin typeface="Cambria Math" panose="02040503050406030204" pitchFamily="18" charset="0"/>
                            </a:rPr>
                          </m:ctrlPr>
                        </m:sSupPr>
                        <m:e>
                          <m:r>
                            <a:rPr lang="fr-FR" sz="1200" b="0" i="1" smtClean="0">
                              <a:latin typeface="Cambria Math" panose="02040503050406030204" pitchFamily="18" charset="0"/>
                            </a:rPr>
                            <m:t>𝑛</m:t>
                          </m:r>
                        </m:e>
                        <m:sup>
                          <m:r>
                            <a:rPr lang="fr-FR" sz="1200" b="0" i="1" smtClean="0">
                              <a:latin typeface="Cambria Math" panose="02040503050406030204" pitchFamily="18" charset="0"/>
                            </a:rPr>
                            <m:t>2</m:t>
                          </m:r>
                        </m:sup>
                      </m:sSup>
                      <m:r>
                        <a:rPr lang="fr-FR" sz="1200" b="0" i="1" smtClean="0">
                          <a:latin typeface="Cambria Math" panose="02040503050406030204" pitchFamily="18" charset="0"/>
                          <a:ea typeface="Cambria Math" panose="02040503050406030204" pitchFamily="18" charset="0"/>
                        </a:rPr>
                        <m:t>⟶</m:t>
                      </m:r>
                      <m:f>
                        <m:fPr>
                          <m:ctrlPr>
                            <a:rPr lang="fr-FR" sz="1200" b="0" i="1" smtClean="0">
                              <a:latin typeface="Cambria Math" panose="02040503050406030204" pitchFamily="18" charset="0"/>
                              <a:ea typeface="Cambria Math" panose="02040503050406030204" pitchFamily="18" charset="0"/>
                            </a:rPr>
                          </m:ctrlPr>
                        </m:fPr>
                        <m:num>
                          <m:sSup>
                            <m:sSupPr>
                              <m:ctrlPr>
                                <a:rPr lang="fr-FR" sz="1200" b="0" i="1" smtClean="0">
                                  <a:latin typeface="Cambria Math" panose="02040503050406030204" pitchFamily="18" charset="0"/>
                                  <a:ea typeface="Cambria Math" panose="02040503050406030204" pitchFamily="18" charset="0"/>
                                </a:rPr>
                              </m:ctrlPr>
                            </m:sSupPr>
                            <m:e>
                              <m:r>
                                <a:rPr lang="fr-FR" sz="1200" b="0" i="1" smtClean="0">
                                  <a:latin typeface="Cambria Math" panose="02040503050406030204" pitchFamily="18" charset="0"/>
                                  <a:ea typeface="Cambria Math" panose="02040503050406030204" pitchFamily="18" charset="0"/>
                                </a:rPr>
                                <m:t>𝑚</m:t>
                              </m:r>
                            </m:e>
                            <m:sup>
                              <m:r>
                                <a:rPr lang="fr-FR" sz="1200" b="0" i="1" smtClean="0">
                                  <a:latin typeface="Cambria Math" panose="02040503050406030204" pitchFamily="18" charset="0"/>
                                  <a:ea typeface="Cambria Math" panose="02040503050406030204" pitchFamily="18" charset="0"/>
                                </a:rPr>
                                <m:t>2</m:t>
                              </m:r>
                            </m:sup>
                          </m:sSup>
                        </m:num>
                        <m:den>
                          <m:r>
                            <a:rPr lang="fr-FR" sz="1200" b="0" i="1" smtClean="0">
                              <a:latin typeface="Cambria Math" panose="02040503050406030204" pitchFamily="18" charset="0"/>
                              <a:ea typeface="Cambria Math" panose="02040503050406030204" pitchFamily="18" charset="0"/>
                            </a:rPr>
                            <m:t>2</m:t>
                          </m:r>
                        </m:den>
                      </m:f>
                    </m:oMath>
                  </m:oMathPara>
                </a14:m>
                <a:endParaRPr lang="en-US" sz="1200" dirty="0"/>
              </a:p>
            </p:txBody>
          </p:sp>
        </mc:Choice>
        <mc:Fallback xmlns="">
          <p:sp>
            <p:nvSpPr>
              <p:cNvPr id="28" name="ZoneTexte 27">
                <a:extLst>
                  <a:ext uri="{FF2B5EF4-FFF2-40B4-BE49-F238E27FC236}">
                    <a16:creationId xmlns:a16="http://schemas.microsoft.com/office/drawing/2014/main" id="{971678B7-A983-0647-E524-3A06B6CEB8F7}"/>
                  </a:ext>
                </a:extLst>
              </p:cNvPr>
              <p:cNvSpPr txBox="1">
                <a:spLocks noRot="1" noChangeAspect="1" noMove="1" noResize="1" noEditPoints="1" noAdjustHandles="1" noChangeArrowheads="1" noChangeShapeType="1" noTextEdit="1"/>
              </p:cNvSpPr>
              <p:nvPr/>
            </p:nvSpPr>
            <p:spPr>
              <a:xfrm>
                <a:off x="7092239" y="4428742"/>
                <a:ext cx="1420389" cy="461665"/>
              </a:xfrm>
              <a:prstGeom prst="rect">
                <a:avLst/>
              </a:prstGeom>
              <a:blipFill>
                <a:blip r:embed="rId9"/>
                <a:stretch>
                  <a:fillRect b="-1316"/>
                </a:stretch>
              </a:blipFill>
            </p:spPr>
            <p:txBody>
              <a:bodyPr/>
              <a:lstStyle/>
              <a:p>
                <a:r>
                  <a:rPr lang="en-US">
                    <a:noFill/>
                  </a:rPr>
                  <a:t> </a:t>
                </a:r>
              </a:p>
            </p:txBody>
          </p:sp>
        </mc:Fallback>
      </mc:AlternateContent>
    </p:spTree>
    <p:extLst>
      <p:ext uri="{BB962C8B-B14F-4D97-AF65-F5344CB8AC3E}">
        <p14:creationId xmlns:p14="http://schemas.microsoft.com/office/powerpoint/2010/main" val="249997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80">
          <a:extLst>
            <a:ext uri="{FF2B5EF4-FFF2-40B4-BE49-F238E27FC236}">
              <a16:creationId xmlns:a16="http://schemas.microsoft.com/office/drawing/2014/main" id="{485E8FDB-F3A7-8C33-8ABC-9184B00C1EA5}"/>
            </a:ext>
          </a:extLst>
        </p:cNvPr>
        <p:cNvGrpSpPr/>
        <p:nvPr/>
      </p:nvGrpSpPr>
      <p:grpSpPr>
        <a:xfrm>
          <a:off x="0" y="0"/>
          <a:ext cx="0" cy="0"/>
          <a:chOff x="0" y="0"/>
          <a:chExt cx="0" cy="0"/>
        </a:xfrm>
      </p:grpSpPr>
      <p:sp>
        <p:nvSpPr>
          <p:cNvPr id="4381" name="Google Shape;4381;p37">
            <a:extLst>
              <a:ext uri="{FF2B5EF4-FFF2-40B4-BE49-F238E27FC236}">
                <a16:creationId xmlns:a16="http://schemas.microsoft.com/office/drawing/2014/main" id="{B858847C-8FF5-2273-1243-661475484741}"/>
              </a:ext>
            </a:extLst>
          </p:cNvPr>
          <p:cNvSpPr txBox="1">
            <a:spLocks noGrp="1"/>
          </p:cNvSpPr>
          <p:nvPr>
            <p:ph type="title"/>
          </p:nvPr>
        </p:nvSpPr>
        <p:spPr>
          <a:xfrm>
            <a:off x="622250" y="1934525"/>
            <a:ext cx="3949800" cy="15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500" dirty="0"/>
              <a:t>A-PRIORI FOR ALL FREQUENT ITEMSETS</a:t>
            </a:r>
            <a:endParaRPr lang="fr-FR" sz="3500" dirty="0"/>
          </a:p>
        </p:txBody>
      </p:sp>
      <p:sp>
        <p:nvSpPr>
          <p:cNvPr id="4382" name="Google Shape;4382;p37">
            <a:extLst>
              <a:ext uri="{FF2B5EF4-FFF2-40B4-BE49-F238E27FC236}">
                <a16:creationId xmlns:a16="http://schemas.microsoft.com/office/drawing/2014/main" id="{258E2A04-06F2-AAB5-7668-D2774634C99A}"/>
              </a:ext>
            </a:extLst>
          </p:cNvPr>
          <p:cNvSpPr txBox="1">
            <a:spLocks noGrp="1"/>
          </p:cNvSpPr>
          <p:nvPr>
            <p:ph type="title" idx="2"/>
          </p:nvPr>
        </p:nvSpPr>
        <p:spPr>
          <a:xfrm>
            <a:off x="622250" y="953225"/>
            <a:ext cx="5039400" cy="98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pic>
        <p:nvPicPr>
          <p:cNvPr id="4384" name="Google Shape;4384;p37">
            <a:extLst>
              <a:ext uri="{FF2B5EF4-FFF2-40B4-BE49-F238E27FC236}">
                <a16:creationId xmlns:a16="http://schemas.microsoft.com/office/drawing/2014/main" id="{698B56ED-D67C-4604-002C-9C0F44AC2C8F}"/>
              </a:ext>
            </a:extLst>
          </p:cNvPr>
          <p:cNvPicPr preferRelativeResize="0"/>
          <p:nvPr/>
        </p:nvPicPr>
        <p:blipFill rotWithShape="1">
          <a:blip r:embed="rId3"/>
          <a:srcRect l="21849" r="21849"/>
          <a:stretch/>
        </p:blipFill>
        <p:spPr>
          <a:xfrm>
            <a:off x="5610355" y="1291787"/>
            <a:ext cx="2589000" cy="2586600"/>
          </a:xfrm>
          <a:prstGeom prst="ellipse">
            <a:avLst/>
          </a:prstGeom>
          <a:noFill/>
          <a:ln>
            <a:noFill/>
          </a:ln>
        </p:spPr>
      </p:pic>
      <p:sp>
        <p:nvSpPr>
          <p:cNvPr id="4385" name="Google Shape;4385;p37">
            <a:extLst>
              <a:ext uri="{FF2B5EF4-FFF2-40B4-BE49-F238E27FC236}">
                <a16:creationId xmlns:a16="http://schemas.microsoft.com/office/drawing/2014/main" id="{DE5CF391-93BC-8075-ACC3-D71BE7808912}"/>
              </a:ext>
            </a:extLst>
          </p:cNvPr>
          <p:cNvSpPr/>
          <p:nvPr/>
        </p:nvSpPr>
        <p:spPr>
          <a:xfrm>
            <a:off x="5449675" y="1131075"/>
            <a:ext cx="2910600" cy="2910600"/>
          </a:xfrm>
          <a:prstGeom prst="arc">
            <a:avLst>
              <a:gd name="adj1" fmla="val 16200000"/>
              <a:gd name="adj2" fmla="val 0"/>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Google Shape;4359;p35">
            <a:extLst>
              <a:ext uri="{FF2B5EF4-FFF2-40B4-BE49-F238E27FC236}">
                <a16:creationId xmlns:a16="http://schemas.microsoft.com/office/drawing/2014/main" id="{D8110667-DE95-1FC1-104E-761BDEB44A22}"/>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solidFill>
                  <a:schemeClr val="bg1"/>
                </a:solidFill>
              </a:rPr>
              <a:t>14</a:t>
            </a:r>
          </a:p>
        </p:txBody>
      </p:sp>
    </p:spTree>
    <p:extLst>
      <p:ext uri="{BB962C8B-B14F-4D97-AF65-F5344CB8AC3E}">
        <p14:creationId xmlns:p14="http://schemas.microsoft.com/office/powerpoint/2010/main" val="315932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81"/>
        <p:cNvGrpSpPr/>
        <p:nvPr/>
      </p:nvGrpSpPr>
      <p:grpSpPr>
        <a:xfrm>
          <a:off x="0" y="0"/>
          <a:ext cx="0" cy="0"/>
          <a:chOff x="0" y="0"/>
          <a:chExt cx="0" cy="0"/>
        </a:xfrm>
      </p:grpSpPr>
      <p:sp>
        <p:nvSpPr>
          <p:cNvPr id="8" name="Google Shape;4399;p38">
            <a:extLst>
              <a:ext uri="{FF2B5EF4-FFF2-40B4-BE49-F238E27FC236}">
                <a16:creationId xmlns:a16="http://schemas.microsoft.com/office/drawing/2014/main" id="{9C39A472-6235-B75C-0963-DE1E6755484B}"/>
              </a:ext>
            </a:extLst>
          </p:cNvPr>
          <p:cNvSpPr txBox="1">
            <a:spLocks/>
          </p:cNvSpPr>
          <p:nvPr/>
        </p:nvSpPr>
        <p:spPr>
          <a:xfrm>
            <a:off x="-1" y="181429"/>
            <a:ext cx="4201887"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500"/>
              <a:buFont typeface="Black Han Sans"/>
              <a:buNone/>
              <a:defRPr sz="48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3500"/>
              <a:buFont typeface="Black Han Sans"/>
              <a:buNone/>
              <a:defRPr sz="3500" b="0" i="0" u="none" strike="noStrike" cap="none">
                <a:solidFill>
                  <a:schemeClr val="lt2"/>
                </a:solidFill>
                <a:latin typeface="Black Han Sans"/>
                <a:ea typeface="Black Han Sans"/>
                <a:cs typeface="Black Han Sans"/>
                <a:sym typeface="Black Han Sans"/>
              </a:defRPr>
            </a:lvl9pPr>
          </a:lstStyle>
          <a:p>
            <a:pPr algn="l"/>
            <a:r>
              <a:rPr lang="en-US" sz="2400" dirty="0"/>
              <a:t>A-priori for all frequent itemsets</a:t>
            </a:r>
            <a:endParaRPr lang="en-US" sz="5400" dirty="0"/>
          </a:p>
        </p:txBody>
      </p:sp>
      <p:sp>
        <p:nvSpPr>
          <p:cNvPr id="9" name="Google Shape;4359;p35">
            <a:extLst>
              <a:ext uri="{FF2B5EF4-FFF2-40B4-BE49-F238E27FC236}">
                <a16:creationId xmlns:a16="http://schemas.microsoft.com/office/drawing/2014/main" id="{65069656-6117-C3B7-0AD6-2A33D84A6BB4}"/>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t>15</a:t>
            </a:r>
          </a:p>
        </p:txBody>
      </p:sp>
      <p:grpSp>
        <p:nvGrpSpPr>
          <p:cNvPr id="11" name="Groupe 10">
            <a:extLst>
              <a:ext uri="{FF2B5EF4-FFF2-40B4-BE49-F238E27FC236}">
                <a16:creationId xmlns:a16="http://schemas.microsoft.com/office/drawing/2014/main" id="{5C167DE0-6F55-E5DE-5A9C-003E5CA482D6}"/>
              </a:ext>
            </a:extLst>
          </p:cNvPr>
          <p:cNvGrpSpPr/>
          <p:nvPr/>
        </p:nvGrpSpPr>
        <p:grpSpPr>
          <a:xfrm>
            <a:off x="1012171" y="2451672"/>
            <a:ext cx="7119657" cy="1996954"/>
            <a:chOff x="1012171" y="1769501"/>
            <a:chExt cx="7119657" cy="1996954"/>
          </a:xfrm>
        </p:grpSpPr>
        <p:pic>
          <p:nvPicPr>
            <p:cNvPr id="7" name="Image 6">
              <a:extLst>
                <a:ext uri="{FF2B5EF4-FFF2-40B4-BE49-F238E27FC236}">
                  <a16:creationId xmlns:a16="http://schemas.microsoft.com/office/drawing/2014/main" id="{3C123379-CCA3-D0E5-92CF-EAF235AB7ECE}"/>
                </a:ext>
              </a:extLst>
            </p:cNvPr>
            <p:cNvPicPr>
              <a:picLocks noChangeAspect="1"/>
            </p:cNvPicPr>
            <p:nvPr/>
          </p:nvPicPr>
          <p:blipFill>
            <a:blip r:embed="rId3"/>
            <a:stretch>
              <a:fillRect/>
            </a:stretch>
          </p:blipFill>
          <p:spPr>
            <a:xfrm>
              <a:off x="1012171" y="2153781"/>
              <a:ext cx="7119657" cy="1612674"/>
            </a:xfrm>
            <a:prstGeom prst="rect">
              <a:avLst/>
            </a:prstGeom>
            <a:ln>
              <a:solidFill>
                <a:srgbClr val="7A0C0C"/>
              </a:solidFill>
            </a:ln>
          </p:spPr>
        </p:pic>
        <p:sp>
          <p:nvSpPr>
            <p:cNvPr id="10" name="Google Shape;4400;p38">
              <a:extLst>
                <a:ext uri="{FF2B5EF4-FFF2-40B4-BE49-F238E27FC236}">
                  <a16:creationId xmlns:a16="http://schemas.microsoft.com/office/drawing/2014/main" id="{72A8FAF3-C32D-54DA-5BBF-C187B5EA0002}"/>
                </a:ext>
              </a:extLst>
            </p:cNvPr>
            <p:cNvSpPr txBox="1">
              <a:spLocks/>
            </p:cNvSpPr>
            <p:nvPr/>
          </p:nvSpPr>
          <p:spPr>
            <a:xfrm>
              <a:off x="3165150" y="1769501"/>
              <a:ext cx="2885700" cy="381098"/>
            </a:xfrm>
            <a:prstGeom prst="rect">
              <a:avLst/>
            </a:prstGeom>
            <a:solidFill>
              <a:srgbClr val="FFFFFF"/>
            </a:solidFill>
            <a:ln>
              <a:solidFill>
                <a:srgbClr val="7A0C0C"/>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7A0C0C"/>
                  </a:solidFill>
                </a:rPr>
                <a:t>Maximal frequent itemset</a:t>
              </a:r>
            </a:p>
          </p:txBody>
        </p:sp>
      </p:grpSp>
      <mc:AlternateContent xmlns:mc="http://schemas.openxmlformats.org/markup-compatibility/2006">
        <mc:Choice xmlns:a14="http://schemas.microsoft.com/office/drawing/2010/main" Requires="a14">
          <p:sp>
            <p:nvSpPr>
              <p:cNvPr id="12" name="ZoneTexte 11">
                <a:extLst>
                  <a:ext uri="{FF2B5EF4-FFF2-40B4-BE49-F238E27FC236}">
                    <a16:creationId xmlns:a16="http://schemas.microsoft.com/office/drawing/2014/main" id="{83C54A2F-7F43-7354-93DD-6FBB14C60DBB}"/>
                  </a:ext>
                </a:extLst>
              </p:cNvPr>
              <p:cNvSpPr txBox="1"/>
              <p:nvPr/>
            </p:nvSpPr>
            <p:spPr>
              <a:xfrm>
                <a:off x="4058738" y="4171627"/>
                <a:ext cx="656398"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fr-FR" sz="1200" b="0" i="1" smtClean="0">
                          <a:solidFill>
                            <a:srgbClr val="7A0C0C"/>
                          </a:solidFill>
                          <a:latin typeface="Cambria Math" panose="02040503050406030204" pitchFamily="18" charset="0"/>
                        </a:rPr>
                        <m:t>𝑘</m:t>
                      </m:r>
                      <m:r>
                        <a:rPr lang="fr-FR" sz="1200" b="0" i="1" smtClean="0">
                          <a:solidFill>
                            <a:srgbClr val="7A0C0C"/>
                          </a:solidFill>
                          <a:latin typeface="Cambria Math" panose="02040503050406030204" pitchFamily="18" charset="0"/>
                        </a:rPr>
                        <m:t>=2</m:t>
                      </m:r>
                    </m:oMath>
                  </m:oMathPara>
                </a14:m>
                <a:endParaRPr lang="en-US" sz="1200" dirty="0">
                  <a:solidFill>
                    <a:srgbClr val="7A0C0C"/>
                  </a:solidFill>
                </a:endParaRPr>
              </a:p>
            </p:txBody>
          </p:sp>
        </mc:Choice>
        <mc:Fallback>
          <p:sp>
            <p:nvSpPr>
              <p:cNvPr id="12" name="ZoneTexte 11">
                <a:extLst>
                  <a:ext uri="{FF2B5EF4-FFF2-40B4-BE49-F238E27FC236}">
                    <a16:creationId xmlns:a16="http://schemas.microsoft.com/office/drawing/2014/main" id="{83C54A2F-7F43-7354-93DD-6FBB14C60DBB}"/>
                  </a:ext>
                </a:extLst>
              </p:cNvPr>
              <p:cNvSpPr txBox="1">
                <a:spLocks noRot="1" noChangeAspect="1" noMove="1" noResize="1" noEditPoints="1" noAdjustHandles="1" noChangeArrowheads="1" noChangeShapeType="1" noTextEdit="1"/>
              </p:cNvSpPr>
              <p:nvPr/>
            </p:nvSpPr>
            <p:spPr>
              <a:xfrm>
                <a:off x="4058738" y="4171627"/>
                <a:ext cx="656398"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ZoneTexte 12">
                <a:extLst>
                  <a:ext uri="{FF2B5EF4-FFF2-40B4-BE49-F238E27FC236}">
                    <a16:creationId xmlns:a16="http://schemas.microsoft.com/office/drawing/2014/main" id="{FBFB4439-A36E-5DA6-50A3-5516B751EAE1}"/>
                  </a:ext>
                </a:extLst>
              </p:cNvPr>
              <p:cNvSpPr txBox="1"/>
              <p:nvPr/>
            </p:nvSpPr>
            <p:spPr>
              <a:xfrm>
                <a:off x="5706110" y="4171627"/>
                <a:ext cx="656398"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fr-FR" sz="1200" b="0" i="1" smtClean="0">
                          <a:solidFill>
                            <a:srgbClr val="7A0C0C"/>
                          </a:solidFill>
                          <a:latin typeface="Cambria Math" panose="02040503050406030204" pitchFamily="18" charset="0"/>
                        </a:rPr>
                        <m:t>𝑘</m:t>
                      </m:r>
                      <m:r>
                        <a:rPr lang="fr-FR" sz="1200" b="0" i="1" smtClean="0">
                          <a:solidFill>
                            <a:srgbClr val="7A0C0C"/>
                          </a:solidFill>
                          <a:latin typeface="Cambria Math" panose="02040503050406030204" pitchFamily="18" charset="0"/>
                        </a:rPr>
                        <m:t>=3</m:t>
                      </m:r>
                    </m:oMath>
                  </m:oMathPara>
                </a14:m>
                <a:endParaRPr lang="en-US" sz="1200" dirty="0">
                  <a:solidFill>
                    <a:srgbClr val="7A0C0C"/>
                  </a:solidFill>
                </a:endParaRPr>
              </a:p>
            </p:txBody>
          </p:sp>
        </mc:Choice>
        <mc:Fallback>
          <p:sp>
            <p:nvSpPr>
              <p:cNvPr id="13" name="ZoneTexte 12">
                <a:extLst>
                  <a:ext uri="{FF2B5EF4-FFF2-40B4-BE49-F238E27FC236}">
                    <a16:creationId xmlns:a16="http://schemas.microsoft.com/office/drawing/2014/main" id="{FBFB4439-A36E-5DA6-50A3-5516B751EAE1}"/>
                  </a:ext>
                </a:extLst>
              </p:cNvPr>
              <p:cNvSpPr txBox="1">
                <a:spLocks noRot="1" noChangeAspect="1" noMove="1" noResize="1" noEditPoints="1" noAdjustHandles="1" noChangeArrowheads="1" noChangeShapeType="1" noTextEdit="1"/>
              </p:cNvSpPr>
              <p:nvPr/>
            </p:nvSpPr>
            <p:spPr>
              <a:xfrm>
                <a:off x="5706110" y="4171627"/>
                <a:ext cx="656398"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ZoneTexte 13">
                <a:extLst>
                  <a:ext uri="{FF2B5EF4-FFF2-40B4-BE49-F238E27FC236}">
                    <a16:creationId xmlns:a16="http://schemas.microsoft.com/office/drawing/2014/main" id="{8641AE5B-CF9B-DEEF-9A1D-6C2901735F54}"/>
                  </a:ext>
                </a:extLst>
              </p:cNvPr>
              <p:cNvSpPr txBox="1"/>
              <p:nvPr/>
            </p:nvSpPr>
            <p:spPr>
              <a:xfrm>
                <a:off x="7172049" y="4171011"/>
                <a:ext cx="948690"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fr-FR" sz="1200" b="0" i="1" smtClean="0">
                          <a:solidFill>
                            <a:srgbClr val="7A0C0C"/>
                          </a:solidFill>
                          <a:latin typeface="Cambria Math" panose="02040503050406030204" pitchFamily="18" charset="0"/>
                        </a:rPr>
                        <m:t>𝑘</m:t>
                      </m:r>
                      <m:r>
                        <a:rPr lang="fr-FR" sz="1200" b="0" i="1" smtClean="0">
                          <a:solidFill>
                            <a:srgbClr val="7A0C0C"/>
                          </a:solidFill>
                          <a:latin typeface="Cambria Math" panose="02040503050406030204" pitchFamily="18" charset="0"/>
                        </a:rPr>
                        <m:t>=</m:t>
                      </m:r>
                      <m:r>
                        <a:rPr lang="fr-FR" sz="1200" b="0" i="1" smtClean="0">
                          <a:solidFill>
                            <a:srgbClr val="7A0C0C"/>
                          </a:solidFill>
                          <a:latin typeface="Cambria Math" panose="02040503050406030204" pitchFamily="18" charset="0"/>
                        </a:rPr>
                        <m:t>𝑘</m:t>
                      </m:r>
                      <m:r>
                        <a:rPr lang="fr-FR" sz="1200" b="0" i="1" smtClean="0">
                          <a:solidFill>
                            <a:srgbClr val="7A0C0C"/>
                          </a:solidFill>
                          <a:latin typeface="Cambria Math" panose="02040503050406030204" pitchFamily="18" charset="0"/>
                        </a:rPr>
                        <m:t>+1</m:t>
                      </m:r>
                    </m:oMath>
                  </m:oMathPara>
                </a14:m>
                <a:endParaRPr lang="en-US" sz="1200" dirty="0">
                  <a:solidFill>
                    <a:srgbClr val="7A0C0C"/>
                  </a:solidFill>
                </a:endParaRPr>
              </a:p>
            </p:txBody>
          </p:sp>
        </mc:Choice>
        <mc:Fallback>
          <p:sp>
            <p:nvSpPr>
              <p:cNvPr id="14" name="ZoneTexte 13">
                <a:extLst>
                  <a:ext uri="{FF2B5EF4-FFF2-40B4-BE49-F238E27FC236}">
                    <a16:creationId xmlns:a16="http://schemas.microsoft.com/office/drawing/2014/main" id="{8641AE5B-CF9B-DEEF-9A1D-6C2901735F54}"/>
                  </a:ext>
                </a:extLst>
              </p:cNvPr>
              <p:cNvSpPr txBox="1">
                <a:spLocks noRot="1" noChangeAspect="1" noMove="1" noResize="1" noEditPoints="1" noAdjustHandles="1" noChangeArrowheads="1" noChangeShapeType="1" noTextEdit="1"/>
              </p:cNvSpPr>
              <p:nvPr/>
            </p:nvSpPr>
            <p:spPr>
              <a:xfrm>
                <a:off x="7172049" y="4171011"/>
                <a:ext cx="948690" cy="276999"/>
              </a:xfrm>
              <a:prstGeom prst="rect">
                <a:avLst/>
              </a:prstGeom>
              <a:blipFill>
                <a:blip r:embed="rId6"/>
                <a:stretch>
                  <a:fillRect/>
                </a:stretch>
              </a:blipFill>
            </p:spPr>
            <p:txBody>
              <a:bodyPr/>
              <a:lstStyle/>
              <a:p>
                <a:r>
                  <a:rPr lang="en-US">
                    <a:noFill/>
                  </a:rPr>
                  <a:t> </a:t>
                </a:r>
              </a:p>
            </p:txBody>
          </p:sp>
        </mc:Fallback>
      </mc:AlternateContent>
      <p:sp>
        <p:nvSpPr>
          <p:cNvPr id="2" name="Google Shape;4403;p38">
            <a:extLst>
              <a:ext uri="{FF2B5EF4-FFF2-40B4-BE49-F238E27FC236}">
                <a16:creationId xmlns:a16="http://schemas.microsoft.com/office/drawing/2014/main" id="{1F4D224E-167F-0465-B46A-D00311C4FF6C}"/>
              </a:ext>
            </a:extLst>
          </p:cNvPr>
          <p:cNvSpPr txBox="1">
            <a:spLocks/>
          </p:cNvSpPr>
          <p:nvPr/>
        </p:nvSpPr>
        <p:spPr>
          <a:xfrm>
            <a:off x="537029" y="1553031"/>
            <a:ext cx="7975599" cy="67969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t>The A-Priori algorithm is designed to efficiently find frequent itemsets by systematically narrowing down candidate sets using frequency information from earlier passes, A-Priori limits the number of itemsets that need to be counted, saving on memory and computational resources.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75"/>
        <p:cNvGrpSpPr/>
        <p:nvPr/>
      </p:nvGrpSpPr>
      <p:grpSpPr>
        <a:xfrm>
          <a:off x="0" y="0"/>
          <a:ext cx="0" cy="0"/>
          <a:chOff x="0" y="0"/>
          <a:chExt cx="0" cy="0"/>
        </a:xfrm>
      </p:grpSpPr>
      <p:sp>
        <p:nvSpPr>
          <p:cNvPr id="6" name="Google Shape;4381;p37">
            <a:extLst>
              <a:ext uri="{FF2B5EF4-FFF2-40B4-BE49-F238E27FC236}">
                <a16:creationId xmlns:a16="http://schemas.microsoft.com/office/drawing/2014/main" id="{38E7A4F2-2E13-869C-4F72-0D996A777A1E}"/>
              </a:ext>
            </a:extLst>
          </p:cNvPr>
          <p:cNvSpPr txBox="1">
            <a:spLocks noGrp="1"/>
          </p:cNvSpPr>
          <p:nvPr>
            <p:ph type="title"/>
          </p:nvPr>
        </p:nvSpPr>
        <p:spPr>
          <a:xfrm>
            <a:off x="960639" y="1798500"/>
            <a:ext cx="7222721" cy="15465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5400" dirty="0"/>
              <a:t>THANKS FOR LISTENING</a:t>
            </a:r>
          </a:p>
        </p:txBody>
      </p:sp>
      <p:sp>
        <p:nvSpPr>
          <p:cNvPr id="7" name="Google Shape;4359;p35">
            <a:extLst>
              <a:ext uri="{FF2B5EF4-FFF2-40B4-BE49-F238E27FC236}">
                <a16:creationId xmlns:a16="http://schemas.microsoft.com/office/drawing/2014/main" id="{CD6AF3F8-44E3-74AE-30A6-44A14D461B44}"/>
              </a:ext>
            </a:extLst>
          </p:cNvPr>
          <p:cNvSpPr txBox="1">
            <a:spLocks/>
          </p:cNvSpPr>
          <p:nvPr/>
        </p:nvSpPr>
        <p:spPr>
          <a:xfrm>
            <a:off x="8512628" y="4637314"/>
            <a:ext cx="629260" cy="50618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600"/>
              <a:buFont typeface="Black Han Sans"/>
              <a:buNone/>
              <a:defRPr sz="3600" b="0" i="0" u="none" strike="noStrike" cap="none">
                <a:solidFill>
                  <a:schemeClr val="lt2"/>
                </a:solidFill>
                <a:latin typeface="Black Han Sans"/>
                <a:ea typeface="Black Han Sans"/>
                <a:cs typeface="Black Han Sans"/>
                <a:sym typeface="Black Han Sans"/>
              </a:defRPr>
            </a:lvl1pPr>
            <a:lvl2pPr marR="0" lvl="1"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2pPr>
            <a:lvl3pPr marR="0" lvl="2"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3pPr>
            <a:lvl4pPr marR="0" lvl="3"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4pPr>
            <a:lvl5pPr marR="0" lvl="4"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5pPr>
            <a:lvl6pPr marR="0" lvl="5"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6pPr>
            <a:lvl7pPr marR="0" lvl="6"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7pPr>
            <a:lvl8pPr marR="0" lvl="7"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8pPr>
            <a:lvl9pPr marR="0" lvl="8" algn="ctr" rtl="0">
              <a:lnSpc>
                <a:spcPct val="100000"/>
              </a:lnSpc>
              <a:spcBef>
                <a:spcPts val="0"/>
              </a:spcBef>
              <a:spcAft>
                <a:spcPts val="0"/>
              </a:spcAft>
              <a:buClr>
                <a:schemeClr val="lt2"/>
              </a:buClr>
              <a:buSzPts val="2400"/>
              <a:buFont typeface="Black Han Sans"/>
              <a:buNone/>
              <a:defRPr sz="2400" b="0" i="0" u="none" strike="noStrike" cap="none">
                <a:solidFill>
                  <a:schemeClr val="lt2"/>
                </a:solidFill>
                <a:latin typeface="Black Han Sans"/>
                <a:ea typeface="Black Han Sans"/>
                <a:cs typeface="Black Han Sans"/>
                <a:sym typeface="Black Han Sans"/>
              </a:defRPr>
            </a:lvl9pPr>
          </a:lstStyle>
          <a:p>
            <a:pPr algn="r"/>
            <a:r>
              <a:rPr lang="en" sz="1200" dirty="0">
                <a:solidFill>
                  <a:schemeClr val="bg1"/>
                </a:solidFil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mart Home Project Proposal by Slidesgo">
  <a:themeElements>
    <a:clrScheme name="Simple Light">
      <a:dk1>
        <a:srgbClr val="253035"/>
      </a:dk1>
      <a:lt1>
        <a:srgbClr val="F9F9F9"/>
      </a:lt1>
      <a:dk2>
        <a:srgbClr val="FFFFFF"/>
      </a:dk2>
      <a:lt2>
        <a:srgbClr val="7A0C0C"/>
      </a:lt2>
      <a:accent1>
        <a:srgbClr val="FFFFFF"/>
      </a:accent1>
      <a:accent2>
        <a:srgbClr val="FFFFFF"/>
      </a:accent2>
      <a:accent3>
        <a:srgbClr val="FFFFFF"/>
      </a:accent3>
      <a:accent4>
        <a:srgbClr val="FFFFFF"/>
      </a:accent4>
      <a:accent5>
        <a:srgbClr val="FFFFFF"/>
      </a:accent5>
      <a:accent6>
        <a:srgbClr val="FFFFFF"/>
      </a:accent6>
      <a:hlink>
        <a:srgbClr val="2530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578</Words>
  <Application>Microsoft Office PowerPoint</Application>
  <PresentationFormat>Affichage à l'écran (16:9)</PresentationFormat>
  <Paragraphs>107</Paragraphs>
  <Slides>16</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ABeeZee</vt:lpstr>
      <vt:lpstr>Cambria Math</vt:lpstr>
      <vt:lpstr>Black Han Sans</vt:lpstr>
      <vt:lpstr>Arial</vt:lpstr>
      <vt:lpstr>Smart Home Project Proposal by Slidesgo</vt:lpstr>
      <vt:lpstr>Chap.6 Frequent Itemsets - Market Baskets and the A-Priori Algorithm</vt:lpstr>
      <vt:lpstr>TABLE OF CONTENTS</vt:lpstr>
      <vt:lpstr>REPRESENTATION OF MARKET-BASKET DATA</vt:lpstr>
      <vt:lpstr>Présentation PowerPoint</vt:lpstr>
      <vt:lpstr>Présentation PowerPoint</vt:lpstr>
      <vt:lpstr>Use of Main Memory for Itemset Counting</vt:lpstr>
      <vt:lpstr>Présentation PowerPoint</vt:lpstr>
      <vt:lpstr>Présentation PowerPoint</vt:lpstr>
      <vt:lpstr>Présentation PowerPoint</vt:lpstr>
      <vt:lpstr>Monotonicity of Itemsets</vt:lpstr>
      <vt:lpstr>Présentation PowerPoint</vt:lpstr>
      <vt:lpstr>The A-Priori Algorithm</vt:lpstr>
      <vt:lpstr>Présentation PowerPoint</vt:lpstr>
      <vt:lpstr>A-PRIORI FOR ALL FREQUENT ITEMSETS</vt:lpstr>
      <vt:lpstr>Présentation PowerPoint</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Mathis MERLE</cp:lastModifiedBy>
  <cp:revision>24</cp:revision>
  <dcterms:modified xsi:type="dcterms:W3CDTF">2024-11-11T09:50:46Z</dcterms:modified>
</cp:coreProperties>
</file>